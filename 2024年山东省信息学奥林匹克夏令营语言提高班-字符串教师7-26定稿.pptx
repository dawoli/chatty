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3"/>
  </p:notesMasterIdLst>
  <p:sldIdLst>
    <p:sldId id="289" r:id="rId2"/>
    <p:sldId id="454" r:id="rId3"/>
    <p:sldId id="295" r:id="rId4"/>
    <p:sldId id="455" r:id="rId5"/>
    <p:sldId id="277" r:id="rId6"/>
    <p:sldId id="269" r:id="rId7"/>
    <p:sldId id="515" r:id="rId8"/>
    <p:sldId id="516" r:id="rId9"/>
    <p:sldId id="306" r:id="rId10"/>
    <p:sldId id="300" r:id="rId11"/>
    <p:sldId id="352" r:id="rId12"/>
    <p:sldId id="353" r:id="rId13"/>
    <p:sldId id="354" r:id="rId14"/>
    <p:sldId id="355" r:id="rId15"/>
    <p:sldId id="356" r:id="rId16"/>
    <p:sldId id="357" r:id="rId17"/>
    <p:sldId id="358" r:id="rId18"/>
    <p:sldId id="359" r:id="rId19"/>
    <p:sldId id="360" r:id="rId20"/>
    <p:sldId id="361" r:id="rId21"/>
    <p:sldId id="362" r:id="rId22"/>
    <p:sldId id="462" r:id="rId23"/>
    <p:sldId id="456" r:id="rId24"/>
    <p:sldId id="487" r:id="rId25"/>
    <p:sldId id="513" r:id="rId26"/>
    <p:sldId id="365" r:id="rId27"/>
    <p:sldId id="366" r:id="rId28"/>
    <p:sldId id="367" r:id="rId29"/>
    <p:sldId id="368" r:id="rId30"/>
    <p:sldId id="464" r:id="rId31"/>
    <p:sldId id="484" r:id="rId32"/>
    <p:sldId id="400" r:id="rId33"/>
    <p:sldId id="510" r:id="rId34"/>
    <p:sldId id="463" r:id="rId35"/>
    <p:sldId id="390" r:id="rId36"/>
    <p:sldId id="392" r:id="rId37"/>
    <p:sldId id="401" r:id="rId38"/>
    <p:sldId id="512" r:id="rId39"/>
    <p:sldId id="488" r:id="rId40"/>
    <p:sldId id="489" r:id="rId41"/>
    <p:sldId id="492" r:id="rId42"/>
    <p:sldId id="493" r:id="rId43"/>
    <p:sldId id="494" r:id="rId44"/>
    <p:sldId id="495" r:id="rId45"/>
    <p:sldId id="496" r:id="rId46"/>
    <p:sldId id="497" r:id="rId47"/>
    <p:sldId id="514" r:id="rId48"/>
    <p:sldId id="498" r:id="rId49"/>
    <p:sldId id="499" r:id="rId50"/>
    <p:sldId id="500" r:id="rId51"/>
    <p:sldId id="501" r:id="rId52"/>
    <p:sldId id="502" r:id="rId53"/>
    <p:sldId id="503" r:id="rId54"/>
    <p:sldId id="504" r:id="rId55"/>
    <p:sldId id="505" r:id="rId56"/>
    <p:sldId id="506" r:id="rId57"/>
    <p:sldId id="518" r:id="rId58"/>
    <p:sldId id="507" r:id="rId59"/>
    <p:sldId id="508" r:id="rId60"/>
    <p:sldId id="511" r:id="rId61"/>
    <p:sldId id="391" r:id="rId62"/>
    <p:sldId id="393" r:id="rId63"/>
    <p:sldId id="395" r:id="rId64"/>
    <p:sldId id="396" r:id="rId65"/>
    <p:sldId id="397" r:id="rId66"/>
    <p:sldId id="399" r:id="rId67"/>
    <p:sldId id="460" r:id="rId68"/>
    <p:sldId id="402" r:id="rId69"/>
    <p:sldId id="403" r:id="rId70"/>
    <p:sldId id="519" r:id="rId71"/>
    <p:sldId id="385" r:id="rId72"/>
    <p:sldId id="461" r:id="rId73"/>
    <p:sldId id="386" r:id="rId74"/>
    <p:sldId id="409" r:id="rId75"/>
    <p:sldId id="453" r:id="rId76"/>
    <p:sldId id="465" r:id="rId77"/>
    <p:sldId id="466" r:id="rId78"/>
    <p:sldId id="467" r:id="rId79"/>
    <p:sldId id="412" r:id="rId80"/>
    <p:sldId id="414" r:id="rId81"/>
    <p:sldId id="415" r:id="rId82"/>
    <p:sldId id="416" r:id="rId83"/>
    <p:sldId id="417" r:id="rId84"/>
    <p:sldId id="418" r:id="rId85"/>
    <p:sldId id="419" r:id="rId86"/>
    <p:sldId id="420" r:id="rId87"/>
    <p:sldId id="421" r:id="rId88"/>
    <p:sldId id="422" r:id="rId89"/>
    <p:sldId id="423" r:id="rId90"/>
    <p:sldId id="451" r:id="rId91"/>
    <p:sldId id="279" r:id="rId92"/>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458">
          <p15:clr>
            <a:srgbClr val="A4A3A4"/>
          </p15:clr>
        </p15:guide>
        <p15:guide id="2" orient="horz" pos="3022">
          <p15:clr>
            <a:srgbClr val="A4A3A4"/>
          </p15:clr>
        </p15:guide>
        <p15:guide id="3" pos="5472">
          <p15:clr>
            <a:srgbClr val="A4A3A4"/>
          </p15:clr>
        </p15:guide>
        <p15:guide id="4" pos="11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F20300"/>
    <a:srgbClr val="D50107"/>
    <a:srgbClr val="EEEAEB"/>
    <a:srgbClr val="FEFEFE"/>
    <a:srgbClr val="FFFE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5" d="100"/>
          <a:sy n="105" d="100"/>
        </p:scale>
        <p:origin x="-730" y="-77"/>
      </p:cViewPr>
      <p:guideLst>
        <p:guide orient="horz" pos="458"/>
        <p:guide orient="horz" pos="3022"/>
        <p:guide pos="5472"/>
        <p:guide pos="11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97"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pPr/>
              <a:t>2024/7/25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pPr/>
              <a:t>‹#›</a:t>
            </a:fld>
            <a:endParaRPr lang="zh-CN" altLang="en-US"/>
          </a:p>
        </p:txBody>
      </p:sp>
    </p:spTree>
    <p:extLst>
      <p:ext uri="{BB962C8B-B14F-4D97-AF65-F5344CB8AC3E}">
        <p14:creationId xmlns:p14="http://schemas.microsoft.com/office/powerpoint/2010/main" val="38008291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35776103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pPr/>
              <a:t>38</a:t>
            </a:fld>
            <a:endParaRPr lang="zh-CN" altLang="en-US"/>
          </a:p>
        </p:txBody>
      </p:sp>
    </p:spTree>
    <p:extLst>
      <p:ext uri="{BB962C8B-B14F-4D97-AF65-F5344CB8AC3E}">
        <p14:creationId xmlns:p14="http://schemas.microsoft.com/office/powerpoint/2010/main" val="7661261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EFC98A61-B35B-45CB-A0ED-42FA3A7A5990}" type="datetimeFigureOut">
              <a:rPr lang="zh-CN" altLang="en-US" smtClean="0"/>
              <a:pPr/>
              <a:t>2024/7/25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D46FB9A-C897-4DAF-A7FA-C24625771AD7}"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EFC98A61-B35B-45CB-A0ED-42FA3A7A5990}" type="datetimeFigureOut">
              <a:rPr lang="zh-CN" altLang="en-US" smtClean="0"/>
              <a:pPr/>
              <a:t>2024/7/25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D46FB9A-C897-4DAF-A7FA-C24625771AD7}"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EFC98A61-B35B-45CB-A0ED-42FA3A7A5990}" type="datetimeFigureOut">
              <a:rPr lang="zh-CN" altLang="en-US" smtClean="0"/>
              <a:pPr/>
              <a:t>2024/7/25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D46FB9A-C897-4DAF-A7FA-C24625771AD7}"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EFC98A61-B35B-45CB-A0ED-42FA3A7A5990}" type="datetimeFigureOut">
              <a:rPr lang="zh-CN" altLang="en-US" smtClean="0"/>
              <a:pPr/>
              <a:t>2024/7/25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9D46FB9A-C897-4DAF-A7FA-C24625771AD7}"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EFC98A61-B35B-45CB-A0ED-42FA3A7A5990}" type="datetimeFigureOut">
              <a:rPr lang="zh-CN" altLang="en-US" smtClean="0"/>
              <a:pPr/>
              <a:t>2024/7/25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D46FB9A-C897-4DAF-A7FA-C24625771AD7}"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FC98A61-B35B-45CB-A0ED-42FA3A7A5990}" type="datetimeFigureOut">
              <a:rPr lang="zh-CN" altLang="en-US" smtClean="0"/>
              <a:pPr/>
              <a:t>2024/7/25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D46FB9A-C897-4DAF-A7FA-C24625771AD7}"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EFC98A61-B35B-45CB-A0ED-42FA3A7A5990}" type="datetimeFigureOut">
              <a:rPr lang="zh-CN" altLang="en-US" smtClean="0"/>
              <a:pPr/>
              <a:t>2024/7/25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D46FB9A-C897-4DAF-A7FA-C24625771AD7}"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EFC98A61-B35B-45CB-A0ED-42FA3A7A5990}" type="datetimeFigureOut">
              <a:rPr lang="zh-CN" altLang="en-US" smtClean="0"/>
              <a:pPr/>
              <a:t>2024/7/25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D46FB9A-C897-4DAF-A7FA-C24625771AD7}"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EFC98A61-B35B-45CB-A0ED-42FA3A7A5990}" type="datetimeFigureOut">
              <a:rPr lang="zh-CN" altLang="en-US" smtClean="0"/>
              <a:pPr/>
              <a:t>2024/7/25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D46FB9A-C897-4DAF-A7FA-C24625771AD7}"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05979"/>
            <a:ext cx="6019800" cy="4388644"/>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EFC98A61-B35B-45CB-A0ED-42FA3A7A5990}" type="datetimeFigureOut">
              <a:rPr lang="zh-CN" altLang="en-US" smtClean="0"/>
              <a:pPr/>
              <a:t>2024/7/25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D46FB9A-C897-4DAF-A7FA-C24625771AD7}"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EE0"/>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8"/>
            <a:ext cx="8229600" cy="85725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EFC98A61-B35B-45CB-A0ED-42FA3A7A5990}" type="datetimeFigureOut">
              <a:rPr lang="zh-CN" altLang="en-US" smtClean="0"/>
              <a:pPr/>
              <a:t>2024/7/25</a:t>
            </a:fld>
            <a:endParaRPr lang="zh-CN" altLang="en-US"/>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9D46FB9A-C897-4DAF-A7FA-C24625771AD7}"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3.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3.png"/><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microsoft.com/office/2007/relationships/hdphoto" Target="../media/hdphoto3.wdp"/></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7.xml"/><Relationship Id="rId1" Type="http://schemas.openxmlformats.org/officeDocument/2006/relationships/tags" Target="../tags/tag1.xml"/><Relationship Id="rId6" Type="http://schemas.openxmlformats.org/officeDocument/2006/relationships/image" Target="../media/image9.png"/><Relationship Id="rId5" Type="http://schemas.openxmlformats.org/officeDocument/2006/relationships/image" Target="../media/image8.png"/><Relationship Id="rId4" Type="http://schemas.microsoft.com/office/2007/relationships/hdphoto" Target="../media/hdphoto3.wdp"/></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0.emf"/></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0.emf"/><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0.emf"/><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emf"/></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emf"/></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0.emf"/></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0.emf"/><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emf"/></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emf"/></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emf"/></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emf"/></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0.emf"/></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e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0.emf"/></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10.emf"/></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emf"/></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emf"/></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7.xml"/><Relationship Id="rId1" Type="http://schemas.openxmlformats.org/officeDocument/2006/relationships/tags" Target="../tags/tag2.xml"/><Relationship Id="rId5" Type="http://schemas.openxmlformats.org/officeDocument/2006/relationships/image" Target="../media/image10.emf"/><Relationship Id="rId4" Type="http://schemas.openxmlformats.org/officeDocument/2006/relationships/image" Target="../media/image9.png"/></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emf"/></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10.emf"/></Relationships>
</file>

<file path=ppt/slides/_rels/slide3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e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10.emf"/></Relationships>
</file>

<file path=ppt/slides/_rels/slide3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25.png"/><Relationship Id="rId4" Type="http://schemas.openxmlformats.org/officeDocument/2006/relationships/image" Target="../media/image10.emf"/></Relationships>
</file>

<file path=ppt/slides/_rels/slide3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10.emf"/></Relationships>
</file>

<file path=ppt/slides/_rels/slide3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10.emf"/><Relationship Id="rId4" Type="http://schemas.openxmlformats.org/officeDocument/2006/relationships/image" Target="../media/image9.png"/></Relationships>
</file>

<file path=ppt/slides/_rels/slide3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28.png"/><Relationship Id="rId4" Type="http://schemas.openxmlformats.org/officeDocument/2006/relationships/image" Target="../media/image10.emf"/></Relationships>
</file>

<file path=ppt/slides/_rels/slide4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10.emf"/></Relationships>
</file>

<file path=ppt/slides/_rels/slide4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em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31.png"/><Relationship Id="rId4" Type="http://schemas.openxmlformats.org/officeDocument/2006/relationships/image" Target="../media/image10.emf"/></Relationships>
</file>

<file path=ppt/slides/_rels/slide4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emf"/></Relationships>
</file>

<file path=ppt/slides/_rels/slide4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32.png"/><Relationship Id="rId4" Type="http://schemas.openxmlformats.org/officeDocument/2006/relationships/image" Target="../media/image10.emf"/></Relationships>
</file>

<file path=ppt/slides/_rels/slide4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emf"/></Relationships>
</file>

<file path=ppt/slides/_rels/slide4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3.png"/><Relationship Id="rId1" Type="http://schemas.openxmlformats.org/officeDocument/2006/relationships/slideLayout" Target="../slideLayouts/slideLayout7.xml"/><Relationship Id="rId5" Type="http://schemas.openxmlformats.org/officeDocument/2006/relationships/image" Target="../media/image34.png"/><Relationship Id="rId4" Type="http://schemas.openxmlformats.org/officeDocument/2006/relationships/image" Target="../media/image9.png"/></Relationships>
</file>

<file path=ppt/slides/_rels/slide4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10.emf"/></Relationships>
</file>

<file path=ppt/slides/_rels/slide4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emf"/></Relationships>
</file>

<file path=ppt/slides/_rels/slide5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35.png"/><Relationship Id="rId4" Type="http://schemas.openxmlformats.org/officeDocument/2006/relationships/image" Target="../media/image10.emf"/></Relationships>
</file>

<file path=ppt/slides/_rels/slide5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emf"/></Relationships>
</file>

<file path=ppt/slides/_rels/slide5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36.png"/><Relationship Id="rId4" Type="http://schemas.openxmlformats.org/officeDocument/2006/relationships/image" Target="../media/image10.emf"/></Relationships>
</file>

<file path=ppt/slides/_rels/slide5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emf"/></Relationships>
</file>

<file path=ppt/slides/_rels/slide5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37.png"/><Relationship Id="rId4" Type="http://schemas.openxmlformats.org/officeDocument/2006/relationships/image" Target="../media/image10.emf"/></Relationships>
</file>

<file path=ppt/slides/_rels/slide5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emf"/></Relationships>
</file>

<file path=ppt/slides/_rels/slide5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38.png"/><Relationship Id="rId4" Type="http://schemas.openxmlformats.org/officeDocument/2006/relationships/image" Target="../media/image10.emf"/></Relationships>
</file>

<file path=ppt/slides/_rels/slide5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38.png"/><Relationship Id="rId5" Type="http://schemas.openxmlformats.org/officeDocument/2006/relationships/image" Target="../media/image39.png"/><Relationship Id="rId4" Type="http://schemas.openxmlformats.org/officeDocument/2006/relationships/image" Target="../media/image10.emf"/></Relationships>
</file>

<file path=ppt/slides/_rels/slide5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emf"/></Relationships>
</file>

<file path=ppt/slides/_rels/slide5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7.xml"/><Relationship Id="rId1" Type="http://schemas.openxmlformats.org/officeDocument/2006/relationships/tags" Target="../tags/tag3.xml"/><Relationship Id="rId5" Type="http://schemas.openxmlformats.org/officeDocument/2006/relationships/image" Target="../media/image10.emf"/><Relationship Id="rId4" Type="http://schemas.openxmlformats.org/officeDocument/2006/relationships/image" Target="../media/image9.png"/></Relationships>
</file>

<file path=ppt/slides/_rels/slide6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10.emf"/></Relationships>
</file>

<file path=ppt/slides/_rels/slide6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43.png"/><Relationship Id="rId4" Type="http://schemas.openxmlformats.org/officeDocument/2006/relationships/image" Target="../media/image10.emf"/></Relationships>
</file>

<file path=ppt/slides/_rels/slide6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emf"/></Relationships>
</file>

<file path=ppt/slides/_rels/slide6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44.png"/><Relationship Id="rId4" Type="http://schemas.openxmlformats.org/officeDocument/2006/relationships/image" Target="../media/image10.emf"/></Relationships>
</file>

<file path=ppt/slides/_rels/slide6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45.png"/><Relationship Id="rId4" Type="http://schemas.openxmlformats.org/officeDocument/2006/relationships/image" Target="../media/image10.emf"/></Relationships>
</file>

<file path=ppt/slides/_rels/slide6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46.png"/><Relationship Id="rId4" Type="http://schemas.openxmlformats.org/officeDocument/2006/relationships/image" Target="../media/image10.emf"/></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emf"/></Relationships>
</file>

<file path=ppt/slides/_rels/slide6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47.png"/><Relationship Id="rId4" Type="http://schemas.openxmlformats.org/officeDocument/2006/relationships/image" Target="../media/image10.emf"/></Relationships>
</file>

<file path=ppt/slides/_rels/slide7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emf"/></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49.png"/><Relationship Id="rId4" Type="http://schemas.openxmlformats.org/officeDocument/2006/relationships/image" Target="../media/image10.emf"/></Relationships>
</file>

<file path=ppt/slides/_rels/slide7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50.png"/><Relationship Id="rId4" Type="http://schemas.openxmlformats.org/officeDocument/2006/relationships/image" Target="../media/image10.emf"/></Relationships>
</file>

<file path=ppt/slides/_rels/slide7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microsoft.com/office/2007/relationships/hdphoto" Target="../media/hdphoto1.wdp"/></Relationships>
</file>

<file path=ppt/slides/_rels/slide7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emf"/></Relationships>
</file>

<file path=ppt/slides/_rels/slide7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emf"/></Relationships>
</file>

<file path=ppt/slides/_rels/slide7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51.png"/><Relationship Id="rId4" Type="http://schemas.openxmlformats.org/officeDocument/2006/relationships/image" Target="../media/image10.emf"/></Relationships>
</file>

<file path=ppt/slides/_rels/slide7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emf"/></Relationships>
</file>

<file path=ppt/slides/_rels/slide8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emf"/></Relationships>
</file>

<file path=ppt/slides/_rels/slide8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emf"/></Relationships>
</file>

<file path=ppt/slides/_rels/slide8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emf"/></Relationships>
</file>

<file path=ppt/slides/_rels/slide8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52.png"/><Relationship Id="rId4" Type="http://schemas.openxmlformats.org/officeDocument/2006/relationships/image" Target="../media/image10.emf"/></Relationships>
</file>

<file path=ppt/slides/_rels/slide8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emf"/></Relationships>
</file>

<file path=ppt/slides/_rels/slide8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53.png"/><Relationship Id="rId4" Type="http://schemas.openxmlformats.org/officeDocument/2006/relationships/image" Target="../media/image10.emf"/></Relationships>
</file>

<file path=ppt/slides/_rels/slide8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emf"/></Relationships>
</file>

<file path=ppt/slides/_rels/slide8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emf"/></Relationships>
</file>

<file path=ppt/slides/_rels/slide8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emf"/></Relationships>
</file>

<file path=ppt/slides/_rels/slide8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54.png"/><Relationship Id="rId4" Type="http://schemas.openxmlformats.org/officeDocument/2006/relationships/image" Target="../media/image10.emf"/></Relationships>
</file>

<file path=ppt/slides/_rels/slide90.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3.png"/><Relationship Id="rId4" Type="http://schemas.microsoft.com/office/2007/relationships/hdphoto" Target="../media/hdphoto1.wdp"/></Relationships>
</file>

<file path=ppt/slides/_rels/slide9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3.png"/><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倪彩清特美天文档资料\2014年资料汇总\20141219华商参考资料\PPT资料\素材收集\羊年素材系列\羊年素材处理\红梅带福字.png"/>
          <p:cNvPicPr>
            <a:picLocks noChangeAspect="1" noChangeArrowheads="1"/>
          </p:cNvPicPr>
          <p:nvPr/>
        </p:nvPicPr>
        <p:blipFill rotWithShape="1">
          <a:blip r:embed="rId2">
            <a:extLst>
              <a:ext uri="{28A0092B-C50C-407E-A947-70E740481C1C}">
                <a14:useLocalDpi xmlns:a14="http://schemas.microsoft.com/office/drawing/2010/main" val="0"/>
              </a:ext>
            </a:extLst>
          </a:blip>
          <a:srcRect r="59426" b="63450"/>
          <a:stretch>
            <a:fillRect/>
          </a:stretch>
        </p:blipFill>
        <p:spPr bwMode="auto">
          <a:xfrm>
            <a:off x="0" y="0"/>
            <a:ext cx="2681643" cy="1594765"/>
          </a:xfrm>
          <a:prstGeom prst="rect">
            <a:avLst/>
          </a:prstGeom>
          <a:noFill/>
          <a:extLst>
            <a:ext uri="{909E8E84-426E-40DD-AFC4-6F175D3DCCD1}">
              <a14:hiddenFill xmlns:a14="http://schemas.microsoft.com/office/drawing/2010/main">
                <a:solidFill>
                  <a:srgbClr val="FFFFFF"/>
                </a:solidFill>
              </a14:hiddenFill>
            </a:ext>
          </a:extLst>
        </p:spPr>
      </p:pic>
      <p:grpSp>
        <p:nvGrpSpPr>
          <p:cNvPr id="3" name="Group 5" hidden="1"/>
          <p:cNvGrpSpPr>
            <a:grpSpLocks noChangeAspect="1"/>
          </p:cNvGrpSpPr>
          <p:nvPr/>
        </p:nvGrpSpPr>
        <p:grpSpPr bwMode="auto">
          <a:xfrm>
            <a:off x="972226" y="1993596"/>
            <a:ext cx="1899430" cy="1082210"/>
            <a:chOff x="1941" y="1086"/>
            <a:chExt cx="1878" cy="1070"/>
          </a:xfrm>
        </p:grpSpPr>
        <p:sp>
          <p:nvSpPr>
            <p:cNvPr id="4" name="AutoShape 4"/>
            <p:cNvSpPr>
              <a:spLocks noChangeAspect="1" noChangeArrowheads="1" noTextEdit="1"/>
            </p:cNvSpPr>
            <p:nvPr/>
          </p:nvSpPr>
          <p:spPr bwMode="auto">
            <a:xfrm>
              <a:off x="1941" y="1086"/>
              <a:ext cx="1878" cy="1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5" name="Freeform 6"/>
            <p:cNvSpPr/>
            <p:nvPr/>
          </p:nvSpPr>
          <p:spPr bwMode="auto">
            <a:xfrm>
              <a:off x="2076" y="1790"/>
              <a:ext cx="413" cy="373"/>
            </a:xfrm>
            <a:custGeom>
              <a:avLst/>
              <a:gdLst>
                <a:gd name="T0" fmla="*/ 85 w 175"/>
                <a:gd name="T1" fmla="*/ 65 h 158"/>
                <a:gd name="T2" fmla="*/ 82 w 175"/>
                <a:gd name="T3" fmla="*/ 83 h 158"/>
                <a:gd name="T4" fmla="*/ 84 w 175"/>
                <a:gd name="T5" fmla="*/ 88 h 158"/>
                <a:gd name="T6" fmla="*/ 111 w 175"/>
                <a:gd name="T7" fmla="*/ 102 h 158"/>
                <a:gd name="T8" fmla="*/ 117 w 175"/>
                <a:gd name="T9" fmla="*/ 101 h 158"/>
                <a:gd name="T10" fmla="*/ 129 w 175"/>
                <a:gd name="T11" fmla="*/ 96 h 158"/>
                <a:gd name="T12" fmla="*/ 134 w 175"/>
                <a:gd name="T13" fmla="*/ 90 h 158"/>
                <a:gd name="T14" fmla="*/ 127 w 175"/>
                <a:gd name="T15" fmla="*/ 24 h 158"/>
                <a:gd name="T16" fmla="*/ 122 w 175"/>
                <a:gd name="T17" fmla="*/ 20 h 158"/>
                <a:gd name="T18" fmla="*/ 44 w 175"/>
                <a:gd name="T19" fmla="*/ 15 h 158"/>
                <a:gd name="T20" fmla="*/ 34 w 175"/>
                <a:gd name="T21" fmla="*/ 20 h 158"/>
                <a:gd name="T22" fmla="*/ 28 w 175"/>
                <a:gd name="T23" fmla="*/ 25 h 158"/>
                <a:gd name="T24" fmla="*/ 3 w 175"/>
                <a:gd name="T25" fmla="*/ 94 h 158"/>
                <a:gd name="T26" fmla="*/ 4 w 175"/>
                <a:gd name="T27" fmla="*/ 97 h 158"/>
                <a:gd name="T28" fmla="*/ 26 w 175"/>
                <a:gd name="T29" fmla="*/ 134 h 158"/>
                <a:gd name="T30" fmla="*/ 33 w 175"/>
                <a:gd name="T31" fmla="*/ 139 h 158"/>
                <a:gd name="T32" fmla="*/ 120 w 175"/>
                <a:gd name="T33" fmla="*/ 152 h 158"/>
                <a:gd name="T34" fmla="*/ 128 w 175"/>
                <a:gd name="T35" fmla="*/ 151 h 158"/>
                <a:gd name="T36" fmla="*/ 175 w 175"/>
                <a:gd name="T37" fmla="*/ 97 h 158"/>
                <a:gd name="T38" fmla="*/ 174 w 175"/>
                <a:gd name="T39" fmla="*/ 92 h 158"/>
                <a:gd name="T40" fmla="*/ 159 w 175"/>
                <a:gd name="T41" fmla="*/ 42 h 158"/>
                <a:gd name="T42" fmla="*/ 148 w 175"/>
                <a:gd name="T43" fmla="*/ 97 h 158"/>
                <a:gd name="T44" fmla="*/ 141 w 175"/>
                <a:gd name="T45" fmla="*/ 104 h 158"/>
                <a:gd name="T46" fmla="*/ 133 w 175"/>
                <a:gd name="T47" fmla="*/ 108 h 158"/>
                <a:gd name="T48" fmla="*/ 127 w 175"/>
                <a:gd name="T49" fmla="*/ 110 h 158"/>
                <a:gd name="T50" fmla="*/ 121 w 175"/>
                <a:gd name="T51" fmla="*/ 111 h 158"/>
                <a:gd name="T52" fmla="*/ 74 w 175"/>
                <a:gd name="T53" fmla="*/ 83 h 158"/>
                <a:gd name="T54" fmla="*/ 74 w 175"/>
                <a:gd name="T55" fmla="*/ 77 h 158"/>
                <a:gd name="T56" fmla="*/ 80 w 175"/>
                <a:gd name="T57" fmla="*/ 67 h 158"/>
                <a:gd name="T58" fmla="*/ 85 w 175"/>
                <a:gd name="T59" fmla="*/ 65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75" h="158">
                  <a:moveTo>
                    <a:pt x="85" y="65"/>
                  </a:moveTo>
                  <a:cubicBezTo>
                    <a:pt x="82" y="70"/>
                    <a:pt x="81" y="77"/>
                    <a:pt x="82" y="83"/>
                  </a:cubicBezTo>
                  <a:cubicBezTo>
                    <a:pt x="83" y="85"/>
                    <a:pt x="83" y="87"/>
                    <a:pt x="84" y="88"/>
                  </a:cubicBezTo>
                  <a:cubicBezTo>
                    <a:pt x="89" y="98"/>
                    <a:pt x="100" y="103"/>
                    <a:pt x="111" y="102"/>
                  </a:cubicBezTo>
                  <a:cubicBezTo>
                    <a:pt x="113" y="102"/>
                    <a:pt x="115" y="102"/>
                    <a:pt x="117" y="101"/>
                  </a:cubicBezTo>
                  <a:cubicBezTo>
                    <a:pt x="121" y="100"/>
                    <a:pt x="125" y="99"/>
                    <a:pt x="129" y="96"/>
                  </a:cubicBezTo>
                  <a:cubicBezTo>
                    <a:pt x="131" y="94"/>
                    <a:pt x="132" y="92"/>
                    <a:pt x="134" y="90"/>
                  </a:cubicBezTo>
                  <a:cubicBezTo>
                    <a:pt x="150" y="71"/>
                    <a:pt x="144" y="41"/>
                    <a:pt x="127" y="24"/>
                  </a:cubicBezTo>
                  <a:cubicBezTo>
                    <a:pt x="126" y="23"/>
                    <a:pt x="124" y="22"/>
                    <a:pt x="122" y="20"/>
                  </a:cubicBezTo>
                  <a:cubicBezTo>
                    <a:pt x="109" y="12"/>
                    <a:pt x="82" y="0"/>
                    <a:pt x="44" y="15"/>
                  </a:cubicBezTo>
                  <a:cubicBezTo>
                    <a:pt x="44" y="15"/>
                    <a:pt x="40" y="17"/>
                    <a:pt x="34" y="20"/>
                  </a:cubicBezTo>
                  <a:cubicBezTo>
                    <a:pt x="32" y="21"/>
                    <a:pt x="30" y="23"/>
                    <a:pt x="28" y="25"/>
                  </a:cubicBezTo>
                  <a:cubicBezTo>
                    <a:pt x="7" y="41"/>
                    <a:pt x="0" y="69"/>
                    <a:pt x="3" y="94"/>
                  </a:cubicBezTo>
                  <a:cubicBezTo>
                    <a:pt x="3" y="94"/>
                    <a:pt x="3" y="95"/>
                    <a:pt x="4" y="97"/>
                  </a:cubicBezTo>
                  <a:cubicBezTo>
                    <a:pt x="6" y="112"/>
                    <a:pt x="15" y="125"/>
                    <a:pt x="26" y="134"/>
                  </a:cubicBezTo>
                  <a:cubicBezTo>
                    <a:pt x="28" y="135"/>
                    <a:pt x="31" y="137"/>
                    <a:pt x="33" y="139"/>
                  </a:cubicBezTo>
                  <a:cubicBezTo>
                    <a:pt x="58" y="155"/>
                    <a:pt x="91" y="158"/>
                    <a:pt x="120" y="152"/>
                  </a:cubicBezTo>
                  <a:cubicBezTo>
                    <a:pt x="122" y="152"/>
                    <a:pt x="125" y="151"/>
                    <a:pt x="128" y="151"/>
                  </a:cubicBezTo>
                  <a:cubicBezTo>
                    <a:pt x="148" y="145"/>
                    <a:pt x="173" y="132"/>
                    <a:pt x="175" y="97"/>
                  </a:cubicBezTo>
                  <a:cubicBezTo>
                    <a:pt x="175" y="97"/>
                    <a:pt x="175" y="95"/>
                    <a:pt x="174" y="92"/>
                  </a:cubicBezTo>
                  <a:cubicBezTo>
                    <a:pt x="173" y="74"/>
                    <a:pt x="167" y="58"/>
                    <a:pt x="159" y="42"/>
                  </a:cubicBezTo>
                  <a:cubicBezTo>
                    <a:pt x="158" y="60"/>
                    <a:pt x="161" y="81"/>
                    <a:pt x="148" y="97"/>
                  </a:cubicBezTo>
                  <a:cubicBezTo>
                    <a:pt x="146" y="99"/>
                    <a:pt x="144" y="102"/>
                    <a:pt x="141" y="104"/>
                  </a:cubicBezTo>
                  <a:cubicBezTo>
                    <a:pt x="139" y="105"/>
                    <a:pt x="136" y="107"/>
                    <a:pt x="133" y="108"/>
                  </a:cubicBezTo>
                  <a:cubicBezTo>
                    <a:pt x="131" y="109"/>
                    <a:pt x="129" y="109"/>
                    <a:pt x="127" y="110"/>
                  </a:cubicBezTo>
                  <a:cubicBezTo>
                    <a:pt x="125" y="110"/>
                    <a:pt x="123" y="110"/>
                    <a:pt x="121" y="111"/>
                  </a:cubicBezTo>
                  <a:cubicBezTo>
                    <a:pt x="101" y="116"/>
                    <a:pt x="78" y="104"/>
                    <a:pt x="74" y="83"/>
                  </a:cubicBezTo>
                  <a:cubicBezTo>
                    <a:pt x="74" y="81"/>
                    <a:pt x="74" y="79"/>
                    <a:pt x="74" y="77"/>
                  </a:cubicBezTo>
                  <a:cubicBezTo>
                    <a:pt x="75" y="73"/>
                    <a:pt x="76" y="70"/>
                    <a:pt x="80" y="67"/>
                  </a:cubicBezTo>
                  <a:cubicBezTo>
                    <a:pt x="82" y="64"/>
                    <a:pt x="85" y="62"/>
                    <a:pt x="85" y="65"/>
                  </a:cubicBezTo>
                  <a:close/>
                </a:path>
              </a:pathLst>
            </a:custGeom>
            <a:solidFill>
              <a:srgbClr val="F203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 name="Freeform 7"/>
            <p:cNvSpPr/>
            <p:nvPr/>
          </p:nvSpPr>
          <p:spPr bwMode="auto">
            <a:xfrm>
              <a:off x="2036" y="1499"/>
              <a:ext cx="550" cy="442"/>
            </a:xfrm>
            <a:custGeom>
              <a:avLst/>
              <a:gdLst>
                <a:gd name="T0" fmla="*/ 5 w 233"/>
                <a:gd name="T1" fmla="*/ 187 h 187"/>
                <a:gd name="T2" fmla="*/ 36 w 233"/>
                <a:gd name="T3" fmla="*/ 130 h 187"/>
                <a:gd name="T4" fmla="*/ 41 w 233"/>
                <a:gd name="T5" fmla="*/ 126 h 187"/>
                <a:gd name="T6" fmla="*/ 59 w 233"/>
                <a:gd name="T7" fmla="*/ 117 h 187"/>
                <a:gd name="T8" fmla="*/ 148 w 233"/>
                <a:gd name="T9" fmla="*/ 132 h 187"/>
                <a:gd name="T10" fmla="*/ 153 w 233"/>
                <a:gd name="T11" fmla="*/ 137 h 187"/>
                <a:gd name="T12" fmla="*/ 174 w 233"/>
                <a:gd name="T13" fmla="*/ 134 h 187"/>
                <a:gd name="T14" fmla="*/ 181 w 233"/>
                <a:gd name="T15" fmla="*/ 129 h 187"/>
                <a:gd name="T16" fmla="*/ 225 w 233"/>
                <a:gd name="T17" fmla="*/ 70 h 187"/>
                <a:gd name="T18" fmla="*/ 206 w 233"/>
                <a:gd name="T19" fmla="*/ 0 h 187"/>
                <a:gd name="T20" fmla="*/ 167 w 233"/>
                <a:gd name="T21" fmla="*/ 8 h 187"/>
                <a:gd name="T22" fmla="*/ 162 w 233"/>
                <a:gd name="T23" fmla="*/ 5 h 187"/>
                <a:gd name="T24" fmla="*/ 162 w 233"/>
                <a:gd name="T25" fmla="*/ 13 h 187"/>
                <a:gd name="T26" fmla="*/ 161 w 233"/>
                <a:gd name="T27" fmla="*/ 20 h 187"/>
                <a:gd name="T28" fmla="*/ 140 w 233"/>
                <a:gd name="T29" fmla="*/ 50 h 187"/>
                <a:gd name="T30" fmla="*/ 66 w 233"/>
                <a:gd name="T31" fmla="*/ 96 h 187"/>
                <a:gd name="T32" fmla="*/ 29 w 233"/>
                <a:gd name="T33" fmla="*/ 122 h 187"/>
                <a:gd name="T34" fmla="*/ 25 w 233"/>
                <a:gd name="T35" fmla="*/ 126 h 187"/>
                <a:gd name="T36" fmla="*/ 4 w 233"/>
                <a:gd name="T37" fmla="*/ 182 h 187"/>
                <a:gd name="T38" fmla="*/ 5 w 233"/>
                <a:gd name="T39" fmla="*/ 187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33" h="187">
                  <a:moveTo>
                    <a:pt x="5" y="187"/>
                  </a:moveTo>
                  <a:cubicBezTo>
                    <a:pt x="9" y="166"/>
                    <a:pt x="19" y="144"/>
                    <a:pt x="36" y="130"/>
                  </a:cubicBezTo>
                  <a:cubicBezTo>
                    <a:pt x="38" y="128"/>
                    <a:pt x="40" y="127"/>
                    <a:pt x="41" y="126"/>
                  </a:cubicBezTo>
                  <a:cubicBezTo>
                    <a:pt x="47" y="122"/>
                    <a:pt x="53" y="119"/>
                    <a:pt x="59" y="117"/>
                  </a:cubicBezTo>
                  <a:cubicBezTo>
                    <a:pt x="59" y="117"/>
                    <a:pt x="110" y="97"/>
                    <a:pt x="148" y="132"/>
                  </a:cubicBezTo>
                  <a:cubicBezTo>
                    <a:pt x="149" y="133"/>
                    <a:pt x="151" y="135"/>
                    <a:pt x="153" y="137"/>
                  </a:cubicBezTo>
                  <a:cubicBezTo>
                    <a:pt x="158" y="148"/>
                    <a:pt x="166" y="136"/>
                    <a:pt x="174" y="134"/>
                  </a:cubicBezTo>
                  <a:cubicBezTo>
                    <a:pt x="176" y="132"/>
                    <a:pt x="178" y="131"/>
                    <a:pt x="181" y="129"/>
                  </a:cubicBezTo>
                  <a:cubicBezTo>
                    <a:pt x="199" y="116"/>
                    <a:pt x="221" y="96"/>
                    <a:pt x="225" y="70"/>
                  </a:cubicBezTo>
                  <a:cubicBezTo>
                    <a:pt x="225" y="70"/>
                    <a:pt x="233" y="18"/>
                    <a:pt x="206" y="0"/>
                  </a:cubicBezTo>
                  <a:cubicBezTo>
                    <a:pt x="206" y="0"/>
                    <a:pt x="185" y="17"/>
                    <a:pt x="167" y="8"/>
                  </a:cubicBezTo>
                  <a:cubicBezTo>
                    <a:pt x="165" y="8"/>
                    <a:pt x="163" y="7"/>
                    <a:pt x="162" y="5"/>
                  </a:cubicBezTo>
                  <a:cubicBezTo>
                    <a:pt x="162" y="5"/>
                    <a:pt x="162" y="8"/>
                    <a:pt x="162" y="13"/>
                  </a:cubicBezTo>
                  <a:cubicBezTo>
                    <a:pt x="162" y="15"/>
                    <a:pt x="162" y="18"/>
                    <a:pt x="161" y="20"/>
                  </a:cubicBezTo>
                  <a:cubicBezTo>
                    <a:pt x="159" y="29"/>
                    <a:pt x="153" y="40"/>
                    <a:pt x="140" y="50"/>
                  </a:cubicBezTo>
                  <a:cubicBezTo>
                    <a:pt x="140" y="50"/>
                    <a:pt x="126" y="65"/>
                    <a:pt x="66" y="96"/>
                  </a:cubicBezTo>
                  <a:cubicBezTo>
                    <a:pt x="66" y="96"/>
                    <a:pt x="46" y="105"/>
                    <a:pt x="29" y="122"/>
                  </a:cubicBezTo>
                  <a:cubicBezTo>
                    <a:pt x="27" y="123"/>
                    <a:pt x="26" y="125"/>
                    <a:pt x="25" y="126"/>
                  </a:cubicBezTo>
                  <a:cubicBezTo>
                    <a:pt x="10" y="141"/>
                    <a:pt x="0" y="161"/>
                    <a:pt x="4" y="182"/>
                  </a:cubicBezTo>
                  <a:cubicBezTo>
                    <a:pt x="4" y="185"/>
                    <a:pt x="4" y="187"/>
                    <a:pt x="5" y="187"/>
                  </a:cubicBezTo>
                  <a:close/>
                </a:path>
              </a:pathLst>
            </a:custGeom>
            <a:solidFill>
              <a:srgbClr val="F203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 name="Freeform 8"/>
            <p:cNvSpPr/>
            <p:nvPr/>
          </p:nvSpPr>
          <p:spPr bwMode="auto">
            <a:xfrm>
              <a:off x="2402" y="1421"/>
              <a:ext cx="132" cy="90"/>
            </a:xfrm>
            <a:custGeom>
              <a:avLst/>
              <a:gdLst>
                <a:gd name="T0" fmla="*/ 28 w 56"/>
                <a:gd name="T1" fmla="*/ 27 h 38"/>
                <a:gd name="T2" fmla="*/ 28 w 56"/>
                <a:gd name="T3" fmla="*/ 22 h 38"/>
                <a:gd name="T4" fmla="*/ 21 w 56"/>
                <a:gd name="T5" fmla="*/ 18 h 38"/>
                <a:gd name="T6" fmla="*/ 14 w 56"/>
                <a:gd name="T7" fmla="*/ 20 h 38"/>
                <a:gd name="T8" fmla="*/ 14 w 56"/>
                <a:gd name="T9" fmla="*/ 35 h 38"/>
                <a:gd name="T10" fmla="*/ 19 w 56"/>
                <a:gd name="T11" fmla="*/ 37 h 38"/>
                <a:gd name="T12" fmla="*/ 28 w 56"/>
                <a:gd name="T13" fmla="*/ 36 h 38"/>
                <a:gd name="T14" fmla="*/ 56 w 56"/>
                <a:gd name="T15" fmla="*/ 0 h 38"/>
                <a:gd name="T16" fmla="*/ 38 w 56"/>
                <a:gd name="T17" fmla="*/ 5 h 38"/>
                <a:gd name="T18" fmla="*/ 29 w 56"/>
                <a:gd name="T19" fmla="*/ 5 h 38"/>
                <a:gd name="T20" fmla="*/ 4 w 56"/>
                <a:gd name="T21" fmla="*/ 11 h 38"/>
                <a:gd name="T22" fmla="*/ 2 w 56"/>
                <a:gd name="T23" fmla="*/ 25 h 38"/>
                <a:gd name="T24" fmla="*/ 30 w 56"/>
                <a:gd name="T25" fmla="*/ 15 h 38"/>
                <a:gd name="T26" fmla="*/ 33 w 56"/>
                <a:gd name="T27" fmla="*/ 22 h 38"/>
                <a:gd name="T28" fmla="*/ 28 w 56"/>
                <a:gd name="T29" fmla="*/ 27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6" h="38">
                  <a:moveTo>
                    <a:pt x="28" y="27"/>
                  </a:moveTo>
                  <a:cubicBezTo>
                    <a:pt x="28" y="27"/>
                    <a:pt x="29" y="25"/>
                    <a:pt x="28" y="22"/>
                  </a:cubicBezTo>
                  <a:cubicBezTo>
                    <a:pt x="28" y="20"/>
                    <a:pt x="26" y="18"/>
                    <a:pt x="21" y="18"/>
                  </a:cubicBezTo>
                  <a:cubicBezTo>
                    <a:pt x="18" y="18"/>
                    <a:pt x="16" y="18"/>
                    <a:pt x="14" y="20"/>
                  </a:cubicBezTo>
                  <a:cubicBezTo>
                    <a:pt x="9" y="23"/>
                    <a:pt x="10" y="30"/>
                    <a:pt x="14" y="35"/>
                  </a:cubicBezTo>
                  <a:cubicBezTo>
                    <a:pt x="15" y="36"/>
                    <a:pt x="17" y="37"/>
                    <a:pt x="19" y="37"/>
                  </a:cubicBezTo>
                  <a:cubicBezTo>
                    <a:pt x="21" y="38"/>
                    <a:pt x="24" y="38"/>
                    <a:pt x="28" y="36"/>
                  </a:cubicBezTo>
                  <a:cubicBezTo>
                    <a:pt x="28" y="36"/>
                    <a:pt x="56" y="34"/>
                    <a:pt x="56" y="0"/>
                  </a:cubicBezTo>
                  <a:cubicBezTo>
                    <a:pt x="56" y="0"/>
                    <a:pt x="49" y="6"/>
                    <a:pt x="38" y="5"/>
                  </a:cubicBezTo>
                  <a:cubicBezTo>
                    <a:pt x="38" y="5"/>
                    <a:pt x="34" y="5"/>
                    <a:pt x="29" y="5"/>
                  </a:cubicBezTo>
                  <a:cubicBezTo>
                    <a:pt x="20" y="6"/>
                    <a:pt x="12" y="7"/>
                    <a:pt x="4" y="11"/>
                  </a:cubicBezTo>
                  <a:cubicBezTo>
                    <a:pt x="0" y="14"/>
                    <a:pt x="0" y="20"/>
                    <a:pt x="2" y="25"/>
                  </a:cubicBezTo>
                  <a:cubicBezTo>
                    <a:pt x="10" y="20"/>
                    <a:pt x="19" y="7"/>
                    <a:pt x="30" y="15"/>
                  </a:cubicBezTo>
                  <a:cubicBezTo>
                    <a:pt x="30" y="15"/>
                    <a:pt x="34" y="18"/>
                    <a:pt x="33" y="22"/>
                  </a:cubicBezTo>
                  <a:cubicBezTo>
                    <a:pt x="33" y="22"/>
                    <a:pt x="30" y="30"/>
                    <a:pt x="28" y="27"/>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 name="Freeform 9"/>
            <p:cNvSpPr/>
            <p:nvPr/>
          </p:nvSpPr>
          <p:spPr bwMode="auto">
            <a:xfrm>
              <a:off x="2451" y="1483"/>
              <a:ext cx="744" cy="682"/>
            </a:xfrm>
            <a:custGeom>
              <a:avLst/>
              <a:gdLst>
                <a:gd name="T0" fmla="*/ 60 w 315"/>
                <a:gd name="T1" fmla="*/ 37 h 289"/>
                <a:gd name="T2" fmla="*/ 56 w 315"/>
                <a:gd name="T3" fmla="*/ 108 h 289"/>
                <a:gd name="T4" fmla="*/ 30 w 315"/>
                <a:gd name="T5" fmla="*/ 139 h 289"/>
                <a:gd name="T6" fmla="*/ 25 w 315"/>
                <a:gd name="T7" fmla="*/ 143 h 289"/>
                <a:gd name="T8" fmla="*/ 32 w 315"/>
                <a:gd name="T9" fmla="*/ 212 h 289"/>
                <a:gd name="T10" fmla="*/ 37 w 315"/>
                <a:gd name="T11" fmla="*/ 219 h 289"/>
                <a:gd name="T12" fmla="*/ 52 w 315"/>
                <a:gd name="T13" fmla="*/ 237 h 289"/>
                <a:gd name="T14" fmla="*/ 178 w 315"/>
                <a:gd name="T15" fmla="*/ 275 h 289"/>
                <a:gd name="T16" fmla="*/ 282 w 315"/>
                <a:gd name="T17" fmla="*/ 183 h 289"/>
                <a:gd name="T18" fmla="*/ 236 w 315"/>
                <a:gd name="T19" fmla="*/ 32 h 289"/>
                <a:gd name="T20" fmla="*/ 151 w 315"/>
                <a:gd name="T21" fmla="*/ 3 h 289"/>
                <a:gd name="T22" fmla="*/ 60 w 315"/>
                <a:gd name="T23" fmla="*/ 37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5" h="289">
                  <a:moveTo>
                    <a:pt x="60" y="37"/>
                  </a:moveTo>
                  <a:cubicBezTo>
                    <a:pt x="60" y="37"/>
                    <a:pt x="79" y="76"/>
                    <a:pt x="56" y="108"/>
                  </a:cubicBezTo>
                  <a:cubicBezTo>
                    <a:pt x="56" y="108"/>
                    <a:pt x="50" y="122"/>
                    <a:pt x="30" y="139"/>
                  </a:cubicBezTo>
                  <a:cubicBezTo>
                    <a:pt x="28" y="140"/>
                    <a:pt x="26" y="141"/>
                    <a:pt x="25" y="143"/>
                  </a:cubicBezTo>
                  <a:cubicBezTo>
                    <a:pt x="0" y="157"/>
                    <a:pt x="22" y="192"/>
                    <a:pt x="32" y="212"/>
                  </a:cubicBezTo>
                  <a:cubicBezTo>
                    <a:pt x="34" y="215"/>
                    <a:pt x="35" y="217"/>
                    <a:pt x="37" y="219"/>
                  </a:cubicBezTo>
                  <a:cubicBezTo>
                    <a:pt x="41" y="225"/>
                    <a:pt x="46" y="231"/>
                    <a:pt x="52" y="237"/>
                  </a:cubicBezTo>
                  <a:cubicBezTo>
                    <a:pt x="52" y="237"/>
                    <a:pt x="93" y="289"/>
                    <a:pt x="178" y="275"/>
                  </a:cubicBezTo>
                  <a:cubicBezTo>
                    <a:pt x="178" y="275"/>
                    <a:pt x="261" y="261"/>
                    <a:pt x="282" y="183"/>
                  </a:cubicBezTo>
                  <a:cubicBezTo>
                    <a:pt x="282" y="183"/>
                    <a:pt x="315" y="92"/>
                    <a:pt x="236" y="32"/>
                  </a:cubicBezTo>
                  <a:cubicBezTo>
                    <a:pt x="236" y="32"/>
                    <a:pt x="206" y="5"/>
                    <a:pt x="151" y="3"/>
                  </a:cubicBezTo>
                  <a:cubicBezTo>
                    <a:pt x="151" y="3"/>
                    <a:pt x="105" y="0"/>
                    <a:pt x="60" y="37"/>
                  </a:cubicBezTo>
                  <a:close/>
                </a:path>
              </a:pathLst>
            </a:custGeom>
            <a:solidFill>
              <a:srgbClr val="F203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 name="Freeform 10"/>
            <p:cNvSpPr/>
            <p:nvPr/>
          </p:nvSpPr>
          <p:spPr bwMode="auto">
            <a:xfrm>
              <a:off x="2647" y="1627"/>
              <a:ext cx="317" cy="338"/>
            </a:xfrm>
            <a:custGeom>
              <a:avLst/>
              <a:gdLst>
                <a:gd name="T0" fmla="*/ 1 w 134"/>
                <a:gd name="T1" fmla="*/ 63 h 143"/>
                <a:gd name="T2" fmla="*/ 6 w 134"/>
                <a:gd name="T3" fmla="*/ 94 h 143"/>
                <a:gd name="T4" fmla="*/ 9 w 134"/>
                <a:gd name="T5" fmla="*/ 101 h 143"/>
                <a:gd name="T6" fmla="*/ 105 w 134"/>
                <a:gd name="T7" fmla="*/ 122 h 143"/>
                <a:gd name="T8" fmla="*/ 112 w 134"/>
                <a:gd name="T9" fmla="*/ 117 h 143"/>
                <a:gd name="T10" fmla="*/ 123 w 134"/>
                <a:gd name="T11" fmla="*/ 103 h 143"/>
                <a:gd name="T12" fmla="*/ 128 w 134"/>
                <a:gd name="T13" fmla="*/ 96 h 143"/>
                <a:gd name="T14" fmla="*/ 133 w 134"/>
                <a:gd name="T15" fmla="*/ 79 h 143"/>
                <a:gd name="T16" fmla="*/ 134 w 134"/>
                <a:gd name="T17" fmla="*/ 70 h 143"/>
                <a:gd name="T18" fmla="*/ 134 w 134"/>
                <a:gd name="T19" fmla="*/ 60 h 143"/>
                <a:gd name="T20" fmla="*/ 126 w 134"/>
                <a:gd name="T21" fmla="*/ 34 h 143"/>
                <a:gd name="T22" fmla="*/ 121 w 134"/>
                <a:gd name="T23" fmla="*/ 26 h 143"/>
                <a:gd name="T24" fmla="*/ 86 w 134"/>
                <a:gd name="T25" fmla="*/ 2 h 143"/>
                <a:gd name="T26" fmla="*/ 77 w 134"/>
                <a:gd name="T27" fmla="*/ 0 h 143"/>
                <a:gd name="T28" fmla="*/ 68 w 134"/>
                <a:gd name="T29" fmla="*/ 0 h 143"/>
                <a:gd name="T30" fmla="*/ 60 w 134"/>
                <a:gd name="T31" fmla="*/ 0 h 143"/>
                <a:gd name="T32" fmla="*/ 51 w 134"/>
                <a:gd name="T33" fmla="*/ 1 h 143"/>
                <a:gd name="T34" fmla="*/ 35 w 134"/>
                <a:gd name="T35" fmla="*/ 7 h 143"/>
                <a:gd name="T36" fmla="*/ 21 w 134"/>
                <a:gd name="T37" fmla="*/ 16 h 143"/>
                <a:gd name="T38" fmla="*/ 11 w 134"/>
                <a:gd name="T39" fmla="*/ 29 h 143"/>
                <a:gd name="T40" fmla="*/ 7 w 134"/>
                <a:gd name="T41" fmla="*/ 36 h 143"/>
                <a:gd name="T42" fmla="*/ 4 w 134"/>
                <a:gd name="T43" fmla="*/ 44 h 143"/>
                <a:gd name="T44" fmla="*/ 2 w 134"/>
                <a:gd name="T45" fmla="*/ 52 h 143"/>
                <a:gd name="T46" fmla="*/ 1 w 134"/>
                <a:gd name="T47" fmla="*/ 63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34" h="143">
                  <a:moveTo>
                    <a:pt x="1" y="63"/>
                  </a:moveTo>
                  <a:cubicBezTo>
                    <a:pt x="0" y="73"/>
                    <a:pt x="2" y="84"/>
                    <a:pt x="6" y="94"/>
                  </a:cubicBezTo>
                  <a:cubicBezTo>
                    <a:pt x="7" y="96"/>
                    <a:pt x="8" y="99"/>
                    <a:pt x="9" y="101"/>
                  </a:cubicBezTo>
                  <a:cubicBezTo>
                    <a:pt x="26" y="136"/>
                    <a:pt x="74" y="143"/>
                    <a:pt x="105" y="122"/>
                  </a:cubicBezTo>
                  <a:cubicBezTo>
                    <a:pt x="107" y="120"/>
                    <a:pt x="109" y="119"/>
                    <a:pt x="112" y="117"/>
                  </a:cubicBezTo>
                  <a:cubicBezTo>
                    <a:pt x="116" y="113"/>
                    <a:pt x="120" y="108"/>
                    <a:pt x="123" y="103"/>
                  </a:cubicBezTo>
                  <a:cubicBezTo>
                    <a:pt x="125" y="101"/>
                    <a:pt x="126" y="98"/>
                    <a:pt x="128" y="96"/>
                  </a:cubicBezTo>
                  <a:cubicBezTo>
                    <a:pt x="130" y="91"/>
                    <a:pt x="132" y="85"/>
                    <a:pt x="133" y="79"/>
                  </a:cubicBezTo>
                  <a:cubicBezTo>
                    <a:pt x="134" y="76"/>
                    <a:pt x="134" y="73"/>
                    <a:pt x="134" y="70"/>
                  </a:cubicBezTo>
                  <a:cubicBezTo>
                    <a:pt x="134" y="66"/>
                    <a:pt x="134" y="63"/>
                    <a:pt x="134" y="60"/>
                  </a:cubicBezTo>
                  <a:cubicBezTo>
                    <a:pt x="133" y="51"/>
                    <a:pt x="130" y="42"/>
                    <a:pt x="126" y="34"/>
                  </a:cubicBezTo>
                  <a:cubicBezTo>
                    <a:pt x="124" y="31"/>
                    <a:pt x="123" y="29"/>
                    <a:pt x="121" y="26"/>
                  </a:cubicBezTo>
                  <a:cubicBezTo>
                    <a:pt x="113" y="15"/>
                    <a:pt x="100" y="6"/>
                    <a:pt x="86" y="2"/>
                  </a:cubicBezTo>
                  <a:cubicBezTo>
                    <a:pt x="83" y="1"/>
                    <a:pt x="80" y="1"/>
                    <a:pt x="77" y="0"/>
                  </a:cubicBezTo>
                  <a:cubicBezTo>
                    <a:pt x="74" y="0"/>
                    <a:pt x="71" y="0"/>
                    <a:pt x="68" y="0"/>
                  </a:cubicBezTo>
                  <a:cubicBezTo>
                    <a:pt x="65" y="0"/>
                    <a:pt x="62" y="0"/>
                    <a:pt x="60" y="0"/>
                  </a:cubicBezTo>
                  <a:cubicBezTo>
                    <a:pt x="57" y="0"/>
                    <a:pt x="54" y="1"/>
                    <a:pt x="51" y="1"/>
                  </a:cubicBezTo>
                  <a:cubicBezTo>
                    <a:pt x="45" y="2"/>
                    <a:pt x="40" y="4"/>
                    <a:pt x="35" y="7"/>
                  </a:cubicBezTo>
                  <a:cubicBezTo>
                    <a:pt x="30" y="9"/>
                    <a:pt x="25" y="12"/>
                    <a:pt x="21" y="16"/>
                  </a:cubicBezTo>
                  <a:cubicBezTo>
                    <a:pt x="17" y="20"/>
                    <a:pt x="14" y="24"/>
                    <a:pt x="11" y="29"/>
                  </a:cubicBezTo>
                  <a:cubicBezTo>
                    <a:pt x="10" y="31"/>
                    <a:pt x="9" y="33"/>
                    <a:pt x="7" y="36"/>
                  </a:cubicBezTo>
                  <a:cubicBezTo>
                    <a:pt x="6" y="38"/>
                    <a:pt x="5" y="41"/>
                    <a:pt x="4" y="44"/>
                  </a:cubicBezTo>
                  <a:cubicBezTo>
                    <a:pt x="3" y="46"/>
                    <a:pt x="3" y="49"/>
                    <a:pt x="2" y="52"/>
                  </a:cubicBezTo>
                  <a:cubicBezTo>
                    <a:pt x="2" y="55"/>
                    <a:pt x="1" y="59"/>
                    <a:pt x="1" y="6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 name="Freeform 11"/>
            <p:cNvSpPr/>
            <p:nvPr/>
          </p:nvSpPr>
          <p:spPr bwMode="auto">
            <a:xfrm>
              <a:off x="2947" y="1462"/>
              <a:ext cx="449" cy="734"/>
            </a:xfrm>
            <a:custGeom>
              <a:avLst/>
              <a:gdLst>
                <a:gd name="T0" fmla="*/ 0 w 190"/>
                <a:gd name="T1" fmla="*/ 12 h 311"/>
                <a:gd name="T2" fmla="*/ 34 w 190"/>
                <a:gd name="T3" fmla="*/ 29 h 311"/>
                <a:gd name="T4" fmla="*/ 42 w 190"/>
                <a:gd name="T5" fmla="*/ 35 h 311"/>
                <a:gd name="T6" fmla="*/ 63 w 190"/>
                <a:gd name="T7" fmla="*/ 53 h 311"/>
                <a:gd name="T8" fmla="*/ 67 w 190"/>
                <a:gd name="T9" fmla="*/ 57 h 311"/>
                <a:gd name="T10" fmla="*/ 102 w 190"/>
                <a:gd name="T11" fmla="*/ 144 h 311"/>
                <a:gd name="T12" fmla="*/ 5 w 190"/>
                <a:gd name="T13" fmla="*/ 284 h 311"/>
                <a:gd name="T14" fmla="*/ 140 w 190"/>
                <a:gd name="T15" fmla="*/ 249 h 311"/>
                <a:gd name="T16" fmla="*/ 182 w 190"/>
                <a:gd name="T17" fmla="*/ 128 h 311"/>
                <a:gd name="T18" fmla="*/ 132 w 190"/>
                <a:gd name="T19" fmla="*/ 40 h 311"/>
                <a:gd name="T20" fmla="*/ 127 w 190"/>
                <a:gd name="T21" fmla="*/ 36 h 311"/>
                <a:gd name="T22" fmla="*/ 31 w 190"/>
                <a:gd name="T23" fmla="*/ 5 h 311"/>
                <a:gd name="T24" fmla="*/ 24 w 190"/>
                <a:gd name="T25" fmla="*/ 6 h 311"/>
                <a:gd name="T26" fmla="*/ 0 w 190"/>
                <a:gd name="T27" fmla="*/ 12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0" h="311">
                  <a:moveTo>
                    <a:pt x="0" y="12"/>
                  </a:moveTo>
                  <a:cubicBezTo>
                    <a:pt x="0" y="12"/>
                    <a:pt x="15" y="17"/>
                    <a:pt x="34" y="29"/>
                  </a:cubicBezTo>
                  <a:cubicBezTo>
                    <a:pt x="36" y="31"/>
                    <a:pt x="39" y="33"/>
                    <a:pt x="42" y="35"/>
                  </a:cubicBezTo>
                  <a:cubicBezTo>
                    <a:pt x="48" y="41"/>
                    <a:pt x="57" y="45"/>
                    <a:pt x="63" y="53"/>
                  </a:cubicBezTo>
                  <a:cubicBezTo>
                    <a:pt x="64" y="54"/>
                    <a:pt x="66" y="56"/>
                    <a:pt x="67" y="57"/>
                  </a:cubicBezTo>
                  <a:cubicBezTo>
                    <a:pt x="86" y="78"/>
                    <a:pt x="102" y="106"/>
                    <a:pt x="102" y="144"/>
                  </a:cubicBezTo>
                  <a:cubicBezTo>
                    <a:pt x="102" y="144"/>
                    <a:pt x="115" y="239"/>
                    <a:pt x="5" y="284"/>
                  </a:cubicBezTo>
                  <a:cubicBezTo>
                    <a:pt x="5" y="284"/>
                    <a:pt x="68" y="311"/>
                    <a:pt x="140" y="249"/>
                  </a:cubicBezTo>
                  <a:cubicBezTo>
                    <a:pt x="140" y="249"/>
                    <a:pt x="190" y="202"/>
                    <a:pt x="182" y="128"/>
                  </a:cubicBezTo>
                  <a:cubicBezTo>
                    <a:pt x="182" y="128"/>
                    <a:pt x="175" y="77"/>
                    <a:pt x="132" y="40"/>
                  </a:cubicBezTo>
                  <a:cubicBezTo>
                    <a:pt x="130" y="39"/>
                    <a:pt x="129" y="38"/>
                    <a:pt x="127" y="36"/>
                  </a:cubicBezTo>
                  <a:cubicBezTo>
                    <a:pt x="101" y="15"/>
                    <a:pt x="66" y="0"/>
                    <a:pt x="31" y="5"/>
                  </a:cubicBezTo>
                  <a:cubicBezTo>
                    <a:pt x="29" y="5"/>
                    <a:pt x="27" y="6"/>
                    <a:pt x="24" y="6"/>
                  </a:cubicBezTo>
                  <a:cubicBezTo>
                    <a:pt x="17" y="7"/>
                    <a:pt x="9" y="9"/>
                    <a:pt x="0" y="12"/>
                  </a:cubicBezTo>
                  <a:close/>
                </a:path>
              </a:pathLst>
            </a:custGeom>
            <a:solidFill>
              <a:srgbClr val="F203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 name="Freeform 12"/>
            <p:cNvSpPr/>
            <p:nvPr/>
          </p:nvSpPr>
          <p:spPr bwMode="auto">
            <a:xfrm>
              <a:off x="1988" y="1587"/>
              <a:ext cx="187" cy="184"/>
            </a:xfrm>
            <a:custGeom>
              <a:avLst/>
              <a:gdLst>
                <a:gd name="T0" fmla="*/ 15 w 79"/>
                <a:gd name="T1" fmla="*/ 17 h 78"/>
                <a:gd name="T2" fmla="*/ 34 w 79"/>
                <a:gd name="T3" fmla="*/ 14 h 78"/>
                <a:gd name="T4" fmla="*/ 13 w 79"/>
                <a:gd name="T5" fmla="*/ 37 h 78"/>
                <a:gd name="T6" fmla="*/ 11 w 79"/>
                <a:gd name="T7" fmla="*/ 40 h 78"/>
                <a:gd name="T8" fmla="*/ 18 w 79"/>
                <a:gd name="T9" fmla="*/ 62 h 78"/>
                <a:gd name="T10" fmla="*/ 24 w 79"/>
                <a:gd name="T11" fmla="*/ 31 h 78"/>
                <a:gd name="T12" fmla="*/ 47 w 79"/>
                <a:gd name="T13" fmla="*/ 11 h 78"/>
                <a:gd name="T14" fmla="*/ 75 w 79"/>
                <a:gd name="T15" fmla="*/ 0 h 78"/>
                <a:gd name="T16" fmla="*/ 55 w 79"/>
                <a:gd name="T17" fmla="*/ 23 h 78"/>
                <a:gd name="T18" fmla="*/ 22 w 79"/>
                <a:gd name="T19" fmla="*/ 55 h 78"/>
                <a:gd name="T20" fmla="*/ 33 w 79"/>
                <a:gd name="T21" fmla="*/ 52 h 78"/>
                <a:gd name="T22" fmla="*/ 34 w 79"/>
                <a:gd name="T23" fmla="*/ 67 h 78"/>
                <a:gd name="T24" fmla="*/ 9 w 79"/>
                <a:gd name="T25" fmla="*/ 70 h 78"/>
                <a:gd name="T26" fmla="*/ 0 w 79"/>
                <a:gd name="T27" fmla="*/ 51 h 78"/>
                <a:gd name="T28" fmla="*/ 2 w 79"/>
                <a:gd name="T29" fmla="*/ 40 h 78"/>
                <a:gd name="T30" fmla="*/ 4 w 79"/>
                <a:gd name="T31" fmla="*/ 33 h 78"/>
                <a:gd name="T32" fmla="*/ 8 w 79"/>
                <a:gd name="T33" fmla="*/ 25 h 78"/>
                <a:gd name="T34" fmla="*/ 15 w 79"/>
                <a:gd name="T35" fmla="*/ 17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9" h="78">
                  <a:moveTo>
                    <a:pt x="15" y="17"/>
                  </a:moveTo>
                  <a:cubicBezTo>
                    <a:pt x="22" y="16"/>
                    <a:pt x="28" y="16"/>
                    <a:pt x="34" y="14"/>
                  </a:cubicBezTo>
                  <a:cubicBezTo>
                    <a:pt x="25" y="20"/>
                    <a:pt x="17" y="28"/>
                    <a:pt x="13" y="37"/>
                  </a:cubicBezTo>
                  <a:cubicBezTo>
                    <a:pt x="13" y="37"/>
                    <a:pt x="12" y="38"/>
                    <a:pt x="11" y="40"/>
                  </a:cubicBezTo>
                  <a:cubicBezTo>
                    <a:pt x="9" y="46"/>
                    <a:pt x="6" y="59"/>
                    <a:pt x="18" y="62"/>
                  </a:cubicBezTo>
                  <a:cubicBezTo>
                    <a:pt x="18" y="62"/>
                    <a:pt x="6" y="47"/>
                    <a:pt x="24" y="31"/>
                  </a:cubicBezTo>
                  <a:cubicBezTo>
                    <a:pt x="47" y="11"/>
                    <a:pt x="47" y="11"/>
                    <a:pt x="47" y="11"/>
                  </a:cubicBezTo>
                  <a:cubicBezTo>
                    <a:pt x="47" y="11"/>
                    <a:pt x="67" y="4"/>
                    <a:pt x="75" y="0"/>
                  </a:cubicBezTo>
                  <a:cubicBezTo>
                    <a:pt x="75" y="0"/>
                    <a:pt x="79" y="3"/>
                    <a:pt x="55" y="23"/>
                  </a:cubicBezTo>
                  <a:cubicBezTo>
                    <a:pt x="55" y="23"/>
                    <a:pt x="18" y="44"/>
                    <a:pt x="22" y="55"/>
                  </a:cubicBezTo>
                  <a:cubicBezTo>
                    <a:pt x="22" y="55"/>
                    <a:pt x="26" y="64"/>
                    <a:pt x="33" y="52"/>
                  </a:cubicBezTo>
                  <a:cubicBezTo>
                    <a:pt x="34" y="67"/>
                    <a:pt x="34" y="67"/>
                    <a:pt x="34" y="67"/>
                  </a:cubicBezTo>
                  <a:cubicBezTo>
                    <a:pt x="34" y="67"/>
                    <a:pt x="26" y="78"/>
                    <a:pt x="9" y="70"/>
                  </a:cubicBezTo>
                  <a:cubicBezTo>
                    <a:pt x="9" y="70"/>
                    <a:pt x="0" y="65"/>
                    <a:pt x="0" y="51"/>
                  </a:cubicBezTo>
                  <a:cubicBezTo>
                    <a:pt x="0" y="51"/>
                    <a:pt x="0" y="46"/>
                    <a:pt x="2" y="40"/>
                  </a:cubicBezTo>
                  <a:cubicBezTo>
                    <a:pt x="2" y="38"/>
                    <a:pt x="3" y="35"/>
                    <a:pt x="4" y="33"/>
                  </a:cubicBezTo>
                  <a:cubicBezTo>
                    <a:pt x="5" y="30"/>
                    <a:pt x="7" y="28"/>
                    <a:pt x="8" y="25"/>
                  </a:cubicBezTo>
                  <a:cubicBezTo>
                    <a:pt x="10" y="22"/>
                    <a:pt x="12" y="19"/>
                    <a:pt x="15" y="17"/>
                  </a:cubicBezTo>
                  <a:close/>
                </a:path>
              </a:pathLst>
            </a:custGeom>
            <a:solidFill>
              <a:srgbClr val="F203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 name="Freeform 13"/>
            <p:cNvSpPr/>
            <p:nvPr/>
          </p:nvSpPr>
          <p:spPr bwMode="auto">
            <a:xfrm>
              <a:off x="1934" y="1310"/>
              <a:ext cx="472" cy="314"/>
            </a:xfrm>
            <a:custGeom>
              <a:avLst/>
              <a:gdLst>
                <a:gd name="T0" fmla="*/ 16 w 200"/>
                <a:gd name="T1" fmla="*/ 109 h 133"/>
                <a:gd name="T2" fmla="*/ 23 w 200"/>
                <a:gd name="T3" fmla="*/ 113 h 133"/>
                <a:gd name="T4" fmla="*/ 25 w 200"/>
                <a:gd name="T5" fmla="*/ 101 h 133"/>
                <a:gd name="T6" fmla="*/ 9 w 200"/>
                <a:gd name="T7" fmla="*/ 100 h 133"/>
                <a:gd name="T8" fmla="*/ 13 w 200"/>
                <a:gd name="T9" fmla="*/ 128 h 133"/>
                <a:gd name="T10" fmla="*/ 65 w 200"/>
                <a:gd name="T11" fmla="*/ 124 h 133"/>
                <a:gd name="T12" fmla="*/ 74 w 200"/>
                <a:gd name="T13" fmla="*/ 121 h 133"/>
                <a:gd name="T14" fmla="*/ 95 w 200"/>
                <a:gd name="T15" fmla="*/ 114 h 133"/>
                <a:gd name="T16" fmla="*/ 105 w 200"/>
                <a:gd name="T17" fmla="*/ 112 h 133"/>
                <a:gd name="T18" fmla="*/ 127 w 200"/>
                <a:gd name="T19" fmla="*/ 110 h 133"/>
                <a:gd name="T20" fmla="*/ 126 w 200"/>
                <a:gd name="T21" fmla="*/ 104 h 133"/>
                <a:gd name="T22" fmla="*/ 127 w 200"/>
                <a:gd name="T23" fmla="*/ 99 h 133"/>
                <a:gd name="T24" fmla="*/ 146 w 200"/>
                <a:gd name="T25" fmla="*/ 79 h 133"/>
                <a:gd name="T26" fmla="*/ 153 w 200"/>
                <a:gd name="T27" fmla="*/ 78 h 133"/>
                <a:gd name="T28" fmla="*/ 174 w 200"/>
                <a:gd name="T29" fmla="*/ 89 h 133"/>
                <a:gd name="T30" fmla="*/ 153 w 200"/>
                <a:gd name="T31" fmla="*/ 82 h 133"/>
                <a:gd name="T32" fmla="*/ 146 w 200"/>
                <a:gd name="T33" fmla="*/ 85 h 133"/>
                <a:gd name="T34" fmla="*/ 136 w 200"/>
                <a:gd name="T35" fmla="*/ 96 h 133"/>
                <a:gd name="T36" fmla="*/ 144 w 200"/>
                <a:gd name="T37" fmla="*/ 122 h 133"/>
                <a:gd name="T38" fmla="*/ 162 w 200"/>
                <a:gd name="T39" fmla="*/ 126 h 133"/>
                <a:gd name="T40" fmla="*/ 168 w 200"/>
                <a:gd name="T41" fmla="*/ 126 h 133"/>
                <a:gd name="T42" fmla="*/ 195 w 200"/>
                <a:gd name="T43" fmla="*/ 103 h 133"/>
                <a:gd name="T44" fmla="*/ 197 w 200"/>
                <a:gd name="T45" fmla="*/ 96 h 133"/>
                <a:gd name="T46" fmla="*/ 198 w 200"/>
                <a:gd name="T47" fmla="*/ 90 h 133"/>
                <a:gd name="T48" fmla="*/ 180 w 200"/>
                <a:gd name="T49" fmla="*/ 59 h 133"/>
                <a:gd name="T50" fmla="*/ 158 w 200"/>
                <a:gd name="T51" fmla="*/ 17 h 133"/>
                <a:gd name="T52" fmla="*/ 158 w 200"/>
                <a:gd name="T53" fmla="*/ 11 h 133"/>
                <a:gd name="T54" fmla="*/ 154 w 200"/>
                <a:gd name="T55" fmla="*/ 6 h 133"/>
                <a:gd name="T56" fmla="*/ 112 w 200"/>
                <a:gd name="T57" fmla="*/ 21 h 133"/>
                <a:gd name="T58" fmla="*/ 106 w 200"/>
                <a:gd name="T59" fmla="*/ 26 h 133"/>
                <a:gd name="T60" fmla="*/ 101 w 200"/>
                <a:gd name="T61" fmla="*/ 32 h 133"/>
                <a:gd name="T62" fmla="*/ 109 w 200"/>
                <a:gd name="T63" fmla="*/ 31 h 133"/>
                <a:gd name="T64" fmla="*/ 117 w 200"/>
                <a:gd name="T65" fmla="*/ 33 h 133"/>
                <a:gd name="T66" fmla="*/ 128 w 200"/>
                <a:gd name="T67" fmla="*/ 42 h 133"/>
                <a:gd name="T68" fmla="*/ 130 w 200"/>
                <a:gd name="T69" fmla="*/ 48 h 133"/>
                <a:gd name="T70" fmla="*/ 125 w 200"/>
                <a:gd name="T71" fmla="*/ 66 h 133"/>
                <a:gd name="T72" fmla="*/ 98 w 200"/>
                <a:gd name="T73" fmla="*/ 69 h 133"/>
                <a:gd name="T74" fmla="*/ 98 w 200"/>
                <a:gd name="T75" fmla="*/ 47 h 133"/>
                <a:gd name="T76" fmla="*/ 108 w 200"/>
                <a:gd name="T77" fmla="*/ 45 h 133"/>
                <a:gd name="T78" fmla="*/ 115 w 200"/>
                <a:gd name="T79" fmla="*/ 53 h 133"/>
                <a:gd name="T80" fmla="*/ 100 w 200"/>
                <a:gd name="T81" fmla="*/ 51 h 133"/>
                <a:gd name="T82" fmla="*/ 102 w 200"/>
                <a:gd name="T83" fmla="*/ 66 h 133"/>
                <a:gd name="T84" fmla="*/ 123 w 200"/>
                <a:gd name="T85" fmla="*/ 54 h 133"/>
                <a:gd name="T86" fmla="*/ 119 w 200"/>
                <a:gd name="T87" fmla="*/ 40 h 133"/>
                <a:gd name="T88" fmla="*/ 66 w 200"/>
                <a:gd name="T89" fmla="*/ 66 h 133"/>
                <a:gd name="T90" fmla="*/ 58 w 200"/>
                <a:gd name="T91" fmla="*/ 72 h 133"/>
                <a:gd name="T92" fmla="*/ 52 w 200"/>
                <a:gd name="T93" fmla="*/ 76 h 133"/>
                <a:gd name="T94" fmla="*/ 21 w 200"/>
                <a:gd name="T95" fmla="*/ 95 h 133"/>
                <a:gd name="T96" fmla="*/ 29 w 200"/>
                <a:gd name="T97" fmla="*/ 113 h 133"/>
                <a:gd name="T98" fmla="*/ 17 w 200"/>
                <a:gd name="T99" fmla="*/ 116 h 133"/>
                <a:gd name="T100" fmla="*/ 16 w 200"/>
                <a:gd name="T101" fmla="*/ 109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00" h="133">
                  <a:moveTo>
                    <a:pt x="16" y="109"/>
                  </a:moveTo>
                  <a:cubicBezTo>
                    <a:pt x="17" y="112"/>
                    <a:pt x="19" y="114"/>
                    <a:pt x="23" y="113"/>
                  </a:cubicBezTo>
                  <a:cubicBezTo>
                    <a:pt x="28" y="111"/>
                    <a:pt x="28" y="105"/>
                    <a:pt x="25" y="101"/>
                  </a:cubicBezTo>
                  <a:cubicBezTo>
                    <a:pt x="21" y="98"/>
                    <a:pt x="15" y="98"/>
                    <a:pt x="9" y="100"/>
                  </a:cubicBezTo>
                  <a:cubicBezTo>
                    <a:pt x="0" y="107"/>
                    <a:pt x="2" y="125"/>
                    <a:pt x="13" y="128"/>
                  </a:cubicBezTo>
                  <a:cubicBezTo>
                    <a:pt x="30" y="133"/>
                    <a:pt x="49" y="130"/>
                    <a:pt x="65" y="124"/>
                  </a:cubicBezTo>
                  <a:cubicBezTo>
                    <a:pt x="65" y="124"/>
                    <a:pt x="69" y="122"/>
                    <a:pt x="74" y="121"/>
                  </a:cubicBezTo>
                  <a:cubicBezTo>
                    <a:pt x="79" y="119"/>
                    <a:pt x="87" y="116"/>
                    <a:pt x="95" y="114"/>
                  </a:cubicBezTo>
                  <a:cubicBezTo>
                    <a:pt x="98" y="114"/>
                    <a:pt x="102" y="113"/>
                    <a:pt x="105" y="112"/>
                  </a:cubicBezTo>
                  <a:cubicBezTo>
                    <a:pt x="113" y="112"/>
                    <a:pt x="120" y="109"/>
                    <a:pt x="127" y="110"/>
                  </a:cubicBezTo>
                  <a:cubicBezTo>
                    <a:pt x="127" y="108"/>
                    <a:pt x="126" y="106"/>
                    <a:pt x="126" y="104"/>
                  </a:cubicBezTo>
                  <a:cubicBezTo>
                    <a:pt x="126" y="102"/>
                    <a:pt x="126" y="101"/>
                    <a:pt x="127" y="99"/>
                  </a:cubicBezTo>
                  <a:cubicBezTo>
                    <a:pt x="129" y="89"/>
                    <a:pt x="137" y="81"/>
                    <a:pt x="146" y="79"/>
                  </a:cubicBezTo>
                  <a:cubicBezTo>
                    <a:pt x="148" y="78"/>
                    <a:pt x="151" y="78"/>
                    <a:pt x="153" y="78"/>
                  </a:cubicBezTo>
                  <a:cubicBezTo>
                    <a:pt x="161" y="77"/>
                    <a:pt x="172" y="80"/>
                    <a:pt x="174" y="89"/>
                  </a:cubicBezTo>
                  <a:cubicBezTo>
                    <a:pt x="169" y="83"/>
                    <a:pt x="161" y="81"/>
                    <a:pt x="153" y="82"/>
                  </a:cubicBezTo>
                  <a:cubicBezTo>
                    <a:pt x="151" y="83"/>
                    <a:pt x="148" y="84"/>
                    <a:pt x="146" y="85"/>
                  </a:cubicBezTo>
                  <a:cubicBezTo>
                    <a:pt x="142" y="87"/>
                    <a:pt x="138" y="91"/>
                    <a:pt x="136" y="96"/>
                  </a:cubicBezTo>
                  <a:cubicBezTo>
                    <a:pt x="133" y="105"/>
                    <a:pt x="136" y="115"/>
                    <a:pt x="144" y="122"/>
                  </a:cubicBezTo>
                  <a:cubicBezTo>
                    <a:pt x="149" y="126"/>
                    <a:pt x="156" y="127"/>
                    <a:pt x="162" y="126"/>
                  </a:cubicBezTo>
                  <a:cubicBezTo>
                    <a:pt x="162" y="126"/>
                    <a:pt x="165" y="127"/>
                    <a:pt x="168" y="126"/>
                  </a:cubicBezTo>
                  <a:cubicBezTo>
                    <a:pt x="175" y="125"/>
                    <a:pt x="186" y="120"/>
                    <a:pt x="195" y="103"/>
                  </a:cubicBezTo>
                  <a:cubicBezTo>
                    <a:pt x="195" y="103"/>
                    <a:pt x="196" y="100"/>
                    <a:pt x="197" y="96"/>
                  </a:cubicBezTo>
                  <a:cubicBezTo>
                    <a:pt x="198" y="94"/>
                    <a:pt x="198" y="92"/>
                    <a:pt x="198" y="90"/>
                  </a:cubicBezTo>
                  <a:cubicBezTo>
                    <a:pt x="200" y="77"/>
                    <a:pt x="193" y="61"/>
                    <a:pt x="180" y="59"/>
                  </a:cubicBezTo>
                  <a:cubicBezTo>
                    <a:pt x="159" y="56"/>
                    <a:pt x="154" y="33"/>
                    <a:pt x="158" y="17"/>
                  </a:cubicBezTo>
                  <a:cubicBezTo>
                    <a:pt x="158" y="15"/>
                    <a:pt x="158" y="13"/>
                    <a:pt x="158" y="11"/>
                  </a:cubicBezTo>
                  <a:cubicBezTo>
                    <a:pt x="157" y="9"/>
                    <a:pt x="156" y="7"/>
                    <a:pt x="154" y="6"/>
                  </a:cubicBezTo>
                  <a:cubicBezTo>
                    <a:pt x="144" y="0"/>
                    <a:pt x="125" y="12"/>
                    <a:pt x="112" y="21"/>
                  </a:cubicBezTo>
                  <a:cubicBezTo>
                    <a:pt x="109" y="23"/>
                    <a:pt x="108" y="24"/>
                    <a:pt x="106" y="26"/>
                  </a:cubicBezTo>
                  <a:cubicBezTo>
                    <a:pt x="104" y="28"/>
                    <a:pt x="103" y="30"/>
                    <a:pt x="101" y="32"/>
                  </a:cubicBezTo>
                  <a:cubicBezTo>
                    <a:pt x="104" y="32"/>
                    <a:pt x="106" y="31"/>
                    <a:pt x="109" y="31"/>
                  </a:cubicBezTo>
                  <a:cubicBezTo>
                    <a:pt x="112" y="32"/>
                    <a:pt x="114" y="32"/>
                    <a:pt x="117" y="33"/>
                  </a:cubicBezTo>
                  <a:cubicBezTo>
                    <a:pt x="122" y="34"/>
                    <a:pt x="125" y="38"/>
                    <a:pt x="128" y="42"/>
                  </a:cubicBezTo>
                  <a:cubicBezTo>
                    <a:pt x="129" y="44"/>
                    <a:pt x="129" y="46"/>
                    <a:pt x="130" y="48"/>
                  </a:cubicBezTo>
                  <a:cubicBezTo>
                    <a:pt x="131" y="54"/>
                    <a:pt x="130" y="61"/>
                    <a:pt x="125" y="66"/>
                  </a:cubicBezTo>
                  <a:cubicBezTo>
                    <a:pt x="118" y="74"/>
                    <a:pt x="106" y="77"/>
                    <a:pt x="98" y="69"/>
                  </a:cubicBezTo>
                  <a:cubicBezTo>
                    <a:pt x="91" y="64"/>
                    <a:pt x="91" y="54"/>
                    <a:pt x="98" y="47"/>
                  </a:cubicBezTo>
                  <a:cubicBezTo>
                    <a:pt x="100" y="45"/>
                    <a:pt x="104" y="44"/>
                    <a:pt x="108" y="45"/>
                  </a:cubicBezTo>
                  <a:cubicBezTo>
                    <a:pt x="113" y="46"/>
                    <a:pt x="116" y="48"/>
                    <a:pt x="115" y="53"/>
                  </a:cubicBezTo>
                  <a:cubicBezTo>
                    <a:pt x="112" y="47"/>
                    <a:pt x="105" y="46"/>
                    <a:pt x="100" y="51"/>
                  </a:cubicBezTo>
                  <a:cubicBezTo>
                    <a:pt x="96" y="55"/>
                    <a:pt x="97" y="63"/>
                    <a:pt x="102" y="66"/>
                  </a:cubicBezTo>
                  <a:cubicBezTo>
                    <a:pt x="111" y="69"/>
                    <a:pt x="121" y="64"/>
                    <a:pt x="123" y="54"/>
                  </a:cubicBezTo>
                  <a:cubicBezTo>
                    <a:pt x="124" y="49"/>
                    <a:pt x="123" y="43"/>
                    <a:pt x="119" y="40"/>
                  </a:cubicBezTo>
                  <a:cubicBezTo>
                    <a:pt x="97" y="30"/>
                    <a:pt x="81" y="54"/>
                    <a:pt x="66" y="66"/>
                  </a:cubicBezTo>
                  <a:cubicBezTo>
                    <a:pt x="63" y="68"/>
                    <a:pt x="61" y="70"/>
                    <a:pt x="58" y="72"/>
                  </a:cubicBezTo>
                  <a:cubicBezTo>
                    <a:pt x="56" y="73"/>
                    <a:pt x="54" y="75"/>
                    <a:pt x="52" y="76"/>
                  </a:cubicBezTo>
                  <a:cubicBezTo>
                    <a:pt x="42" y="83"/>
                    <a:pt x="32" y="91"/>
                    <a:pt x="21" y="95"/>
                  </a:cubicBezTo>
                  <a:cubicBezTo>
                    <a:pt x="30" y="96"/>
                    <a:pt x="33" y="105"/>
                    <a:pt x="29" y="113"/>
                  </a:cubicBezTo>
                  <a:cubicBezTo>
                    <a:pt x="26" y="116"/>
                    <a:pt x="22" y="117"/>
                    <a:pt x="17" y="116"/>
                  </a:cubicBezTo>
                  <a:cubicBezTo>
                    <a:pt x="15" y="115"/>
                    <a:pt x="14" y="113"/>
                    <a:pt x="16" y="109"/>
                  </a:cubicBezTo>
                  <a:close/>
                </a:path>
              </a:pathLst>
            </a:custGeom>
            <a:solidFill>
              <a:srgbClr val="F203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 name="Freeform 14"/>
            <p:cNvSpPr/>
            <p:nvPr/>
          </p:nvSpPr>
          <p:spPr bwMode="auto">
            <a:xfrm>
              <a:off x="2314" y="1084"/>
              <a:ext cx="503" cy="366"/>
            </a:xfrm>
            <a:custGeom>
              <a:avLst/>
              <a:gdLst>
                <a:gd name="T0" fmla="*/ 25 w 213"/>
                <a:gd name="T1" fmla="*/ 150 h 155"/>
                <a:gd name="T2" fmla="*/ 1 w 213"/>
                <a:gd name="T3" fmla="*/ 105 h 155"/>
                <a:gd name="T4" fmla="*/ 2 w 213"/>
                <a:gd name="T5" fmla="*/ 97 h 155"/>
                <a:gd name="T6" fmla="*/ 10 w 213"/>
                <a:gd name="T7" fmla="*/ 67 h 155"/>
                <a:gd name="T8" fmla="*/ 14 w 213"/>
                <a:gd name="T9" fmla="*/ 58 h 155"/>
                <a:gd name="T10" fmla="*/ 85 w 213"/>
                <a:gd name="T11" fmla="*/ 7 h 155"/>
                <a:gd name="T12" fmla="*/ 91 w 213"/>
                <a:gd name="T13" fmla="*/ 6 h 155"/>
                <a:gd name="T14" fmla="*/ 138 w 213"/>
                <a:gd name="T15" fmla="*/ 4 h 155"/>
                <a:gd name="T16" fmla="*/ 205 w 213"/>
                <a:gd name="T17" fmla="*/ 80 h 155"/>
                <a:gd name="T18" fmla="*/ 134 w 213"/>
                <a:gd name="T19" fmla="*/ 148 h 155"/>
                <a:gd name="T20" fmla="*/ 86 w 213"/>
                <a:gd name="T21" fmla="*/ 117 h 155"/>
                <a:gd name="T22" fmla="*/ 83 w 213"/>
                <a:gd name="T23" fmla="*/ 110 h 155"/>
                <a:gd name="T24" fmla="*/ 102 w 213"/>
                <a:gd name="T25" fmla="*/ 59 h 155"/>
                <a:gd name="T26" fmla="*/ 130 w 213"/>
                <a:gd name="T27" fmla="*/ 55 h 155"/>
                <a:gd name="T28" fmla="*/ 137 w 213"/>
                <a:gd name="T29" fmla="*/ 57 h 155"/>
                <a:gd name="T30" fmla="*/ 158 w 213"/>
                <a:gd name="T31" fmla="*/ 77 h 155"/>
                <a:gd name="T32" fmla="*/ 149 w 213"/>
                <a:gd name="T33" fmla="*/ 111 h 155"/>
                <a:gd name="T34" fmla="*/ 107 w 213"/>
                <a:gd name="T35" fmla="*/ 98 h 155"/>
                <a:gd name="T36" fmla="*/ 116 w 213"/>
                <a:gd name="T37" fmla="*/ 78 h 155"/>
                <a:gd name="T38" fmla="*/ 141 w 213"/>
                <a:gd name="T39" fmla="*/ 84 h 155"/>
                <a:gd name="T40" fmla="*/ 141 w 213"/>
                <a:gd name="T41" fmla="*/ 96 h 155"/>
                <a:gd name="T42" fmla="*/ 131 w 213"/>
                <a:gd name="T43" fmla="*/ 100 h 155"/>
                <a:gd name="T44" fmla="*/ 133 w 213"/>
                <a:gd name="T45" fmla="*/ 86 h 155"/>
                <a:gd name="T46" fmla="*/ 116 w 213"/>
                <a:gd name="T47" fmla="*/ 96 h 155"/>
                <a:gd name="T48" fmla="*/ 133 w 213"/>
                <a:gd name="T49" fmla="*/ 107 h 155"/>
                <a:gd name="T50" fmla="*/ 148 w 213"/>
                <a:gd name="T51" fmla="*/ 94 h 155"/>
                <a:gd name="T52" fmla="*/ 139 w 213"/>
                <a:gd name="T53" fmla="*/ 72 h 155"/>
                <a:gd name="T54" fmla="*/ 108 w 213"/>
                <a:gd name="T55" fmla="*/ 71 h 155"/>
                <a:gd name="T56" fmla="*/ 106 w 213"/>
                <a:gd name="T57" fmla="*/ 119 h 155"/>
                <a:gd name="T58" fmla="*/ 152 w 213"/>
                <a:gd name="T59" fmla="*/ 128 h 155"/>
                <a:gd name="T60" fmla="*/ 178 w 213"/>
                <a:gd name="T61" fmla="*/ 96 h 155"/>
                <a:gd name="T62" fmla="*/ 178 w 213"/>
                <a:gd name="T63" fmla="*/ 88 h 155"/>
                <a:gd name="T64" fmla="*/ 150 w 213"/>
                <a:gd name="T65" fmla="*/ 40 h 155"/>
                <a:gd name="T66" fmla="*/ 128 w 213"/>
                <a:gd name="T67" fmla="*/ 34 h 155"/>
                <a:gd name="T68" fmla="*/ 121 w 213"/>
                <a:gd name="T69" fmla="*/ 34 h 155"/>
                <a:gd name="T70" fmla="*/ 96 w 213"/>
                <a:gd name="T71" fmla="*/ 38 h 155"/>
                <a:gd name="T72" fmla="*/ 88 w 213"/>
                <a:gd name="T73" fmla="*/ 41 h 155"/>
                <a:gd name="T74" fmla="*/ 59 w 213"/>
                <a:gd name="T75" fmla="*/ 67 h 155"/>
                <a:gd name="T76" fmla="*/ 55 w 213"/>
                <a:gd name="T77" fmla="*/ 76 h 155"/>
                <a:gd name="T78" fmla="*/ 55 w 213"/>
                <a:gd name="T79" fmla="*/ 112 h 155"/>
                <a:gd name="T80" fmla="*/ 57 w 213"/>
                <a:gd name="T81" fmla="*/ 120 h 155"/>
                <a:gd name="T82" fmla="*/ 68 w 213"/>
                <a:gd name="T83" fmla="*/ 137 h 155"/>
                <a:gd name="T84" fmla="*/ 38 w 213"/>
                <a:gd name="T85" fmla="*/ 148 h 155"/>
                <a:gd name="T86" fmla="*/ 27 w 213"/>
                <a:gd name="T87" fmla="*/ 101 h 155"/>
                <a:gd name="T88" fmla="*/ 27 w 213"/>
                <a:gd name="T89" fmla="*/ 94 h 155"/>
                <a:gd name="T90" fmla="*/ 30 w 213"/>
                <a:gd name="T91" fmla="*/ 80 h 155"/>
                <a:gd name="T92" fmla="*/ 32 w 213"/>
                <a:gd name="T93" fmla="*/ 72 h 155"/>
                <a:gd name="T94" fmla="*/ 80 w 213"/>
                <a:gd name="T95" fmla="*/ 26 h 155"/>
                <a:gd name="T96" fmla="*/ 87 w 213"/>
                <a:gd name="T97" fmla="*/ 22 h 155"/>
                <a:gd name="T98" fmla="*/ 115 w 213"/>
                <a:gd name="T99" fmla="*/ 15 h 155"/>
                <a:gd name="T100" fmla="*/ 91 w 213"/>
                <a:gd name="T101" fmla="*/ 18 h 155"/>
                <a:gd name="T102" fmla="*/ 83 w 213"/>
                <a:gd name="T103" fmla="*/ 20 h 155"/>
                <a:gd name="T104" fmla="*/ 29 w 213"/>
                <a:gd name="T105" fmla="*/ 64 h 155"/>
                <a:gd name="T106" fmla="*/ 26 w 213"/>
                <a:gd name="T107" fmla="*/ 71 h 155"/>
                <a:gd name="T108" fmla="*/ 20 w 213"/>
                <a:gd name="T109" fmla="*/ 94 h 155"/>
                <a:gd name="T110" fmla="*/ 19 w 213"/>
                <a:gd name="T111" fmla="*/ 101 h 155"/>
                <a:gd name="T112" fmla="*/ 22 w 213"/>
                <a:gd name="T113" fmla="*/ 139 h 155"/>
                <a:gd name="T114" fmla="*/ 25 w 213"/>
                <a:gd name="T115" fmla="*/ 150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13" h="155">
                  <a:moveTo>
                    <a:pt x="25" y="150"/>
                  </a:moveTo>
                  <a:cubicBezTo>
                    <a:pt x="3" y="148"/>
                    <a:pt x="0" y="121"/>
                    <a:pt x="1" y="105"/>
                  </a:cubicBezTo>
                  <a:cubicBezTo>
                    <a:pt x="1" y="102"/>
                    <a:pt x="2" y="99"/>
                    <a:pt x="2" y="97"/>
                  </a:cubicBezTo>
                  <a:cubicBezTo>
                    <a:pt x="3" y="86"/>
                    <a:pt x="6" y="76"/>
                    <a:pt x="10" y="67"/>
                  </a:cubicBezTo>
                  <a:cubicBezTo>
                    <a:pt x="11" y="64"/>
                    <a:pt x="13" y="61"/>
                    <a:pt x="14" y="58"/>
                  </a:cubicBezTo>
                  <a:cubicBezTo>
                    <a:pt x="29" y="32"/>
                    <a:pt x="57" y="17"/>
                    <a:pt x="85" y="7"/>
                  </a:cubicBezTo>
                  <a:cubicBezTo>
                    <a:pt x="87" y="7"/>
                    <a:pt x="89" y="6"/>
                    <a:pt x="91" y="6"/>
                  </a:cubicBezTo>
                  <a:cubicBezTo>
                    <a:pt x="105" y="2"/>
                    <a:pt x="121" y="0"/>
                    <a:pt x="138" y="4"/>
                  </a:cubicBezTo>
                  <a:cubicBezTo>
                    <a:pt x="138" y="4"/>
                    <a:pt x="196" y="9"/>
                    <a:pt x="205" y="80"/>
                  </a:cubicBezTo>
                  <a:cubicBezTo>
                    <a:pt x="205" y="80"/>
                    <a:pt x="213" y="141"/>
                    <a:pt x="134" y="148"/>
                  </a:cubicBezTo>
                  <a:cubicBezTo>
                    <a:pt x="134" y="148"/>
                    <a:pt x="101" y="149"/>
                    <a:pt x="86" y="117"/>
                  </a:cubicBezTo>
                  <a:cubicBezTo>
                    <a:pt x="85" y="115"/>
                    <a:pt x="84" y="113"/>
                    <a:pt x="83" y="110"/>
                  </a:cubicBezTo>
                  <a:cubicBezTo>
                    <a:pt x="76" y="91"/>
                    <a:pt x="84" y="67"/>
                    <a:pt x="102" y="59"/>
                  </a:cubicBezTo>
                  <a:cubicBezTo>
                    <a:pt x="110" y="56"/>
                    <a:pt x="120" y="53"/>
                    <a:pt x="130" y="55"/>
                  </a:cubicBezTo>
                  <a:cubicBezTo>
                    <a:pt x="132" y="55"/>
                    <a:pt x="134" y="56"/>
                    <a:pt x="137" y="57"/>
                  </a:cubicBezTo>
                  <a:cubicBezTo>
                    <a:pt x="146" y="61"/>
                    <a:pt x="154" y="67"/>
                    <a:pt x="158" y="77"/>
                  </a:cubicBezTo>
                  <a:cubicBezTo>
                    <a:pt x="162" y="89"/>
                    <a:pt x="161" y="103"/>
                    <a:pt x="149" y="111"/>
                  </a:cubicBezTo>
                  <a:cubicBezTo>
                    <a:pt x="134" y="121"/>
                    <a:pt x="109" y="118"/>
                    <a:pt x="107" y="98"/>
                  </a:cubicBezTo>
                  <a:cubicBezTo>
                    <a:pt x="106" y="90"/>
                    <a:pt x="110" y="83"/>
                    <a:pt x="116" y="78"/>
                  </a:cubicBezTo>
                  <a:cubicBezTo>
                    <a:pt x="124" y="72"/>
                    <a:pt x="136" y="75"/>
                    <a:pt x="141" y="84"/>
                  </a:cubicBezTo>
                  <a:cubicBezTo>
                    <a:pt x="143" y="88"/>
                    <a:pt x="143" y="92"/>
                    <a:pt x="141" y="96"/>
                  </a:cubicBezTo>
                  <a:cubicBezTo>
                    <a:pt x="139" y="100"/>
                    <a:pt x="135" y="100"/>
                    <a:pt x="131" y="100"/>
                  </a:cubicBezTo>
                  <a:cubicBezTo>
                    <a:pt x="135" y="96"/>
                    <a:pt x="139" y="89"/>
                    <a:pt x="133" y="86"/>
                  </a:cubicBezTo>
                  <a:cubicBezTo>
                    <a:pt x="125" y="80"/>
                    <a:pt x="115" y="86"/>
                    <a:pt x="116" y="96"/>
                  </a:cubicBezTo>
                  <a:cubicBezTo>
                    <a:pt x="117" y="104"/>
                    <a:pt x="125" y="109"/>
                    <a:pt x="133" y="107"/>
                  </a:cubicBezTo>
                  <a:cubicBezTo>
                    <a:pt x="140" y="106"/>
                    <a:pt x="146" y="101"/>
                    <a:pt x="148" y="94"/>
                  </a:cubicBezTo>
                  <a:cubicBezTo>
                    <a:pt x="150" y="85"/>
                    <a:pt x="146" y="77"/>
                    <a:pt x="139" y="72"/>
                  </a:cubicBezTo>
                  <a:cubicBezTo>
                    <a:pt x="130" y="64"/>
                    <a:pt x="118" y="65"/>
                    <a:pt x="108" y="71"/>
                  </a:cubicBezTo>
                  <a:cubicBezTo>
                    <a:pt x="91" y="80"/>
                    <a:pt x="93" y="106"/>
                    <a:pt x="106" y="119"/>
                  </a:cubicBezTo>
                  <a:cubicBezTo>
                    <a:pt x="117" y="133"/>
                    <a:pt x="136" y="135"/>
                    <a:pt x="152" y="128"/>
                  </a:cubicBezTo>
                  <a:cubicBezTo>
                    <a:pt x="164" y="122"/>
                    <a:pt x="174" y="111"/>
                    <a:pt x="178" y="96"/>
                  </a:cubicBezTo>
                  <a:cubicBezTo>
                    <a:pt x="178" y="94"/>
                    <a:pt x="178" y="91"/>
                    <a:pt x="178" y="88"/>
                  </a:cubicBezTo>
                  <a:cubicBezTo>
                    <a:pt x="178" y="69"/>
                    <a:pt x="166" y="50"/>
                    <a:pt x="150" y="40"/>
                  </a:cubicBezTo>
                  <a:cubicBezTo>
                    <a:pt x="144" y="37"/>
                    <a:pt x="137" y="35"/>
                    <a:pt x="128" y="34"/>
                  </a:cubicBezTo>
                  <a:cubicBezTo>
                    <a:pt x="126" y="34"/>
                    <a:pt x="124" y="34"/>
                    <a:pt x="121" y="34"/>
                  </a:cubicBezTo>
                  <a:cubicBezTo>
                    <a:pt x="113" y="34"/>
                    <a:pt x="104" y="35"/>
                    <a:pt x="96" y="38"/>
                  </a:cubicBezTo>
                  <a:cubicBezTo>
                    <a:pt x="94" y="39"/>
                    <a:pt x="91" y="40"/>
                    <a:pt x="88" y="41"/>
                  </a:cubicBezTo>
                  <a:cubicBezTo>
                    <a:pt x="76" y="46"/>
                    <a:pt x="64" y="55"/>
                    <a:pt x="59" y="67"/>
                  </a:cubicBezTo>
                  <a:cubicBezTo>
                    <a:pt x="57" y="70"/>
                    <a:pt x="56" y="73"/>
                    <a:pt x="55" y="76"/>
                  </a:cubicBezTo>
                  <a:cubicBezTo>
                    <a:pt x="52" y="87"/>
                    <a:pt x="53" y="100"/>
                    <a:pt x="55" y="112"/>
                  </a:cubicBezTo>
                  <a:cubicBezTo>
                    <a:pt x="56" y="115"/>
                    <a:pt x="56" y="117"/>
                    <a:pt x="57" y="120"/>
                  </a:cubicBezTo>
                  <a:cubicBezTo>
                    <a:pt x="59" y="126"/>
                    <a:pt x="62" y="133"/>
                    <a:pt x="68" y="137"/>
                  </a:cubicBezTo>
                  <a:cubicBezTo>
                    <a:pt x="60" y="145"/>
                    <a:pt x="45" y="155"/>
                    <a:pt x="38" y="148"/>
                  </a:cubicBezTo>
                  <a:cubicBezTo>
                    <a:pt x="26" y="137"/>
                    <a:pt x="27" y="118"/>
                    <a:pt x="27" y="101"/>
                  </a:cubicBezTo>
                  <a:cubicBezTo>
                    <a:pt x="27" y="99"/>
                    <a:pt x="27" y="96"/>
                    <a:pt x="27" y="94"/>
                  </a:cubicBezTo>
                  <a:cubicBezTo>
                    <a:pt x="28" y="89"/>
                    <a:pt x="28" y="85"/>
                    <a:pt x="30" y="80"/>
                  </a:cubicBezTo>
                  <a:cubicBezTo>
                    <a:pt x="30" y="78"/>
                    <a:pt x="31" y="75"/>
                    <a:pt x="32" y="72"/>
                  </a:cubicBezTo>
                  <a:cubicBezTo>
                    <a:pt x="40" y="50"/>
                    <a:pt x="60" y="35"/>
                    <a:pt x="80" y="26"/>
                  </a:cubicBezTo>
                  <a:cubicBezTo>
                    <a:pt x="82" y="25"/>
                    <a:pt x="85" y="23"/>
                    <a:pt x="87" y="22"/>
                  </a:cubicBezTo>
                  <a:cubicBezTo>
                    <a:pt x="95" y="19"/>
                    <a:pt x="105" y="17"/>
                    <a:pt x="115" y="15"/>
                  </a:cubicBezTo>
                  <a:cubicBezTo>
                    <a:pt x="115" y="15"/>
                    <a:pt x="105" y="14"/>
                    <a:pt x="91" y="18"/>
                  </a:cubicBezTo>
                  <a:cubicBezTo>
                    <a:pt x="89" y="18"/>
                    <a:pt x="86" y="19"/>
                    <a:pt x="83" y="20"/>
                  </a:cubicBezTo>
                  <a:cubicBezTo>
                    <a:pt x="60" y="27"/>
                    <a:pt x="40" y="43"/>
                    <a:pt x="29" y="64"/>
                  </a:cubicBezTo>
                  <a:cubicBezTo>
                    <a:pt x="28" y="66"/>
                    <a:pt x="27" y="69"/>
                    <a:pt x="26" y="71"/>
                  </a:cubicBezTo>
                  <a:cubicBezTo>
                    <a:pt x="23" y="78"/>
                    <a:pt x="21" y="86"/>
                    <a:pt x="20" y="94"/>
                  </a:cubicBezTo>
                  <a:cubicBezTo>
                    <a:pt x="19" y="96"/>
                    <a:pt x="19" y="99"/>
                    <a:pt x="19" y="101"/>
                  </a:cubicBezTo>
                  <a:cubicBezTo>
                    <a:pt x="18" y="114"/>
                    <a:pt x="20" y="126"/>
                    <a:pt x="22" y="139"/>
                  </a:cubicBezTo>
                  <a:cubicBezTo>
                    <a:pt x="23" y="143"/>
                    <a:pt x="24" y="146"/>
                    <a:pt x="25" y="150"/>
                  </a:cubicBezTo>
                  <a:close/>
                </a:path>
              </a:pathLst>
            </a:custGeom>
            <a:solidFill>
              <a:srgbClr val="F203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 name="Freeform 15"/>
            <p:cNvSpPr/>
            <p:nvPr/>
          </p:nvSpPr>
          <p:spPr bwMode="auto">
            <a:xfrm>
              <a:off x="3332" y="1329"/>
              <a:ext cx="537" cy="827"/>
            </a:xfrm>
            <a:custGeom>
              <a:avLst/>
              <a:gdLst>
                <a:gd name="T0" fmla="*/ 17 w 227"/>
                <a:gd name="T1" fmla="*/ 47 h 350"/>
                <a:gd name="T2" fmla="*/ 123 w 227"/>
                <a:gd name="T3" fmla="*/ 41 h 350"/>
                <a:gd name="T4" fmla="*/ 193 w 227"/>
                <a:gd name="T5" fmla="*/ 0 h 350"/>
                <a:gd name="T6" fmla="*/ 175 w 227"/>
                <a:gd name="T7" fmla="*/ 71 h 350"/>
                <a:gd name="T8" fmla="*/ 86 w 227"/>
                <a:gd name="T9" fmla="*/ 95 h 350"/>
                <a:gd name="T10" fmla="*/ 90 w 227"/>
                <a:gd name="T11" fmla="*/ 124 h 350"/>
                <a:gd name="T12" fmla="*/ 185 w 227"/>
                <a:gd name="T13" fmla="*/ 177 h 350"/>
                <a:gd name="T14" fmla="*/ 188 w 227"/>
                <a:gd name="T15" fmla="*/ 297 h 350"/>
                <a:gd name="T16" fmla="*/ 90 w 227"/>
                <a:gd name="T17" fmla="*/ 348 h 350"/>
                <a:gd name="T18" fmla="*/ 0 w 227"/>
                <a:gd name="T19" fmla="*/ 307 h 350"/>
                <a:gd name="T20" fmla="*/ 29 w 227"/>
                <a:gd name="T21" fmla="*/ 251 h 350"/>
                <a:gd name="T22" fmla="*/ 102 w 227"/>
                <a:gd name="T23" fmla="*/ 281 h 350"/>
                <a:gd name="T24" fmla="*/ 145 w 227"/>
                <a:gd name="T25" fmla="*/ 228 h 350"/>
                <a:gd name="T26" fmla="*/ 94 w 227"/>
                <a:gd name="T27" fmla="*/ 165 h 350"/>
                <a:gd name="T28" fmla="*/ 33 w 227"/>
                <a:gd name="T29" fmla="*/ 188 h 350"/>
                <a:gd name="T30" fmla="*/ 17 w 227"/>
                <a:gd name="T31" fmla="*/ 47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7" h="350">
                  <a:moveTo>
                    <a:pt x="17" y="47"/>
                  </a:moveTo>
                  <a:cubicBezTo>
                    <a:pt x="17" y="47"/>
                    <a:pt x="86" y="50"/>
                    <a:pt x="123" y="41"/>
                  </a:cubicBezTo>
                  <a:cubicBezTo>
                    <a:pt x="123" y="41"/>
                    <a:pt x="170" y="37"/>
                    <a:pt x="193" y="0"/>
                  </a:cubicBezTo>
                  <a:cubicBezTo>
                    <a:pt x="193" y="0"/>
                    <a:pt x="205" y="45"/>
                    <a:pt x="175" y="71"/>
                  </a:cubicBezTo>
                  <a:cubicBezTo>
                    <a:pt x="175" y="71"/>
                    <a:pt x="156" y="96"/>
                    <a:pt x="86" y="95"/>
                  </a:cubicBezTo>
                  <a:cubicBezTo>
                    <a:pt x="90" y="124"/>
                    <a:pt x="90" y="124"/>
                    <a:pt x="90" y="124"/>
                  </a:cubicBezTo>
                  <a:cubicBezTo>
                    <a:pt x="90" y="124"/>
                    <a:pt x="157" y="130"/>
                    <a:pt x="185" y="177"/>
                  </a:cubicBezTo>
                  <a:cubicBezTo>
                    <a:pt x="185" y="177"/>
                    <a:pt x="227" y="235"/>
                    <a:pt x="188" y="297"/>
                  </a:cubicBezTo>
                  <a:cubicBezTo>
                    <a:pt x="188" y="297"/>
                    <a:pt x="165" y="345"/>
                    <a:pt x="90" y="348"/>
                  </a:cubicBezTo>
                  <a:cubicBezTo>
                    <a:pt x="90" y="348"/>
                    <a:pt x="36" y="350"/>
                    <a:pt x="0" y="307"/>
                  </a:cubicBezTo>
                  <a:cubicBezTo>
                    <a:pt x="0" y="307"/>
                    <a:pt x="29" y="292"/>
                    <a:pt x="29" y="251"/>
                  </a:cubicBezTo>
                  <a:cubicBezTo>
                    <a:pt x="29" y="251"/>
                    <a:pt x="57" y="292"/>
                    <a:pt x="102" y="281"/>
                  </a:cubicBezTo>
                  <a:cubicBezTo>
                    <a:pt x="102" y="281"/>
                    <a:pt x="145" y="269"/>
                    <a:pt x="145" y="228"/>
                  </a:cubicBezTo>
                  <a:cubicBezTo>
                    <a:pt x="145" y="228"/>
                    <a:pt x="146" y="167"/>
                    <a:pt x="94" y="165"/>
                  </a:cubicBezTo>
                  <a:cubicBezTo>
                    <a:pt x="94" y="165"/>
                    <a:pt x="51" y="154"/>
                    <a:pt x="33" y="188"/>
                  </a:cubicBezTo>
                  <a:lnTo>
                    <a:pt x="17" y="47"/>
                  </a:lnTo>
                  <a:close/>
                </a:path>
              </a:pathLst>
            </a:custGeom>
            <a:solidFill>
              <a:srgbClr val="F203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15" name="TextBox 14"/>
          <p:cNvSpPr txBox="1"/>
          <p:nvPr/>
        </p:nvSpPr>
        <p:spPr>
          <a:xfrm>
            <a:off x="1357290" y="1643056"/>
            <a:ext cx="6319768" cy="1107996"/>
          </a:xfrm>
          <a:prstGeom prst="rect">
            <a:avLst/>
          </a:prstGeom>
          <a:noFill/>
        </p:spPr>
        <p:txBody>
          <a:bodyPr wrap="square" rtlCol="0">
            <a:spAutoFit/>
          </a:bodyPr>
          <a:lstStyle/>
          <a:p>
            <a:pPr algn="ctr"/>
            <a:r>
              <a:rPr lang="en-US" altLang="zh-CN" sz="4000" dirty="0">
                <a:solidFill>
                  <a:schemeClr val="tx1">
                    <a:lumMod val="85000"/>
                    <a:lumOff val="15000"/>
                  </a:schemeClr>
                </a:solidFill>
                <a:latin typeface="华文行楷" panose="02010800040101010101" pitchFamily="2" charset="-122"/>
                <a:ea typeface="华文行楷" panose="02010800040101010101" pitchFamily="2" charset="-122"/>
              </a:rPr>
              <a:t>   </a:t>
            </a:r>
            <a:r>
              <a:rPr lang="zh-CN" altLang="en-US" sz="6600" dirty="0">
                <a:solidFill>
                  <a:schemeClr val="tx1">
                    <a:lumMod val="85000"/>
                    <a:lumOff val="15000"/>
                  </a:schemeClr>
                </a:solidFill>
                <a:latin typeface="Times New Roman" panose="02020603050405020304" charset="0"/>
                <a:ea typeface="华文行楷" panose="02010800040101010101" pitchFamily="2" charset="-122"/>
                <a:cs typeface="Times New Roman" panose="02020603050405020304" charset="0"/>
              </a:rPr>
              <a:t>字</a:t>
            </a:r>
            <a:r>
              <a:rPr lang="zh-CN" altLang="en-US" sz="4000" dirty="0">
                <a:solidFill>
                  <a:schemeClr val="tx1">
                    <a:lumMod val="85000"/>
                    <a:lumOff val="15000"/>
                  </a:schemeClr>
                </a:solidFill>
                <a:latin typeface="Times New Roman" panose="02020603050405020304" charset="0"/>
                <a:ea typeface="华文行楷" panose="02010800040101010101" pitchFamily="2" charset="-122"/>
                <a:cs typeface="Times New Roman" panose="02020603050405020304" charset="0"/>
              </a:rPr>
              <a:t> </a:t>
            </a:r>
            <a:r>
              <a:rPr lang="zh-CN" altLang="en-US" sz="4800" dirty="0">
                <a:solidFill>
                  <a:srgbClr val="FF0000"/>
                </a:solidFill>
                <a:latin typeface="Times New Roman" panose="02020603050405020304" charset="0"/>
                <a:ea typeface="华文行楷" panose="02010800040101010101" pitchFamily="2" charset="-122"/>
                <a:cs typeface="Times New Roman" panose="02020603050405020304" charset="0"/>
              </a:rPr>
              <a:t>符</a:t>
            </a:r>
            <a:r>
              <a:rPr lang="zh-CN" altLang="en-US" sz="4000" dirty="0">
                <a:solidFill>
                  <a:schemeClr val="tx1">
                    <a:lumMod val="85000"/>
                    <a:lumOff val="15000"/>
                  </a:schemeClr>
                </a:solidFill>
                <a:latin typeface="Times New Roman" panose="02020603050405020304" charset="0"/>
                <a:ea typeface="华文行楷" panose="02010800040101010101" pitchFamily="2" charset="-122"/>
                <a:cs typeface="Times New Roman" panose="02020603050405020304" charset="0"/>
              </a:rPr>
              <a:t> </a:t>
            </a:r>
            <a:r>
              <a:rPr lang="zh-CN" altLang="en-US" sz="6600" dirty="0" smtClean="0">
                <a:solidFill>
                  <a:schemeClr val="tx1">
                    <a:lumMod val="85000"/>
                    <a:lumOff val="15000"/>
                  </a:schemeClr>
                </a:solidFill>
                <a:latin typeface="Times New Roman" panose="02020603050405020304" charset="0"/>
                <a:ea typeface="华文行楷" panose="02010800040101010101" pitchFamily="2" charset="-122"/>
                <a:cs typeface="Times New Roman" panose="02020603050405020304" charset="0"/>
              </a:rPr>
              <a:t>串和结</a:t>
            </a:r>
            <a:r>
              <a:rPr lang="zh-CN" altLang="en-US" sz="4800" dirty="0" smtClean="0">
                <a:solidFill>
                  <a:srgbClr val="FF0000"/>
                </a:solidFill>
                <a:latin typeface="Times New Roman" panose="02020603050405020304" charset="0"/>
                <a:ea typeface="华文行楷" panose="02010800040101010101" pitchFamily="2" charset="-122"/>
                <a:cs typeface="Times New Roman" panose="02020603050405020304" charset="0"/>
              </a:rPr>
              <a:t>构</a:t>
            </a:r>
            <a:r>
              <a:rPr lang="zh-CN" altLang="en-US" sz="6600" dirty="0" smtClean="0">
                <a:solidFill>
                  <a:schemeClr val="tx1">
                    <a:lumMod val="85000"/>
                    <a:lumOff val="15000"/>
                  </a:schemeClr>
                </a:solidFill>
                <a:latin typeface="Times New Roman" panose="02020603050405020304" charset="0"/>
                <a:ea typeface="华文行楷" panose="02010800040101010101" pitchFamily="2" charset="-122"/>
                <a:cs typeface="Times New Roman" panose="02020603050405020304" charset="0"/>
              </a:rPr>
              <a:t>体</a:t>
            </a:r>
            <a:endParaRPr lang="zh-CN" altLang="en-US" sz="6600" dirty="0">
              <a:solidFill>
                <a:schemeClr val="tx1">
                  <a:lumMod val="85000"/>
                  <a:lumOff val="15000"/>
                </a:schemeClr>
              </a:solidFill>
              <a:latin typeface="Times New Roman" panose="02020603050405020304" charset="0"/>
              <a:ea typeface="华文行楷" panose="02010800040101010101" pitchFamily="2" charset="-122"/>
              <a:cs typeface="Times New Roman" panose="02020603050405020304" charset="0"/>
            </a:endParaRPr>
          </a:p>
        </p:txBody>
      </p:sp>
      <p:sp>
        <p:nvSpPr>
          <p:cNvPr id="17" name="AutoShape 4" hidden="1"/>
          <p:cNvSpPr>
            <a:spLocks noChangeAspect="1" noChangeArrowheads="1" noTextEdit="1"/>
          </p:cNvSpPr>
          <p:nvPr/>
        </p:nvSpPr>
        <p:spPr bwMode="auto">
          <a:xfrm>
            <a:off x="174625" y="-1065213"/>
            <a:ext cx="8794750" cy="7278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pic>
        <p:nvPicPr>
          <p:cNvPr id="1030" name="Picture 6"/>
          <p:cNvPicPr>
            <a:picLocks noChangeAspect="1" noChangeArrowheads="1"/>
          </p:cNvPicPr>
          <p:nvPr/>
        </p:nvPicPr>
        <p:blipFill rotWithShape="1">
          <a:blip r:embed="rId3" cstate="print">
            <a:extLst>
              <a:ext uri="{BEBA8EAE-BF5A-486C-A8C5-ECC9F3942E4B}">
                <a14:imgProps xmlns:a14="http://schemas.microsoft.com/office/drawing/2010/main">
                  <a14:imgLayer r:embed="rId4">
                    <a14:imgEffect>
                      <a14:backgroundRemoval t="9960" b="89940" l="7007" r="94285">
                        <a14:foregroundMark x1="13594" y1="49899" x2="13981" y2="51777"/>
                        <a14:foregroundMark x1="22603" y1="61402" x2="11656" y2="57545"/>
                        <a14:foregroundMark x1="69454" y1="47384" x2="69325" y2="45506"/>
                        <a14:foregroundMark x1="57475" y1="56472" x2="54537" y2="58585"/>
                        <a14:foregroundMark x1="87601" y1="37223" x2="86051" y2="40040"/>
                        <a14:foregroundMark x1="83985" y1="41885" x2="82822" y2="40443"/>
                        <a14:foregroundMark x1="66225" y1="59658" x2="61350" y2="59658"/>
                        <a14:foregroundMark x1="51954" y1="60597" x2="48983" y2="59792"/>
                        <a14:foregroundMark x1="33290" y1="65023" x2="31740" y2="61670"/>
                        <a14:foregroundMark x1="17985" y1="69551" x2="14627" y2="70892"/>
                      </a14:backgroundRemoval>
                    </a14:imgEffect>
                  </a14:imgLayer>
                </a14:imgProps>
              </a:ext>
              <a:ext uri="{28A0092B-C50C-407E-A947-70E740481C1C}">
                <a14:useLocalDpi xmlns:a14="http://schemas.microsoft.com/office/drawing/2010/main" val="0"/>
              </a:ext>
            </a:extLst>
          </a:blip>
          <a:srcRect t="33032" r="38163" b="9555"/>
          <a:stretch>
            <a:fillRect/>
          </a:stretch>
        </p:blipFill>
        <p:spPr bwMode="auto">
          <a:xfrm>
            <a:off x="7083306" y="3507854"/>
            <a:ext cx="2051720" cy="1834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Picture 11"/>
          <p:cNvPicPr>
            <a:picLocks noChangeAspect="1" noChangeArrowheads="1"/>
          </p:cNvPicPr>
          <p:nvPr/>
        </p:nvPicPr>
        <p:blipFill rotWithShape="1">
          <a:blip r:embed="rId5" cstate="print">
            <a:extLst>
              <a:ext uri="{BEBA8EAE-BF5A-486C-A8C5-ECC9F3942E4B}">
                <a14:imgProps xmlns:a14="http://schemas.microsoft.com/office/drawing/2010/main">
                  <a14:imgLayer r:embed="rId6">
                    <a14:imgEffect>
                      <a14:backgroundRemoval t="29854" b="56159" l="76958" r="96490">
                        <a14:foregroundMark x1="87759" y1="41962" x2="87759" y2="42797"/>
                      </a14:backgroundRemoval>
                    </a14:imgEffect>
                  </a14:imgLayer>
                </a14:imgProps>
              </a:ext>
              <a:ext uri="{28A0092B-C50C-407E-A947-70E740481C1C}">
                <a14:useLocalDpi xmlns:a14="http://schemas.microsoft.com/office/drawing/2010/main" val="0"/>
              </a:ext>
            </a:extLst>
          </a:blip>
          <a:srcRect l="76892" t="29153" r="2440" b="42379"/>
          <a:stretch>
            <a:fillRect/>
          </a:stretch>
        </p:blipFill>
        <p:spPr bwMode="auto">
          <a:xfrm flipV="1">
            <a:off x="7618056" y="2071684"/>
            <a:ext cx="954472" cy="564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2" name="组合 21" hidden="1"/>
          <p:cNvGrpSpPr/>
          <p:nvPr/>
        </p:nvGrpSpPr>
        <p:grpSpPr>
          <a:xfrm>
            <a:off x="827584" y="1601673"/>
            <a:ext cx="2619422" cy="2350973"/>
            <a:chOff x="562637" y="1525066"/>
            <a:chExt cx="2619422" cy="2350973"/>
          </a:xfrm>
        </p:grpSpPr>
        <p:pic>
          <p:nvPicPr>
            <p:cNvPr id="1035" name="Picture 11"/>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r="50517"/>
            <a:stretch>
              <a:fillRect/>
            </a:stretch>
          </p:blipFill>
          <p:spPr bwMode="auto">
            <a:xfrm flipV="1">
              <a:off x="562637" y="1525066"/>
              <a:ext cx="2285143" cy="198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椭圆 20"/>
            <p:cNvSpPr/>
            <p:nvPr/>
          </p:nvSpPr>
          <p:spPr>
            <a:xfrm>
              <a:off x="2443830" y="2802438"/>
              <a:ext cx="738229" cy="107360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5" name="Picture 11"/>
          <p:cNvPicPr>
            <a:picLocks noChangeAspect="1" noChangeArrowheads="1"/>
          </p:cNvPicPr>
          <p:nvPr/>
        </p:nvPicPr>
        <p:blipFill rotWithShape="1">
          <a:blip r:embed="rId5" cstate="print">
            <a:extLst>
              <a:ext uri="{BEBA8EAE-BF5A-486C-A8C5-ECC9F3942E4B}">
                <a14:imgProps xmlns:a14="http://schemas.microsoft.com/office/drawing/2010/main">
                  <a14:imgLayer r:embed="rId6">
                    <a14:imgEffect>
                      <a14:backgroundRemoval t="29854" b="56159" l="76958" r="96490">
                        <a14:foregroundMark x1="87759" y1="41962" x2="87759" y2="42797"/>
                      </a14:backgroundRemoval>
                    </a14:imgEffect>
                  </a14:imgLayer>
                </a14:imgProps>
              </a:ext>
              <a:ext uri="{28A0092B-C50C-407E-A947-70E740481C1C}">
                <a14:useLocalDpi xmlns:a14="http://schemas.microsoft.com/office/drawing/2010/main" val="0"/>
              </a:ext>
            </a:extLst>
          </a:blip>
          <a:srcRect l="76892" t="29153" r="2440" b="42379"/>
          <a:stretch>
            <a:fillRect/>
          </a:stretch>
        </p:blipFill>
        <p:spPr bwMode="auto">
          <a:xfrm flipH="1" flipV="1">
            <a:off x="928662" y="2143122"/>
            <a:ext cx="954472" cy="564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TextBox 25"/>
          <p:cNvSpPr txBox="1"/>
          <p:nvPr/>
        </p:nvSpPr>
        <p:spPr>
          <a:xfrm>
            <a:off x="2285984" y="3643320"/>
            <a:ext cx="4429156" cy="430887"/>
          </a:xfrm>
          <a:prstGeom prst="rect">
            <a:avLst/>
          </a:prstGeom>
          <a:noFill/>
        </p:spPr>
        <p:txBody>
          <a:bodyPr wrap="square" rtlCol="0">
            <a:spAutoFit/>
          </a:bodyPr>
          <a:lstStyle/>
          <a:p>
            <a:r>
              <a:rPr lang="zh-CN" altLang="en-US" sz="2200" dirty="0" smtClean="0">
                <a:latin typeface="隶书" pitchFamily="49" charset="-122"/>
                <a:ea typeface="隶书" pitchFamily="49" charset="-122"/>
              </a:rPr>
              <a:t>山东省信息学奥赛夏令营   </a:t>
            </a:r>
            <a:r>
              <a:rPr lang="en-US" altLang="zh-CN" sz="2200" dirty="0" smtClean="0">
                <a:latin typeface="隶书" pitchFamily="49" charset="-122"/>
                <a:ea typeface="隶书" pitchFamily="49" charset="-122"/>
              </a:rPr>
              <a:t>day2</a:t>
            </a:r>
            <a:endParaRPr lang="zh-CN" altLang="en-US" sz="2200" dirty="0">
              <a:latin typeface="隶书" pitchFamily="49" charset="-122"/>
              <a:ea typeface="隶书" pitchFamily="49"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倪彩清特美天文档资料\2014年资料汇总\20141219华商参考资料\PPT资料\素材收集\羊年素材系列\羊年素材处理\红梅带福字.png"/>
          <p:cNvPicPr>
            <a:picLocks noChangeAspect="1" noChangeArrowheads="1"/>
          </p:cNvPicPr>
          <p:nvPr/>
        </p:nvPicPr>
        <p:blipFill rotWithShape="1">
          <a:blip r:embed="rId2">
            <a:extLst>
              <a:ext uri="{28A0092B-C50C-407E-A947-70E740481C1C}">
                <a14:useLocalDpi xmlns:a14="http://schemas.microsoft.com/office/drawing/2010/main" val="0"/>
              </a:ext>
            </a:extLst>
          </a:blip>
          <a:srcRect r="59426" b="63450"/>
          <a:stretch>
            <a:fillRect/>
          </a:stretch>
        </p:blipFill>
        <p:spPr bwMode="auto">
          <a:xfrm>
            <a:off x="0" y="0"/>
            <a:ext cx="2681643" cy="1594765"/>
          </a:xfrm>
          <a:prstGeom prst="rect">
            <a:avLst/>
          </a:prstGeom>
          <a:noFill/>
          <a:extLst>
            <a:ext uri="{909E8E84-426E-40DD-AFC4-6F175D3DCCD1}">
              <a14:hiddenFill xmlns:a14="http://schemas.microsoft.com/office/drawing/2010/main">
                <a:solidFill>
                  <a:srgbClr val="FFFFFF"/>
                </a:solidFill>
              </a14:hiddenFill>
            </a:ext>
          </a:extLst>
        </p:spPr>
      </p:pic>
      <p:grpSp>
        <p:nvGrpSpPr>
          <p:cNvPr id="2" name="Group 5" hidden="1"/>
          <p:cNvGrpSpPr>
            <a:grpSpLocks noChangeAspect="1"/>
          </p:cNvGrpSpPr>
          <p:nvPr/>
        </p:nvGrpSpPr>
        <p:grpSpPr bwMode="auto">
          <a:xfrm>
            <a:off x="972226" y="1993596"/>
            <a:ext cx="1899430" cy="1082210"/>
            <a:chOff x="1941" y="1086"/>
            <a:chExt cx="1878" cy="1070"/>
          </a:xfrm>
        </p:grpSpPr>
        <p:sp>
          <p:nvSpPr>
            <p:cNvPr id="4" name="AutoShape 4"/>
            <p:cNvSpPr>
              <a:spLocks noChangeAspect="1" noChangeArrowheads="1" noTextEdit="1"/>
            </p:cNvSpPr>
            <p:nvPr/>
          </p:nvSpPr>
          <p:spPr bwMode="auto">
            <a:xfrm>
              <a:off x="1941" y="1086"/>
              <a:ext cx="1878" cy="1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5" name="Freeform 6"/>
            <p:cNvSpPr/>
            <p:nvPr/>
          </p:nvSpPr>
          <p:spPr bwMode="auto">
            <a:xfrm>
              <a:off x="2076" y="1790"/>
              <a:ext cx="413" cy="373"/>
            </a:xfrm>
            <a:custGeom>
              <a:avLst/>
              <a:gdLst>
                <a:gd name="T0" fmla="*/ 85 w 175"/>
                <a:gd name="T1" fmla="*/ 65 h 158"/>
                <a:gd name="T2" fmla="*/ 82 w 175"/>
                <a:gd name="T3" fmla="*/ 83 h 158"/>
                <a:gd name="T4" fmla="*/ 84 w 175"/>
                <a:gd name="T5" fmla="*/ 88 h 158"/>
                <a:gd name="T6" fmla="*/ 111 w 175"/>
                <a:gd name="T7" fmla="*/ 102 h 158"/>
                <a:gd name="T8" fmla="*/ 117 w 175"/>
                <a:gd name="T9" fmla="*/ 101 h 158"/>
                <a:gd name="T10" fmla="*/ 129 w 175"/>
                <a:gd name="T11" fmla="*/ 96 h 158"/>
                <a:gd name="T12" fmla="*/ 134 w 175"/>
                <a:gd name="T13" fmla="*/ 90 h 158"/>
                <a:gd name="T14" fmla="*/ 127 w 175"/>
                <a:gd name="T15" fmla="*/ 24 h 158"/>
                <a:gd name="T16" fmla="*/ 122 w 175"/>
                <a:gd name="T17" fmla="*/ 20 h 158"/>
                <a:gd name="T18" fmla="*/ 44 w 175"/>
                <a:gd name="T19" fmla="*/ 15 h 158"/>
                <a:gd name="T20" fmla="*/ 34 w 175"/>
                <a:gd name="T21" fmla="*/ 20 h 158"/>
                <a:gd name="T22" fmla="*/ 28 w 175"/>
                <a:gd name="T23" fmla="*/ 25 h 158"/>
                <a:gd name="T24" fmla="*/ 3 w 175"/>
                <a:gd name="T25" fmla="*/ 94 h 158"/>
                <a:gd name="T26" fmla="*/ 4 w 175"/>
                <a:gd name="T27" fmla="*/ 97 h 158"/>
                <a:gd name="T28" fmla="*/ 26 w 175"/>
                <a:gd name="T29" fmla="*/ 134 h 158"/>
                <a:gd name="T30" fmla="*/ 33 w 175"/>
                <a:gd name="T31" fmla="*/ 139 h 158"/>
                <a:gd name="T32" fmla="*/ 120 w 175"/>
                <a:gd name="T33" fmla="*/ 152 h 158"/>
                <a:gd name="T34" fmla="*/ 128 w 175"/>
                <a:gd name="T35" fmla="*/ 151 h 158"/>
                <a:gd name="T36" fmla="*/ 175 w 175"/>
                <a:gd name="T37" fmla="*/ 97 h 158"/>
                <a:gd name="T38" fmla="*/ 174 w 175"/>
                <a:gd name="T39" fmla="*/ 92 h 158"/>
                <a:gd name="T40" fmla="*/ 159 w 175"/>
                <a:gd name="T41" fmla="*/ 42 h 158"/>
                <a:gd name="T42" fmla="*/ 148 w 175"/>
                <a:gd name="T43" fmla="*/ 97 h 158"/>
                <a:gd name="T44" fmla="*/ 141 w 175"/>
                <a:gd name="T45" fmla="*/ 104 h 158"/>
                <a:gd name="T46" fmla="*/ 133 w 175"/>
                <a:gd name="T47" fmla="*/ 108 h 158"/>
                <a:gd name="T48" fmla="*/ 127 w 175"/>
                <a:gd name="T49" fmla="*/ 110 h 158"/>
                <a:gd name="T50" fmla="*/ 121 w 175"/>
                <a:gd name="T51" fmla="*/ 111 h 158"/>
                <a:gd name="T52" fmla="*/ 74 w 175"/>
                <a:gd name="T53" fmla="*/ 83 h 158"/>
                <a:gd name="T54" fmla="*/ 74 w 175"/>
                <a:gd name="T55" fmla="*/ 77 h 158"/>
                <a:gd name="T56" fmla="*/ 80 w 175"/>
                <a:gd name="T57" fmla="*/ 67 h 158"/>
                <a:gd name="T58" fmla="*/ 85 w 175"/>
                <a:gd name="T59" fmla="*/ 65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75" h="158">
                  <a:moveTo>
                    <a:pt x="85" y="65"/>
                  </a:moveTo>
                  <a:cubicBezTo>
                    <a:pt x="82" y="70"/>
                    <a:pt x="81" y="77"/>
                    <a:pt x="82" y="83"/>
                  </a:cubicBezTo>
                  <a:cubicBezTo>
                    <a:pt x="83" y="85"/>
                    <a:pt x="83" y="87"/>
                    <a:pt x="84" y="88"/>
                  </a:cubicBezTo>
                  <a:cubicBezTo>
                    <a:pt x="89" y="98"/>
                    <a:pt x="100" y="103"/>
                    <a:pt x="111" y="102"/>
                  </a:cubicBezTo>
                  <a:cubicBezTo>
                    <a:pt x="113" y="102"/>
                    <a:pt x="115" y="102"/>
                    <a:pt x="117" y="101"/>
                  </a:cubicBezTo>
                  <a:cubicBezTo>
                    <a:pt x="121" y="100"/>
                    <a:pt x="125" y="99"/>
                    <a:pt x="129" y="96"/>
                  </a:cubicBezTo>
                  <a:cubicBezTo>
                    <a:pt x="131" y="94"/>
                    <a:pt x="132" y="92"/>
                    <a:pt x="134" y="90"/>
                  </a:cubicBezTo>
                  <a:cubicBezTo>
                    <a:pt x="150" y="71"/>
                    <a:pt x="144" y="41"/>
                    <a:pt x="127" y="24"/>
                  </a:cubicBezTo>
                  <a:cubicBezTo>
                    <a:pt x="126" y="23"/>
                    <a:pt x="124" y="22"/>
                    <a:pt x="122" y="20"/>
                  </a:cubicBezTo>
                  <a:cubicBezTo>
                    <a:pt x="109" y="12"/>
                    <a:pt x="82" y="0"/>
                    <a:pt x="44" y="15"/>
                  </a:cubicBezTo>
                  <a:cubicBezTo>
                    <a:pt x="44" y="15"/>
                    <a:pt x="40" y="17"/>
                    <a:pt x="34" y="20"/>
                  </a:cubicBezTo>
                  <a:cubicBezTo>
                    <a:pt x="32" y="21"/>
                    <a:pt x="30" y="23"/>
                    <a:pt x="28" y="25"/>
                  </a:cubicBezTo>
                  <a:cubicBezTo>
                    <a:pt x="7" y="41"/>
                    <a:pt x="0" y="69"/>
                    <a:pt x="3" y="94"/>
                  </a:cubicBezTo>
                  <a:cubicBezTo>
                    <a:pt x="3" y="94"/>
                    <a:pt x="3" y="95"/>
                    <a:pt x="4" y="97"/>
                  </a:cubicBezTo>
                  <a:cubicBezTo>
                    <a:pt x="6" y="112"/>
                    <a:pt x="15" y="125"/>
                    <a:pt x="26" y="134"/>
                  </a:cubicBezTo>
                  <a:cubicBezTo>
                    <a:pt x="28" y="135"/>
                    <a:pt x="31" y="137"/>
                    <a:pt x="33" y="139"/>
                  </a:cubicBezTo>
                  <a:cubicBezTo>
                    <a:pt x="58" y="155"/>
                    <a:pt x="91" y="158"/>
                    <a:pt x="120" y="152"/>
                  </a:cubicBezTo>
                  <a:cubicBezTo>
                    <a:pt x="122" y="152"/>
                    <a:pt x="125" y="151"/>
                    <a:pt x="128" y="151"/>
                  </a:cubicBezTo>
                  <a:cubicBezTo>
                    <a:pt x="148" y="145"/>
                    <a:pt x="173" y="132"/>
                    <a:pt x="175" y="97"/>
                  </a:cubicBezTo>
                  <a:cubicBezTo>
                    <a:pt x="175" y="97"/>
                    <a:pt x="175" y="95"/>
                    <a:pt x="174" y="92"/>
                  </a:cubicBezTo>
                  <a:cubicBezTo>
                    <a:pt x="173" y="74"/>
                    <a:pt x="167" y="58"/>
                    <a:pt x="159" y="42"/>
                  </a:cubicBezTo>
                  <a:cubicBezTo>
                    <a:pt x="158" y="60"/>
                    <a:pt x="161" y="81"/>
                    <a:pt x="148" y="97"/>
                  </a:cubicBezTo>
                  <a:cubicBezTo>
                    <a:pt x="146" y="99"/>
                    <a:pt x="144" y="102"/>
                    <a:pt x="141" y="104"/>
                  </a:cubicBezTo>
                  <a:cubicBezTo>
                    <a:pt x="139" y="105"/>
                    <a:pt x="136" y="107"/>
                    <a:pt x="133" y="108"/>
                  </a:cubicBezTo>
                  <a:cubicBezTo>
                    <a:pt x="131" y="109"/>
                    <a:pt x="129" y="109"/>
                    <a:pt x="127" y="110"/>
                  </a:cubicBezTo>
                  <a:cubicBezTo>
                    <a:pt x="125" y="110"/>
                    <a:pt x="123" y="110"/>
                    <a:pt x="121" y="111"/>
                  </a:cubicBezTo>
                  <a:cubicBezTo>
                    <a:pt x="101" y="116"/>
                    <a:pt x="78" y="104"/>
                    <a:pt x="74" y="83"/>
                  </a:cubicBezTo>
                  <a:cubicBezTo>
                    <a:pt x="74" y="81"/>
                    <a:pt x="74" y="79"/>
                    <a:pt x="74" y="77"/>
                  </a:cubicBezTo>
                  <a:cubicBezTo>
                    <a:pt x="75" y="73"/>
                    <a:pt x="76" y="70"/>
                    <a:pt x="80" y="67"/>
                  </a:cubicBezTo>
                  <a:cubicBezTo>
                    <a:pt x="82" y="64"/>
                    <a:pt x="85" y="62"/>
                    <a:pt x="85" y="65"/>
                  </a:cubicBezTo>
                  <a:close/>
                </a:path>
              </a:pathLst>
            </a:custGeom>
            <a:solidFill>
              <a:srgbClr val="F203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 name="Freeform 7"/>
            <p:cNvSpPr/>
            <p:nvPr/>
          </p:nvSpPr>
          <p:spPr bwMode="auto">
            <a:xfrm>
              <a:off x="2036" y="1499"/>
              <a:ext cx="550" cy="442"/>
            </a:xfrm>
            <a:custGeom>
              <a:avLst/>
              <a:gdLst>
                <a:gd name="T0" fmla="*/ 5 w 233"/>
                <a:gd name="T1" fmla="*/ 187 h 187"/>
                <a:gd name="T2" fmla="*/ 36 w 233"/>
                <a:gd name="T3" fmla="*/ 130 h 187"/>
                <a:gd name="T4" fmla="*/ 41 w 233"/>
                <a:gd name="T5" fmla="*/ 126 h 187"/>
                <a:gd name="T6" fmla="*/ 59 w 233"/>
                <a:gd name="T7" fmla="*/ 117 h 187"/>
                <a:gd name="T8" fmla="*/ 148 w 233"/>
                <a:gd name="T9" fmla="*/ 132 h 187"/>
                <a:gd name="T10" fmla="*/ 153 w 233"/>
                <a:gd name="T11" fmla="*/ 137 h 187"/>
                <a:gd name="T12" fmla="*/ 174 w 233"/>
                <a:gd name="T13" fmla="*/ 134 h 187"/>
                <a:gd name="T14" fmla="*/ 181 w 233"/>
                <a:gd name="T15" fmla="*/ 129 h 187"/>
                <a:gd name="T16" fmla="*/ 225 w 233"/>
                <a:gd name="T17" fmla="*/ 70 h 187"/>
                <a:gd name="T18" fmla="*/ 206 w 233"/>
                <a:gd name="T19" fmla="*/ 0 h 187"/>
                <a:gd name="T20" fmla="*/ 167 w 233"/>
                <a:gd name="T21" fmla="*/ 8 h 187"/>
                <a:gd name="T22" fmla="*/ 162 w 233"/>
                <a:gd name="T23" fmla="*/ 5 h 187"/>
                <a:gd name="T24" fmla="*/ 162 w 233"/>
                <a:gd name="T25" fmla="*/ 13 h 187"/>
                <a:gd name="T26" fmla="*/ 161 w 233"/>
                <a:gd name="T27" fmla="*/ 20 h 187"/>
                <a:gd name="T28" fmla="*/ 140 w 233"/>
                <a:gd name="T29" fmla="*/ 50 h 187"/>
                <a:gd name="T30" fmla="*/ 66 w 233"/>
                <a:gd name="T31" fmla="*/ 96 h 187"/>
                <a:gd name="T32" fmla="*/ 29 w 233"/>
                <a:gd name="T33" fmla="*/ 122 h 187"/>
                <a:gd name="T34" fmla="*/ 25 w 233"/>
                <a:gd name="T35" fmla="*/ 126 h 187"/>
                <a:gd name="T36" fmla="*/ 4 w 233"/>
                <a:gd name="T37" fmla="*/ 182 h 187"/>
                <a:gd name="T38" fmla="*/ 5 w 233"/>
                <a:gd name="T39" fmla="*/ 187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33" h="187">
                  <a:moveTo>
                    <a:pt x="5" y="187"/>
                  </a:moveTo>
                  <a:cubicBezTo>
                    <a:pt x="9" y="166"/>
                    <a:pt x="19" y="144"/>
                    <a:pt x="36" y="130"/>
                  </a:cubicBezTo>
                  <a:cubicBezTo>
                    <a:pt x="38" y="128"/>
                    <a:pt x="40" y="127"/>
                    <a:pt x="41" y="126"/>
                  </a:cubicBezTo>
                  <a:cubicBezTo>
                    <a:pt x="47" y="122"/>
                    <a:pt x="53" y="119"/>
                    <a:pt x="59" y="117"/>
                  </a:cubicBezTo>
                  <a:cubicBezTo>
                    <a:pt x="59" y="117"/>
                    <a:pt x="110" y="97"/>
                    <a:pt x="148" y="132"/>
                  </a:cubicBezTo>
                  <a:cubicBezTo>
                    <a:pt x="149" y="133"/>
                    <a:pt x="151" y="135"/>
                    <a:pt x="153" y="137"/>
                  </a:cubicBezTo>
                  <a:cubicBezTo>
                    <a:pt x="158" y="148"/>
                    <a:pt x="166" y="136"/>
                    <a:pt x="174" y="134"/>
                  </a:cubicBezTo>
                  <a:cubicBezTo>
                    <a:pt x="176" y="132"/>
                    <a:pt x="178" y="131"/>
                    <a:pt x="181" y="129"/>
                  </a:cubicBezTo>
                  <a:cubicBezTo>
                    <a:pt x="199" y="116"/>
                    <a:pt x="221" y="96"/>
                    <a:pt x="225" y="70"/>
                  </a:cubicBezTo>
                  <a:cubicBezTo>
                    <a:pt x="225" y="70"/>
                    <a:pt x="233" y="18"/>
                    <a:pt x="206" y="0"/>
                  </a:cubicBezTo>
                  <a:cubicBezTo>
                    <a:pt x="206" y="0"/>
                    <a:pt x="185" y="17"/>
                    <a:pt x="167" y="8"/>
                  </a:cubicBezTo>
                  <a:cubicBezTo>
                    <a:pt x="165" y="8"/>
                    <a:pt x="163" y="7"/>
                    <a:pt x="162" y="5"/>
                  </a:cubicBezTo>
                  <a:cubicBezTo>
                    <a:pt x="162" y="5"/>
                    <a:pt x="162" y="8"/>
                    <a:pt x="162" y="13"/>
                  </a:cubicBezTo>
                  <a:cubicBezTo>
                    <a:pt x="162" y="15"/>
                    <a:pt x="162" y="18"/>
                    <a:pt x="161" y="20"/>
                  </a:cubicBezTo>
                  <a:cubicBezTo>
                    <a:pt x="159" y="29"/>
                    <a:pt x="153" y="40"/>
                    <a:pt x="140" y="50"/>
                  </a:cubicBezTo>
                  <a:cubicBezTo>
                    <a:pt x="140" y="50"/>
                    <a:pt x="126" y="65"/>
                    <a:pt x="66" y="96"/>
                  </a:cubicBezTo>
                  <a:cubicBezTo>
                    <a:pt x="66" y="96"/>
                    <a:pt x="46" y="105"/>
                    <a:pt x="29" y="122"/>
                  </a:cubicBezTo>
                  <a:cubicBezTo>
                    <a:pt x="27" y="123"/>
                    <a:pt x="26" y="125"/>
                    <a:pt x="25" y="126"/>
                  </a:cubicBezTo>
                  <a:cubicBezTo>
                    <a:pt x="10" y="141"/>
                    <a:pt x="0" y="161"/>
                    <a:pt x="4" y="182"/>
                  </a:cubicBezTo>
                  <a:cubicBezTo>
                    <a:pt x="4" y="185"/>
                    <a:pt x="4" y="187"/>
                    <a:pt x="5" y="187"/>
                  </a:cubicBezTo>
                  <a:close/>
                </a:path>
              </a:pathLst>
            </a:custGeom>
            <a:solidFill>
              <a:srgbClr val="F203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 name="Freeform 8"/>
            <p:cNvSpPr/>
            <p:nvPr/>
          </p:nvSpPr>
          <p:spPr bwMode="auto">
            <a:xfrm>
              <a:off x="2402" y="1421"/>
              <a:ext cx="132" cy="90"/>
            </a:xfrm>
            <a:custGeom>
              <a:avLst/>
              <a:gdLst>
                <a:gd name="T0" fmla="*/ 28 w 56"/>
                <a:gd name="T1" fmla="*/ 27 h 38"/>
                <a:gd name="T2" fmla="*/ 28 w 56"/>
                <a:gd name="T3" fmla="*/ 22 h 38"/>
                <a:gd name="T4" fmla="*/ 21 w 56"/>
                <a:gd name="T5" fmla="*/ 18 h 38"/>
                <a:gd name="T6" fmla="*/ 14 w 56"/>
                <a:gd name="T7" fmla="*/ 20 h 38"/>
                <a:gd name="T8" fmla="*/ 14 w 56"/>
                <a:gd name="T9" fmla="*/ 35 h 38"/>
                <a:gd name="T10" fmla="*/ 19 w 56"/>
                <a:gd name="T11" fmla="*/ 37 h 38"/>
                <a:gd name="T12" fmla="*/ 28 w 56"/>
                <a:gd name="T13" fmla="*/ 36 h 38"/>
                <a:gd name="T14" fmla="*/ 56 w 56"/>
                <a:gd name="T15" fmla="*/ 0 h 38"/>
                <a:gd name="T16" fmla="*/ 38 w 56"/>
                <a:gd name="T17" fmla="*/ 5 h 38"/>
                <a:gd name="T18" fmla="*/ 29 w 56"/>
                <a:gd name="T19" fmla="*/ 5 h 38"/>
                <a:gd name="T20" fmla="*/ 4 w 56"/>
                <a:gd name="T21" fmla="*/ 11 h 38"/>
                <a:gd name="T22" fmla="*/ 2 w 56"/>
                <a:gd name="T23" fmla="*/ 25 h 38"/>
                <a:gd name="T24" fmla="*/ 30 w 56"/>
                <a:gd name="T25" fmla="*/ 15 h 38"/>
                <a:gd name="T26" fmla="*/ 33 w 56"/>
                <a:gd name="T27" fmla="*/ 22 h 38"/>
                <a:gd name="T28" fmla="*/ 28 w 56"/>
                <a:gd name="T29" fmla="*/ 27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6" h="38">
                  <a:moveTo>
                    <a:pt x="28" y="27"/>
                  </a:moveTo>
                  <a:cubicBezTo>
                    <a:pt x="28" y="27"/>
                    <a:pt x="29" y="25"/>
                    <a:pt x="28" y="22"/>
                  </a:cubicBezTo>
                  <a:cubicBezTo>
                    <a:pt x="28" y="20"/>
                    <a:pt x="26" y="18"/>
                    <a:pt x="21" y="18"/>
                  </a:cubicBezTo>
                  <a:cubicBezTo>
                    <a:pt x="18" y="18"/>
                    <a:pt x="16" y="18"/>
                    <a:pt x="14" y="20"/>
                  </a:cubicBezTo>
                  <a:cubicBezTo>
                    <a:pt x="9" y="23"/>
                    <a:pt x="10" y="30"/>
                    <a:pt x="14" y="35"/>
                  </a:cubicBezTo>
                  <a:cubicBezTo>
                    <a:pt x="15" y="36"/>
                    <a:pt x="17" y="37"/>
                    <a:pt x="19" y="37"/>
                  </a:cubicBezTo>
                  <a:cubicBezTo>
                    <a:pt x="21" y="38"/>
                    <a:pt x="24" y="38"/>
                    <a:pt x="28" y="36"/>
                  </a:cubicBezTo>
                  <a:cubicBezTo>
                    <a:pt x="28" y="36"/>
                    <a:pt x="56" y="34"/>
                    <a:pt x="56" y="0"/>
                  </a:cubicBezTo>
                  <a:cubicBezTo>
                    <a:pt x="56" y="0"/>
                    <a:pt x="49" y="6"/>
                    <a:pt x="38" y="5"/>
                  </a:cubicBezTo>
                  <a:cubicBezTo>
                    <a:pt x="38" y="5"/>
                    <a:pt x="34" y="5"/>
                    <a:pt x="29" y="5"/>
                  </a:cubicBezTo>
                  <a:cubicBezTo>
                    <a:pt x="20" y="6"/>
                    <a:pt x="12" y="7"/>
                    <a:pt x="4" y="11"/>
                  </a:cubicBezTo>
                  <a:cubicBezTo>
                    <a:pt x="0" y="14"/>
                    <a:pt x="0" y="20"/>
                    <a:pt x="2" y="25"/>
                  </a:cubicBezTo>
                  <a:cubicBezTo>
                    <a:pt x="10" y="20"/>
                    <a:pt x="19" y="7"/>
                    <a:pt x="30" y="15"/>
                  </a:cubicBezTo>
                  <a:cubicBezTo>
                    <a:pt x="30" y="15"/>
                    <a:pt x="34" y="18"/>
                    <a:pt x="33" y="22"/>
                  </a:cubicBezTo>
                  <a:cubicBezTo>
                    <a:pt x="33" y="22"/>
                    <a:pt x="30" y="30"/>
                    <a:pt x="28" y="27"/>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 name="Freeform 9"/>
            <p:cNvSpPr/>
            <p:nvPr/>
          </p:nvSpPr>
          <p:spPr bwMode="auto">
            <a:xfrm>
              <a:off x="2451" y="1483"/>
              <a:ext cx="744" cy="682"/>
            </a:xfrm>
            <a:custGeom>
              <a:avLst/>
              <a:gdLst>
                <a:gd name="T0" fmla="*/ 60 w 315"/>
                <a:gd name="T1" fmla="*/ 37 h 289"/>
                <a:gd name="T2" fmla="*/ 56 w 315"/>
                <a:gd name="T3" fmla="*/ 108 h 289"/>
                <a:gd name="T4" fmla="*/ 30 w 315"/>
                <a:gd name="T5" fmla="*/ 139 h 289"/>
                <a:gd name="T6" fmla="*/ 25 w 315"/>
                <a:gd name="T7" fmla="*/ 143 h 289"/>
                <a:gd name="T8" fmla="*/ 32 w 315"/>
                <a:gd name="T9" fmla="*/ 212 h 289"/>
                <a:gd name="T10" fmla="*/ 37 w 315"/>
                <a:gd name="T11" fmla="*/ 219 h 289"/>
                <a:gd name="T12" fmla="*/ 52 w 315"/>
                <a:gd name="T13" fmla="*/ 237 h 289"/>
                <a:gd name="T14" fmla="*/ 178 w 315"/>
                <a:gd name="T15" fmla="*/ 275 h 289"/>
                <a:gd name="T16" fmla="*/ 282 w 315"/>
                <a:gd name="T17" fmla="*/ 183 h 289"/>
                <a:gd name="T18" fmla="*/ 236 w 315"/>
                <a:gd name="T19" fmla="*/ 32 h 289"/>
                <a:gd name="T20" fmla="*/ 151 w 315"/>
                <a:gd name="T21" fmla="*/ 3 h 289"/>
                <a:gd name="T22" fmla="*/ 60 w 315"/>
                <a:gd name="T23" fmla="*/ 37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5" h="289">
                  <a:moveTo>
                    <a:pt x="60" y="37"/>
                  </a:moveTo>
                  <a:cubicBezTo>
                    <a:pt x="60" y="37"/>
                    <a:pt x="79" y="76"/>
                    <a:pt x="56" y="108"/>
                  </a:cubicBezTo>
                  <a:cubicBezTo>
                    <a:pt x="56" y="108"/>
                    <a:pt x="50" y="122"/>
                    <a:pt x="30" y="139"/>
                  </a:cubicBezTo>
                  <a:cubicBezTo>
                    <a:pt x="28" y="140"/>
                    <a:pt x="26" y="141"/>
                    <a:pt x="25" y="143"/>
                  </a:cubicBezTo>
                  <a:cubicBezTo>
                    <a:pt x="0" y="157"/>
                    <a:pt x="22" y="192"/>
                    <a:pt x="32" y="212"/>
                  </a:cubicBezTo>
                  <a:cubicBezTo>
                    <a:pt x="34" y="215"/>
                    <a:pt x="35" y="217"/>
                    <a:pt x="37" y="219"/>
                  </a:cubicBezTo>
                  <a:cubicBezTo>
                    <a:pt x="41" y="225"/>
                    <a:pt x="46" y="231"/>
                    <a:pt x="52" y="237"/>
                  </a:cubicBezTo>
                  <a:cubicBezTo>
                    <a:pt x="52" y="237"/>
                    <a:pt x="93" y="289"/>
                    <a:pt x="178" y="275"/>
                  </a:cubicBezTo>
                  <a:cubicBezTo>
                    <a:pt x="178" y="275"/>
                    <a:pt x="261" y="261"/>
                    <a:pt x="282" y="183"/>
                  </a:cubicBezTo>
                  <a:cubicBezTo>
                    <a:pt x="282" y="183"/>
                    <a:pt x="315" y="92"/>
                    <a:pt x="236" y="32"/>
                  </a:cubicBezTo>
                  <a:cubicBezTo>
                    <a:pt x="236" y="32"/>
                    <a:pt x="206" y="5"/>
                    <a:pt x="151" y="3"/>
                  </a:cubicBezTo>
                  <a:cubicBezTo>
                    <a:pt x="151" y="3"/>
                    <a:pt x="105" y="0"/>
                    <a:pt x="60" y="37"/>
                  </a:cubicBezTo>
                  <a:close/>
                </a:path>
              </a:pathLst>
            </a:custGeom>
            <a:solidFill>
              <a:srgbClr val="F203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 name="Freeform 10"/>
            <p:cNvSpPr/>
            <p:nvPr/>
          </p:nvSpPr>
          <p:spPr bwMode="auto">
            <a:xfrm>
              <a:off x="2647" y="1627"/>
              <a:ext cx="317" cy="338"/>
            </a:xfrm>
            <a:custGeom>
              <a:avLst/>
              <a:gdLst>
                <a:gd name="T0" fmla="*/ 1 w 134"/>
                <a:gd name="T1" fmla="*/ 63 h 143"/>
                <a:gd name="T2" fmla="*/ 6 w 134"/>
                <a:gd name="T3" fmla="*/ 94 h 143"/>
                <a:gd name="T4" fmla="*/ 9 w 134"/>
                <a:gd name="T5" fmla="*/ 101 h 143"/>
                <a:gd name="T6" fmla="*/ 105 w 134"/>
                <a:gd name="T7" fmla="*/ 122 h 143"/>
                <a:gd name="T8" fmla="*/ 112 w 134"/>
                <a:gd name="T9" fmla="*/ 117 h 143"/>
                <a:gd name="T10" fmla="*/ 123 w 134"/>
                <a:gd name="T11" fmla="*/ 103 h 143"/>
                <a:gd name="T12" fmla="*/ 128 w 134"/>
                <a:gd name="T13" fmla="*/ 96 h 143"/>
                <a:gd name="T14" fmla="*/ 133 w 134"/>
                <a:gd name="T15" fmla="*/ 79 h 143"/>
                <a:gd name="T16" fmla="*/ 134 w 134"/>
                <a:gd name="T17" fmla="*/ 70 h 143"/>
                <a:gd name="T18" fmla="*/ 134 w 134"/>
                <a:gd name="T19" fmla="*/ 60 h 143"/>
                <a:gd name="T20" fmla="*/ 126 w 134"/>
                <a:gd name="T21" fmla="*/ 34 h 143"/>
                <a:gd name="T22" fmla="*/ 121 w 134"/>
                <a:gd name="T23" fmla="*/ 26 h 143"/>
                <a:gd name="T24" fmla="*/ 86 w 134"/>
                <a:gd name="T25" fmla="*/ 2 h 143"/>
                <a:gd name="T26" fmla="*/ 77 w 134"/>
                <a:gd name="T27" fmla="*/ 0 h 143"/>
                <a:gd name="T28" fmla="*/ 68 w 134"/>
                <a:gd name="T29" fmla="*/ 0 h 143"/>
                <a:gd name="T30" fmla="*/ 60 w 134"/>
                <a:gd name="T31" fmla="*/ 0 h 143"/>
                <a:gd name="T32" fmla="*/ 51 w 134"/>
                <a:gd name="T33" fmla="*/ 1 h 143"/>
                <a:gd name="T34" fmla="*/ 35 w 134"/>
                <a:gd name="T35" fmla="*/ 7 h 143"/>
                <a:gd name="T36" fmla="*/ 21 w 134"/>
                <a:gd name="T37" fmla="*/ 16 h 143"/>
                <a:gd name="T38" fmla="*/ 11 w 134"/>
                <a:gd name="T39" fmla="*/ 29 h 143"/>
                <a:gd name="T40" fmla="*/ 7 w 134"/>
                <a:gd name="T41" fmla="*/ 36 h 143"/>
                <a:gd name="T42" fmla="*/ 4 w 134"/>
                <a:gd name="T43" fmla="*/ 44 h 143"/>
                <a:gd name="T44" fmla="*/ 2 w 134"/>
                <a:gd name="T45" fmla="*/ 52 h 143"/>
                <a:gd name="T46" fmla="*/ 1 w 134"/>
                <a:gd name="T47" fmla="*/ 63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34" h="143">
                  <a:moveTo>
                    <a:pt x="1" y="63"/>
                  </a:moveTo>
                  <a:cubicBezTo>
                    <a:pt x="0" y="73"/>
                    <a:pt x="2" y="84"/>
                    <a:pt x="6" y="94"/>
                  </a:cubicBezTo>
                  <a:cubicBezTo>
                    <a:pt x="7" y="96"/>
                    <a:pt x="8" y="99"/>
                    <a:pt x="9" y="101"/>
                  </a:cubicBezTo>
                  <a:cubicBezTo>
                    <a:pt x="26" y="136"/>
                    <a:pt x="74" y="143"/>
                    <a:pt x="105" y="122"/>
                  </a:cubicBezTo>
                  <a:cubicBezTo>
                    <a:pt x="107" y="120"/>
                    <a:pt x="109" y="119"/>
                    <a:pt x="112" y="117"/>
                  </a:cubicBezTo>
                  <a:cubicBezTo>
                    <a:pt x="116" y="113"/>
                    <a:pt x="120" y="108"/>
                    <a:pt x="123" y="103"/>
                  </a:cubicBezTo>
                  <a:cubicBezTo>
                    <a:pt x="125" y="101"/>
                    <a:pt x="126" y="98"/>
                    <a:pt x="128" y="96"/>
                  </a:cubicBezTo>
                  <a:cubicBezTo>
                    <a:pt x="130" y="91"/>
                    <a:pt x="132" y="85"/>
                    <a:pt x="133" y="79"/>
                  </a:cubicBezTo>
                  <a:cubicBezTo>
                    <a:pt x="134" y="76"/>
                    <a:pt x="134" y="73"/>
                    <a:pt x="134" y="70"/>
                  </a:cubicBezTo>
                  <a:cubicBezTo>
                    <a:pt x="134" y="66"/>
                    <a:pt x="134" y="63"/>
                    <a:pt x="134" y="60"/>
                  </a:cubicBezTo>
                  <a:cubicBezTo>
                    <a:pt x="133" y="51"/>
                    <a:pt x="130" y="42"/>
                    <a:pt x="126" y="34"/>
                  </a:cubicBezTo>
                  <a:cubicBezTo>
                    <a:pt x="124" y="31"/>
                    <a:pt x="123" y="29"/>
                    <a:pt x="121" y="26"/>
                  </a:cubicBezTo>
                  <a:cubicBezTo>
                    <a:pt x="113" y="15"/>
                    <a:pt x="100" y="6"/>
                    <a:pt x="86" y="2"/>
                  </a:cubicBezTo>
                  <a:cubicBezTo>
                    <a:pt x="83" y="1"/>
                    <a:pt x="80" y="1"/>
                    <a:pt x="77" y="0"/>
                  </a:cubicBezTo>
                  <a:cubicBezTo>
                    <a:pt x="74" y="0"/>
                    <a:pt x="71" y="0"/>
                    <a:pt x="68" y="0"/>
                  </a:cubicBezTo>
                  <a:cubicBezTo>
                    <a:pt x="65" y="0"/>
                    <a:pt x="62" y="0"/>
                    <a:pt x="60" y="0"/>
                  </a:cubicBezTo>
                  <a:cubicBezTo>
                    <a:pt x="57" y="0"/>
                    <a:pt x="54" y="1"/>
                    <a:pt x="51" y="1"/>
                  </a:cubicBezTo>
                  <a:cubicBezTo>
                    <a:pt x="45" y="2"/>
                    <a:pt x="40" y="4"/>
                    <a:pt x="35" y="7"/>
                  </a:cubicBezTo>
                  <a:cubicBezTo>
                    <a:pt x="30" y="9"/>
                    <a:pt x="25" y="12"/>
                    <a:pt x="21" y="16"/>
                  </a:cubicBezTo>
                  <a:cubicBezTo>
                    <a:pt x="17" y="20"/>
                    <a:pt x="14" y="24"/>
                    <a:pt x="11" y="29"/>
                  </a:cubicBezTo>
                  <a:cubicBezTo>
                    <a:pt x="10" y="31"/>
                    <a:pt x="9" y="33"/>
                    <a:pt x="7" y="36"/>
                  </a:cubicBezTo>
                  <a:cubicBezTo>
                    <a:pt x="6" y="38"/>
                    <a:pt x="5" y="41"/>
                    <a:pt x="4" y="44"/>
                  </a:cubicBezTo>
                  <a:cubicBezTo>
                    <a:pt x="3" y="46"/>
                    <a:pt x="3" y="49"/>
                    <a:pt x="2" y="52"/>
                  </a:cubicBezTo>
                  <a:cubicBezTo>
                    <a:pt x="2" y="55"/>
                    <a:pt x="1" y="59"/>
                    <a:pt x="1" y="6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 name="Freeform 11"/>
            <p:cNvSpPr/>
            <p:nvPr/>
          </p:nvSpPr>
          <p:spPr bwMode="auto">
            <a:xfrm>
              <a:off x="2947" y="1462"/>
              <a:ext cx="449" cy="734"/>
            </a:xfrm>
            <a:custGeom>
              <a:avLst/>
              <a:gdLst>
                <a:gd name="T0" fmla="*/ 0 w 190"/>
                <a:gd name="T1" fmla="*/ 12 h 311"/>
                <a:gd name="T2" fmla="*/ 34 w 190"/>
                <a:gd name="T3" fmla="*/ 29 h 311"/>
                <a:gd name="T4" fmla="*/ 42 w 190"/>
                <a:gd name="T5" fmla="*/ 35 h 311"/>
                <a:gd name="T6" fmla="*/ 63 w 190"/>
                <a:gd name="T7" fmla="*/ 53 h 311"/>
                <a:gd name="T8" fmla="*/ 67 w 190"/>
                <a:gd name="T9" fmla="*/ 57 h 311"/>
                <a:gd name="T10" fmla="*/ 102 w 190"/>
                <a:gd name="T11" fmla="*/ 144 h 311"/>
                <a:gd name="T12" fmla="*/ 5 w 190"/>
                <a:gd name="T13" fmla="*/ 284 h 311"/>
                <a:gd name="T14" fmla="*/ 140 w 190"/>
                <a:gd name="T15" fmla="*/ 249 h 311"/>
                <a:gd name="T16" fmla="*/ 182 w 190"/>
                <a:gd name="T17" fmla="*/ 128 h 311"/>
                <a:gd name="T18" fmla="*/ 132 w 190"/>
                <a:gd name="T19" fmla="*/ 40 h 311"/>
                <a:gd name="T20" fmla="*/ 127 w 190"/>
                <a:gd name="T21" fmla="*/ 36 h 311"/>
                <a:gd name="T22" fmla="*/ 31 w 190"/>
                <a:gd name="T23" fmla="*/ 5 h 311"/>
                <a:gd name="T24" fmla="*/ 24 w 190"/>
                <a:gd name="T25" fmla="*/ 6 h 311"/>
                <a:gd name="T26" fmla="*/ 0 w 190"/>
                <a:gd name="T27" fmla="*/ 12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0" h="311">
                  <a:moveTo>
                    <a:pt x="0" y="12"/>
                  </a:moveTo>
                  <a:cubicBezTo>
                    <a:pt x="0" y="12"/>
                    <a:pt x="15" y="17"/>
                    <a:pt x="34" y="29"/>
                  </a:cubicBezTo>
                  <a:cubicBezTo>
                    <a:pt x="36" y="31"/>
                    <a:pt x="39" y="33"/>
                    <a:pt x="42" y="35"/>
                  </a:cubicBezTo>
                  <a:cubicBezTo>
                    <a:pt x="48" y="41"/>
                    <a:pt x="57" y="45"/>
                    <a:pt x="63" y="53"/>
                  </a:cubicBezTo>
                  <a:cubicBezTo>
                    <a:pt x="64" y="54"/>
                    <a:pt x="66" y="56"/>
                    <a:pt x="67" y="57"/>
                  </a:cubicBezTo>
                  <a:cubicBezTo>
                    <a:pt x="86" y="78"/>
                    <a:pt x="102" y="106"/>
                    <a:pt x="102" y="144"/>
                  </a:cubicBezTo>
                  <a:cubicBezTo>
                    <a:pt x="102" y="144"/>
                    <a:pt x="115" y="239"/>
                    <a:pt x="5" y="284"/>
                  </a:cubicBezTo>
                  <a:cubicBezTo>
                    <a:pt x="5" y="284"/>
                    <a:pt x="68" y="311"/>
                    <a:pt x="140" y="249"/>
                  </a:cubicBezTo>
                  <a:cubicBezTo>
                    <a:pt x="140" y="249"/>
                    <a:pt x="190" y="202"/>
                    <a:pt x="182" y="128"/>
                  </a:cubicBezTo>
                  <a:cubicBezTo>
                    <a:pt x="182" y="128"/>
                    <a:pt x="175" y="77"/>
                    <a:pt x="132" y="40"/>
                  </a:cubicBezTo>
                  <a:cubicBezTo>
                    <a:pt x="130" y="39"/>
                    <a:pt x="129" y="38"/>
                    <a:pt x="127" y="36"/>
                  </a:cubicBezTo>
                  <a:cubicBezTo>
                    <a:pt x="101" y="15"/>
                    <a:pt x="66" y="0"/>
                    <a:pt x="31" y="5"/>
                  </a:cubicBezTo>
                  <a:cubicBezTo>
                    <a:pt x="29" y="5"/>
                    <a:pt x="27" y="6"/>
                    <a:pt x="24" y="6"/>
                  </a:cubicBezTo>
                  <a:cubicBezTo>
                    <a:pt x="17" y="7"/>
                    <a:pt x="9" y="9"/>
                    <a:pt x="0" y="12"/>
                  </a:cubicBezTo>
                  <a:close/>
                </a:path>
              </a:pathLst>
            </a:custGeom>
            <a:solidFill>
              <a:srgbClr val="F203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 name="Freeform 12"/>
            <p:cNvSpPr/>
            <p:nvPr/>
          </p:nvSpPr>
          <p:spPr bwMode="auto">
            <a:xfrm>
              <a:off x="1988" y="1587"/>
              <a:ext cx="187" cy="184"/>
            </a:xfrm>
            <a:custGeom>
              <a:avLst/>
              <a:gdLst>
                <a:gd name="T0" fmla="*/ 15 w 79"/>
                <a:gd name="T1" fmla="*/ 17 h 78"/>
                <a:gd name="T2" fmla="*/ 34 w 79"/>
                <a:gd name="T3" fmla="*/ 14 h 78"/>
                <a:gd name="T4" fmla="*/ 13 w 79"/>
                <a:gd name="T5" fmla="*/ 37 h 78"/>
                <a:gd name="T6" fmla="*/ 11 w 79"/>
                <a:gd name="T7" fmla="*/ 40 h 78"/>
                <a:gd name="T8" fmla="*/ 18 w 79"/>
                <a:gd name="T9" fmla="*/ 62 h 78"/>
                <a:gd name="T10" fmla="*/ 24 w 79"/>
                <a:gd name="T11" fmla="*/ 31 h 78"/>
                <a:gd name="T12" fmla="*/ 47 w 79"/>
                <a:gd name="T13" fmla="*/ 11 h 78"/>
                <a:gd name="T14" fmla="*/ 75 w 79"/>
                <a:gd name="T15" fmla="*/ 0 h 78"/>
                <a:gd name="T16" fmla="*/ 55 w 79"/>
                <a:gd name="T17" fmla="*/ 23 h 78"/>
                <a:gd name="T18" fmla="*/ 22 w 79"/>
                <a:gd name="T19" fmla="*/ 55 h 78"/>
                <a:gd name="T20" fmla="*/ 33 w 79"/>
                <a:gd name="T21" fmla="*/ 52 h 78"/>
                <a:gd name="T22" fmla="*/ 34 w 79"/>
                <a:gd name="T23" fmla="*/ 67 h 78"/>
                <a:gd name="T24" fmla="*/ 9 w 79"/>
                <a:gd name="T25" fmla="*/ 70 h 78"/>
                <a:gd name="T26" fmla="*/ 0 w 79"/>
                <a:gd name="T27" fmla="*/ 51 h 78"/>
                <a:gd name="T28" fmla="*/ 2 w 79"/>
                <a:gd name="T29" fmla="*/ 40 h 78"/>
                <a:gd name="T30" fmla="*/ 4 w 79"/>
                <a:gd name="T31" fmla="*/ 33 h 78"/>
                <a:gd name="T32" fmla="*/ 8 w 79"/>
                <a:gd name="T33" fmla="*/ 25 h 78"/>
                <a:gd name="T34" fmla="*/ 15 w 79"/>
                <a:gd name="T35" fmla="*/ 17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9" h="78">
                  <a:moveTo>
                    <a:pt x="15" y="17"/>
                  </a:moveTo>
                  <a:cubicBezTo>
                    <a:pt x="22" y="16"/>
                    <a:pt x="28" y="16"/>
                    <a:pt x="34" y="14"/>
                  </a:cubicBezTo>
                  <a:cubicBezTo>
                    <a:pt x="25" y="20"/>
                    <a:pt x="17" y="28"/>
                    <a:pt x="13" y="37"/>
                  </a:cubicBezTo>
                  <a:cubicBezTo>
                    <a:pt x="13" y="37"/>
                    <a:pt x="12" y="38"/>
                    <a:pt x="11" y="40"/>
                  </a:cubicBezTo>
                  <a:cubicBezTo>
                    <a:pt x="9" y="46"/>
                    <a:pt x="6" y="59"/>
                    <a:pt x="18" y="62"/>
                  </a:cubicBezTo>
                  <a:cubicBezTo>
                    <a:pt x="18" y="62"/>
                    <a:pt x="6" y="47"/>
                    <a:pt x="24" y="31"/>
                  </a:cubicBezTo>
                  <a:cubicBezTo>
                    <a:pt x="47" y="11"/>
                    <a:pt x="47" y="11"/>
                    <a:pt x="47" y="11"/>
                  </a:cubicBezTo>
                  <a:cubicBezTo>
                    <a:pt x="47" y="11"/>
                    <a:pt x="67" y="4"/>
                    <a:pt x="75" y="0"/>
                  </a:cubicBezTo>
                  <a:cubicBezTo>
                    <a:pt x="75" y="0"/>
                    <a:pt x="79" y="3"/>
                    <a:pt x="55" y="23"/>
                  </a:cubicBezTo>
                  <a:cubicBezTo>
                    <a:pt x="55" y="23"/>
                    <a:pt x="18" y="44"/>
                    <a:pt x="22" y="55"/>
                  </a:cubicBezTo>
                  <a:cubicBezTo>
                    <a:pt x="22" y="55"/>
                    <a:pt x="26" y="64"/>
                    <a:pt x="33" y="52"/>
                  </a:cubicBezTo>
                  <a:cubicBezTo>
                    <a:pt x="34" y="67"/>
                    <a:pt x="34" y="67"/>
                    <a:pt x="34" y="67"/>
                  </a:cubicBezTo>
                  <a:cubicBezTo>
                    <a:pt x="34" y="67"/>
                    <a:pt x="26" y="78"/>
                    <a:pt x="9" y="70"/>
                  </a:cubicBezTo>
                  <a:cubicBezTo>
                    <a:pt x="9" y="70"/>
                    <a:pt x="0" y="65"/>
                    <a:pt x="0" y="51"/>
                  </a:cubicBezTo>
                  <a:cubicBezTo>
                    <a:pt x="0" y="51"/>
                    <a:pt x="0" y="46"/>
                    <a:pt x="2" y="40"/>
                  </a:cubicBezTo>
                  <a:cubicBezTo>
                    <a:pt x="2" y="38"/>
                    <a:pt x="3" y="35"/>
                    <a:pt x="4" y="33"/>
                  </a:cubicBezTo>
                  <a:cubicBezTo>
                    <a:pt x="5" y="30"/>
                    <a:pt x="7" y="28"/>
                    <a:pt x="8" y="25"/>
                  </a:cubicBezTo>
                  <a:cubicBezTo>
                    <a:pt x="10" y="22"/>
                    <a:pt x="12" y="19"/>
                    <a:pt x="15" y="17"/>
                  </a:cubicBezTo>
                  <a:close/>
                </a:path>
              </a:pathLst>
            </a:custGeom>
            <a:solidFill>
              <a:srgbClr val="F203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 name="Freeform 13"/>
            <p:cNvSpPr/>
            <p:nvPr/>
          </p:nvSpPr>
          <p:spPr bwMode="auto">
            <a:xfrm>
              <a:off x="1934" y="1310"/>
              <a:ext cx="472" cy="314"/>
            </a:xfrm>
            <a:custGeom>
              <a:avLst/>
              <a:gdLst>
                <a:gd name="T0" fmla="*/ 16 w 200"/>
                <a:gd name="T1" fmla="*/ 109 h 133"/>
                <a:gd name="T2" fmla="*/ 23 w 200"/>
                <a:gd name="T3" fmla="*/ 113 h 133"/>
                <a:gd name="T4" fmla="*/ 25 w 200"/>
                <a:gd name="T5" fmla="*/ 101 h 133"/>
                <a:gd name="T6" fmla="*/ 9 w 200"/>
                <a:gd name="T7" fmla="*/ 100 h 133"/>
                <a:gd name="T8" fmla="*/ 13 w 200"/>
                <a:gd name="T9" fmla="*/ 128 h 133"/>
                <a:gd name="T10" fmla="*/ 65 w 200"/>
                <a:gd name="T11" fmla="*/ 124 h 133"/>
                <a:gd name="T12" fmla="*/ 74 w 200"/>
                <a:gd name="T13" fmla="*/ 121 h 133"/>
                <a:gd name="T14" fmla="*/ 95 w 200"/>
                <a:gd name="T15" fmla="*/ 114 h 133"/>
                <a:gd name="T16" fmla="*/ 105 w 200"/>
                <a:gd name="T17" fmla="*/ 112 h 133"/>
                <a:gd name="T18" fmla="*/ 127 w 200"/>
                <a:gd name="T19" fmla="*/ 110 h 133"/>
                <a:gd name="T20" fmla="*/ 126 w 200"/>
                <a:gd name="T21" fmla="*/ 104 h 133"/>
                <a:gd name="T22" fmla="*/ 127 w 200"/>
                <a:gd name="T23" fmla="*/ 99 h 133"/>
                <a:gd name="T24" fmla="*/ 146 w 200"/>
                <a:gd name="T25" fmla="*/ 79 h 133"/>
                <a:gd name="T26" fmla="*/ 153 w 200"/>
                <a:gd name="T27" fmla="*/ 78 h 133"/>
                <a:gd name="T28" fmla="*/ 174 w 200"/>
                <a:gd name="T29" fmla="*/ 89 h 133"/>
                <a:gd name="T30" fmla="*/ 153 w 200"/>
                <a:gd name="T31" fmla="*/ 82 h 133"/>
                <a:gd name="T32" fmla="*/ 146 w 200"/>
                <a:gd name="T33" fmla="*/ 85 h 133"/>
                <a:gd name="T34" fmla="*/ 136 w 200"/>
                <a:gd name="T35" fmla="*/ 96 h 133"/>
                <a:gd name="T36" fmla="*/ 144 w 200"/>
                <a:gd name="T37" fmla="*/ 122 h 133"/>
                <a:gd name="T38" fmla="*/ 162 w 200"/>
                <a:gd name="T39" fmla="*/ 126 h 133"/>
                <a:gd name="T40" fmla="*/ 168 w 200"/>
                <a:gd name="T41" fmla="*/ 126 h 133"/>
                <a:gd name="T42" fmla="*/ 195 w 200"/>
                <a:gd name="T43" fmla="*/ 103 h 133"/>
                <a:gd name="T44" fmla="*/ 197 w 200"/>
                <a:gd name="T45" fmla="*/ 96 h 133"/>
                <a:gd name="T46" fmla="*/ 198 w 200"/>
                <a:gd name="T47" fmla="*/ 90 h 133"/>
                <a:gd name="T48" fmla="*/ 180 w 200"/>
                <a:gd name="T49" fmla="*/ 59 h 133"/>
                <a:gd name="T50" fmla="*/ 158 w 200"/>
                <a:gd name="T51" fmla="*/ 17 h 133"/>
                <a:gd name="T52" fmla="*/ 158 w 200"/>
                <a:gd name="T53" fmla="*/ 11 h 133"/>
                <a:gd name="T54" fmla="*/ 154 w 200"/>
                <a:gd name="T55" fmla="*/ 6 h 133"/>
                <a:gd name="T56" fmla="*/ 112 w 200"/>
                <a:gd name="T57" fmla="*/ 21 h 133"/>
                <a:gd name="T58" fmla="*/ 106 w 200"/>
                <a:gd name="T59" fmla="*/ 26 h 133"/>
                <a:gd name="T60" fmla="*/ 101 w 200"/>
                <a:gd name="T61" fmla="*/ 32 h 133"/>
                <a:gd name="T62" fmla="*/ 109 w 200"/>
                <a:gd name="T63" fmla="*/ 31 h 133"/>
                <a:gd name="T64" fmla="*/ 117 w 200"/>
                <a:gd name="T65" fmla="*/ 33 h 133"/>
                <a:gd name="T66" fmla="*/ 128 w 200"/>
                <a:gd name="T67" fmla="*/ 42 h 133"/>
                <a:gd name="T68" fmla="*/ 130 w 200"/>
                <a:gd name="T69" fmla="*/ 48 h 133"/>
                <a:gd name="T70" fmla="*/ 125 w 200"/>
                <a:gd name="T71" fmla="*/ 66 h 133"/>
                <a:gd name="T72" fmla="*/ 98 w 200"/>
                <a:gd name="T73" fmla="*/ 69 h 133"/>
                <a:gd name="T74" fmla="*/ 98 w 200"/>
                <a:gd name="T75" fmla="*/ 47 h 133"/>
                <a:gd name="T76" fmla="*/ 108 w 200"/>
                <a:gd name="T77" fmla="*/ 45 h 133"/>
                <a:gd name="T78" fmla="*/ 115 w 200"/>
                <a:gd name="T79" fmla="*/ 53 h 133"/>
                <a:gd name="T80" fmla="*/ 100 w 200"/>
                <a:gd name="T81" fmla="*/ 51 h 133"/>
                <a:gd name="T82" fmla="*/ 102 w 200"/>
                <a:gd name="T83" fmla="*/ 66 h 133"/>
                <a:gd name="T84" fmla="*/ 123 w 200"/>
                <a:gd name="T85" fmla="*/ 54 h 133"/>
                <a:gd name="T86" fmla="*/ 119 w 200"/>
                <a:gd name="T87" fmla="*/ 40 h 133"/>
                <a:gd name="T88" fmla="*/ 66 w 200"/>
                <a:gd name="T89" fmla="*/ 66 h 133"/>
                <a:gd name="T90" fmla="*/ 58 w 200"/>
                <a:gd name="T91" fmla="*/ 72 h 133"/>
                <a:gd name="T92" fmla="*/ 52 w 200"/>
                <a:gd name="T93" fmla="*/ 76 h 133"/>
                <a:gd name="T94" fmla="*/ 21 w 200"/>
                <a:gd name="T95" fmla="*/ 95 h 133"/>
                <a:gd name="T96" fmla="*/ 29 w 200"/>
                <a:gd name="T97" fmla="*/ 113 h 133"/>
                <a:gd name="T98" fmla="*/ 17 w 200"/>
                <a:gd name="T99" fmla="*/ 116 h 133"/>
                <a:gd name="T100" fmla="*/ 16 w 200"/>
                <a:gd name="T101" fmla="*/ 109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00" h="133">
                  <a:moveTo>
                    <a:pt x="16" y="109"/>
                  </a:moveTo>
                  <a:cubicBezTo>
                    <a:pt x="17" y="112"/>
                    <a:pt x="19" y="114"/>
                    <a:pt x="23" y="113"/>
                  </a:cubicBezTo>
                  <a:cubicBezTo>
                    <a:pt x="28" y="111"/>
                    <a:pt x="28" y="105"/>
                    <a:pt x="25" y="101"/>
                  </a:cubicBezTo>
                  <a:cubicBezTo>
                    <a:pt x="21" y="98"/>
                    <a:pt x="15" y="98"/>
                    <a:pt x="9" y="100"/>
                  </a:cubicBezTo>
                  <a:cubicBezTo>
                    <a:pt x="0" y="107"/>
                    <a:pt x="2" y="125"/>
                    <a:pt x="13" y="128"/>
                  </a:cubicBezTo>
                  <a:cubicBezTo>
                    <a:pt x="30" y="133"/>
                    <a:pt x="49" y="130"/>
                    <a:pt x="65" y="124"/>
                  </a:cubicBezTo>
                  <a:cubicBezTo>
                    <a:pt x="65" y="124"/>
                    <a:pt x="69" y="122"/>
                    <a:pt x="74" y="121"/>
                  </a:cubicBezTo>
                  <a:cubicBezTo>
                    <a:pt x="79" y="119"/>
                    <a:pt x="87" y="116"/>
                    <a:pt x="95" y="114"/>
                  </a:cubicBezTo>
                  <a:cubicBezTo>
                    <a:pt x="98" y="114"/>
                    <a:pt x="102" y="113"/>
                    <a:pt x="105" y="112"/>
                  </a:cubicBezTo>
                  <a:cubicBezTo>
                    <a:pt x="113" y="112"/>
                    <a:pt x="120" y="109"/>
                    <a:pt x="127" y="110"/>
                  </a:cubicBezTo>
                  <a:cubicBezTo>
                    <a:pt x="127" y="108"/>
                    <a:pt x="126" y="106"/>
                    <a:pt x="126" y="104"/>
                  </a:cubicBezTo>
                  <a:cubicBezTo>
                    <a:pt x="126" y="102"/>
                    <a:pt x="126" y="101"/>
                    <a:pt x="127" y="99"/>
                  </a:cubicBezTo>
                  <a:cubicBezTo>
                    <a:pt x="129" y="89"/>
                    <a:pt x="137" y="81"/>
                    <a:pt x="146" y="79"/>
                  </a:cubicBezTo>
                  <a:cubicBezTo>
                    <a:pt x="148" y="78"/>
                    <a:pt x="151" y="78"/>
                    <a:pt x="153" y="78"/>
                  </a:cubicBezTo>
                  <a:cubicBezTo>
                    <a:pt x="161" y="77"/>
                    <a:pt x="172" y="80"/>
                    <a:pt x="174" y="89"/>
                  </a:cubicBezTo>
                  <a:cubicBezTo>
                    <a:pt x="169" y="83"/>
                    <a:pt x="161" y="81"/>
                    <a:pt x="153" y="82"/>
                  </a:cubicBezTo>
                  <a:cubicBezTo>
                    <a:pt x="151" y="83"/>
                    <a:pt x="148" y="84"/>
                    <a:pt x="146" y="85"/>
                  </a:cubicBezTo>
                  <a:cubicBezTo>
                    <a:pt x="142" y="87"/>
                    <a:pt x="138" y="91"/>
                    <a:pt x="136" y="96"/>
                  </a:cubicBezTo>
                  <a:cubicBezTo>
                    <a:pt x="133" y="105"/>
                    <a:pt x="136" y="115"/>
                    <a:pt x="144" y="122"/>
                  </a:cubicBezTo>
                  <a:cubicBezTo>
                    <a:pt x="149" y="126"/>
                    <a:pt x="156" y="127"/>
                    <a:pt x="162" y="126"/>
                  </a:cubicBezTo>
                  <a:cubicBezTo>
                    <a:pt x="162" y="126"/>
                    <a:pt x="165" y="127"/>
                    <a:pt x="168" y="126"/>
                  </a:cubicBezTo>
                  <a:cubicBezTo>
                    <a:pt x="175" y="125"/>
                    <a:pt x="186" y="120"/>
                    <a:pt x="195" y="103"/>
                  </a:cubicBezTo>
                  <a:cubicBezTo>
                    <a:pt x="195" y="103"/>
                    <a:pt x="196" y="100"/>
                    <a:pt x="197" y="96"/>
                  </a:cubicBezTo>
                  <a:cubicBezTo>
                    <a:pt x="198" y="94"/>
                    <a:pt x="198" y="92"/>
                    <a:pt x="198" y="90"/>
                  </a:cubicBezTo>
                  <a:cubicBezTo>
                    <a:pt x="200" y="77"/>
                    <a:pt x="193" y="61"/>
                    <a:pt x="180" y="59"/>
                  </a:cubicBezTo>
                  <a:cubicBezTo>
                    <a:pt x="159" y="56"/>
                    <a:pt x="154" y="33"/>
                    <a:pt x="158" y="17"/>
                  </a:cubicBezTo>
                  <a:cubicBezTo>
                    <a:pt x="158" y="15"/>
                    <a:pt x="158" y="13"/>
                    <a:pt x="158" y="11"/>
                  </a:cubicBezTo>
                  <a:cubicBezTo>
                    <a:pt x="157" y="9"/>
                    <a:pt x="156" y="7"/>
                    <a:pt x="154" y="6"/>
                  </a:cubicBezTo>
                  <a:cubicBezTo>
                    <a:pt x="144" y="0"/>
                    <a:pt x="125" y="12"/>
                    <a:pt x="112" y="21"/>
                  </a:cubicBezTo>
                  <a:cubicBezTo>
                    <a:pt x="109" y="23"/>
                    <a:pt x="108" y="24"/>
                    <a:pt x="106" y="26"/>
                  </a:cubicBezTo>
                  <a:cubicBezTo>
                    <a:pt x="104" y="28"/>
                    <a:pt x="103" y="30"/>
                    <a:pt x="101" y="32"/>
                  </a:cubicBezTo>
                  <a:cubicBezTo>
                    <a:pt x="104" y="32"/>
                    <a:pt x="106" y="31"/>
                    <a:pt x="109" y="31"/>
                  </a:cubicBezTo>
                  <a:cubicBezTo>
                    <a:pt x="112" y="32"/>
                    <a:pt x="114" y="32"/>
                    <a:pt x="117" y="33"/>
                  </a:cubicBezTo>
                  <a:cubicBezTo>
                    <a:pt x="122" y="34"/>
                    <a:pt x="125" y="38"/>
                    <a:pt x="128" y="42"/>
                  </a:cubicBezTo>
                  <a:cubicBezTo>
                    <a:pt x="129" y="44"/>
                    <a:pt x="129" y="46"/>
                    <a:pt x="130" y="48"/>
                  </a:cubicBezTo>
                  <a:cubicBezTo>
                    <a:pt x="131" y="54"/>
                    <a:pt x="130" y="61"/>
                    <a:pt x="125" y="66"/>
                  </a:cubicBezTo>
                  <a:cubicBezTo>
                    <a:pt x="118" y="74"/>
                    <a:pt x="106" y="77"/>
                    <a:pt x="98" y="69"/>
                  </a:cubicBezTo>
                  <a:cubicBezTo>
                    <a:pt x="91" y="64"/>
                    <a:pt x="91" y="54"/>
                    <a:pt x="98" y="47"/>
                  </a:cubicBezTo>
                  <a:cubicBezTo>
                    <a:pt x="100" y="45"/>
                    <a:pt x="104" y="44"/>
                    <a:pt x="108" y="45"/>
                  </a:cubicBezTo>
                  <a:cubicBezTo>
                    <a:pt x="113" y="46"/>
                    <a:pt x="116" y="48"/>
                    <a:pt x="115" y="53"/>
                  </a:cubicBezTo>
                  <a:cubicBezTo>
                    <a:pt x="112" y="47"/>
                    <a:pt x="105" y="46"/>
                    <a:pt x="100" y="51"/>
                  </a:cubicBezTo>
                  <a:cubicBezTo>
                    <a:pt x="96" y="55"/>
                    <a:pt x="97" y="63"/>
                    <a:pt x="102" y="66"/>
                  </a:cubicBezTo>
                  <a:cubicBezTo>
                    <a:pt x="111" y="69"/>
                    <a:pt x="121" y="64"/>
                    <a:pt x="123" y="54"/>
                  </a:cubicBezTo>
                  <a:cubicBezTo>
                    <a:pt x="124" y="49"/>
                    <a:pt x="123" y="43"/>
                    <a:pt x="119" y="40"/>
                  </a:cubicBezTo>
                  <a:cubicBezTo>
                    <a:pt x="97" y="30"/>
                    <a:pt x="81" y="54"/>
                    <a:pt x="66" y="66"/>
                  </a:cubicBezTo>
                  <a:cubicBezTo>
                    <a:pt x="63" y="68"/>
                    <a:pt x="61" y="70"/>
                    <a:pt x="58" y="72"/>
                  </a:cubicBezTo>
                  <a:cubicBezTo>
                    <a:pt x="56" y="73"/>
                    <a:pt x="54" y="75"/>
                    <a:pt x="52" y="76"/>
                  </a:cubicBezTo>
                  <a:cubicBezTo>
                    <a:pt x="42" y="83"/>
                    <a:pt x="32" y="91"/>
                    <a:pt x="21" y="95"/>
                  </a:cubicBezTo>
                  <a:cubicBezTo>
                    <a:pt x="30" y="96"/>
                    <a:pt x="33" y="105"/>
                    <a:pt x="29" y="113"/>
                  </a:cubicBezTo>
                  <a:cubicBezTo>
                    <a:pt x="26" y="116"/>
                    <a:pt x="22" y="117"/>
                    <a:pt x="17" y="116"/>
                  </a:cubicBezTo>
                  <a:cubicBezTo>
                    <a:pt x="15" y="115"/>
                    <a:pt x="14" y="113"/>
                    <a:pt x="16" y="109"/>
                  </a:cubicBezTo>
                  <a:close/>
                </a:path>
              </a:pathLst>
            </a:custGeom>
            <a:solidFill>
              <a:srgbClr val="F203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 name="Freeform 14"/>
            <p:cNvSpPr/>
            <p:nvPr/>
          </p:nvSpPr>
          <p:spPr bwMode="auto">
            <a:xfrm>
              <a:off x="2314" y="1084"/>
              <a:ext cx="503" cy="366"/>
            </a:xfrm>
            <a:custGeom>
              <a:avLst/>
              <a:gdLst>
                <a:gd name="T0" fmla="*/ 25 w 213"/>
                <a:gd name="T1" fmla="*/ 150 h 155"/>
                <a:gd name="T2" fmla="*/ 1 w 213"/>
                <a:gd name="T3" fmla="*/ 105 h 155"/>
                <a:gd name="T4" fmla="*/ 2 w 213"/>
                <a:gd name="T5" fmla="*/ 97 h 155"/>
                <a:gd name="T6" fmla="*/ 10 w 213"/>
                <a:gd name="T7" fmla="*/ 67 h 155"/>
                <a:gd name="T8" fmla="*/ 14 w 213"/>
                <a:gd name="T9" fmla="*/ 58 h 155"/>
                <a:gd name="T10" fmla="*/ 85 w 213"/>
                <a:gd name="T11" fmla="*/ 7 h 155"/>
                <a:gd name="T12" fmla="*/ 91 w 213"/>
                <a:gd name="T13" fmla="*/ 6 h 155"/>
                <a:gd name="T14" fmla="*/ 138 w 213"/>
                <a:gd name="T15" fmla="*/ 4 h 155"/>
                <a:gd name="T16" fmla="*/ 205 w 213"/>
                <a:gd name="T17" fmla="*/ 80 h 155"/>
                <a:gd name="T18" fmla="*/ 134 w 213"/>
                <a:gd name="T19" fmla="*/ 148 h 155"/>
                <a:gd name="T20" fmla="*/ 86 w 213"/>
                <a:gd name="T21" fmla="*/ 117 h 155"/>
                <a:gd name="T22" fmla="*/ 83 w 213"/>
                <a:gd name="T23" fmla="*/ 110 h 155"/>
                <a:gd name="T24" fmla="*/ 102 w 213"/>
                <a:gd name="T25" fmla="*/ 59 h 155"/>
                <a:gd name="T26" fmla="*/ 130 w 213"/>
                <a:gd name="T27" fmla="*/ 55 h 155"/>
                <a:gd name="T28" fmla="*/ 137 w 213"/>
                <a:gd name="T29" fmla="*/ 57 h 155"/>
                <a:gd name="T30" fmla="*/ 158 w 213"/>
                <a:gd name="T31" fmla="*/ 77 h 155"/>
                <a:gd name="T32" fmla="*/ 149 w 213"/>
                <a:gd name="T33" fmla="*/ 111 h 155"/>
                <a:gd name="T34" fmla="*/ 107 w 213"/>
                <a:gd name="T35" fmla="*/ 98 h 155"/>
                <a:gd name="T36" fmla="*/ 116 w 213"/>
                <a:gd name="T37" fmla="*/ 78 h 155"/>
                <a:gd name="T38" fmla="*/ 141 w 213"/>
                <a:gd name="T39" fmla="*/ 84 h 155"/>
                <a:gd name="T40" fmla="*/ 141 w 213"/>
                <a:gd name="T41" fmla="*/ 96 h 155"/>
                <a:gd name="T42" fmla="*/ 131 w 213"/>
                <a:gd name="T43" fmla="*/ 100 h 155"/>
                <a:gd name="T44" fmla="*/ 133 w 213"/>
                <a:gd name="T45" fmla="*/ 86 h 155"/>
                <a:gd name="T46" fmla="*/ 116 w 213"/>
                <a:gd name="T47" fmla="*/ 96 h 155"/>
                <a:gd name="T48" fmla="*/ 133 w 213"/>
                <a:gd name="T49" fmla="*/ 107 h 155"/>
                <a:gd name="T50" fmla="*/ 148 w 213"/>
                <a:gd name="T51" fmla="*/ 94 h 155"/>
                <a:gd name="T52" fmla="*/ 139 w 213"/>
                <a:gd name="T53" fmla="*/ 72 h 155"/>
                <a:gd name="T54" fmla="*/ 108 w 213"/>
                <a:gd name="T55" fmla="*/ 71 h 155"/>
                <a:gd name="T56" fmla="*/ 106 w 213"/>
                <a:gd name="T57" fmla="*/ 119 h 155"/>
                <a:gd name="T58" fmla="*/ 152 w 213"/>
                <a:gd name="T59" fmla="*/ 128 h 155"/>
                <a:gd name="T60" fmla="*/ 178 w 213"/>
                <a:gd name="T61" fmla="*/ 96 h 155"/>
                <a:gd name="T62" fmla="*/ 178 w 213"/>
                <a:gd name="T63" fmla="*/ 88 h 155"/>
                <a:gd name="T64" fmla="*/ 150 w 213"/>
                <a:gd name="T65" fmla="*/ 40 h 155"/>
                <a:gd name="T66" fmla="*/ 128 w 213"/>
                <a:gd name="T67" fmla="*/ 34 h 155"/>
                <a:gd name="T68" fmla="*/ 121 w 213"/>
                <a:gd name="T69" fmla="*/ 34 h 155"/>
                <a:gd name="T70" fmla="*/ 96 w 213"/>
                <a:gd name="T71" fmla="*/ 38 h 155"/>
                <a:gd name="T72" fmla="*/ 88 w 213"/>
                <a:gd name="T73" fmla="*/ 41 h 155"/>
                <a:gd name="T74" fmla="*/ 59 w 213"/>
                <a:gd name="T75" fmla="*/ 67 h 155"/>
                <a:gd name="T76" fmla="*/ 55 w 213"/>
                <a:gd name="T77" fmla="*/ 76 h 155"/>
                <a:gd name="T78" fmla="*/ 55 w 213"/>
                <a:gd name="T79" fmla="*/ 112 h 155"/>
                <a:gd name="T80" fmla="*/ 57 w 213"/>
                <a:gd name="T81" fmla="*/ 120 h 155"/>
                <a:gd name="T82" fmla="*/ 68 w 213"/>
                <a:gd name="T83" fmla="*/ 137 h 155"/>
                <a:gd name="T84" fmla="*/ 38 w 213"/>
                <a:gd name="T85" fmla="*/ 148 h 155"/>
                <a:gd name="T86" fmla="*/ 27 w 213"/>
                <a:gd name="T87" fmla="*/ 101 h 155"/>
                <a:gd name="T88" fmla="*/ 27 w 213"/>
                <a:gd name="T89" fmla="*/ 94 h 155"/>
                <a:gd name="T90" fmla="*/ 30 w 213"/>
                <a:gd name="T91" fmla="*/ 80 h 155"/>
                <a:gd name="T92" fmla="*/ 32 w 213"/>
                <a:gd name="T93" fmla="*/ 72 h 155"/>
                <a:gd name="T94" fmla="*/ 80 w 213"/>
                <a:gd name="T95" fmla="*/ 26 h 155"/>
                <a:gd name="T96" fmla="*/ 87 w 213"/>
                <a:gd name="T97" fmla="*/ 22 h 155"/>
                <a:gd name="T98" fmla="*/ 115 w 213"/>
                <a:gd name="T99" fmla="*/ 15 h 155"/>
                <a:gd name="T100" fmla="*/ 91 w 213"/>
                <a:gd name="T101" fmla="*/ 18 h 155"/>
                <a:gd name="T102" fmla="*/ 83 w 213"/>
                <a:gd name="T103" fmla="*/ 20 h 155"/>
                <a:gd name="T104" fmla="*/ 29 w 213"/>
                <a:gd name="T105" fmla="*/ 64 h 155"/>
                <a:gd name="T106" fmla="*/ 26 w 213"/>
                <a:gd name="T107" fmla="*/ 71 h 155"/>
                <a:gd name="T108" fmla="*/ 20 w 213"/>
                <a:gd name="T109" fmla="*/ 94 h 155"/>
                <a:gd name="T110" fmla="*/ 19 w 213"/>
                <a:gd name="T111" fmla="*/ 101 h 155"/>
                <a:gd name="T112" fmla="*/ 22 w 213"/>
                <a:gd name="T113" fmla="*/ 139 h 155"/>
                <a:gd name="T114" fmla="*/ 25 w 213"/>
                <a:gd name="T115" fmla="*/ 150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13" h="155">
                  <a:moveTo>
                    <a:pt x="25" y="150"/>
                  </a:moveTo>
                  <a:cubicBezTo>
                    <a:pt x="3" y="148"/>
                    <a:pt x="0" y="121"/>
                    <a:pt x="1" y="105"/>
                  </a:cubicBezTo>
                  <a:cubicBezTo>
                    <a:pt x="1" y="102"/>
                    <a:pt x="2" y="99"/>
                    <a:pt x="2" y="97"/>
                  </a:cubicBezTo>
                  <a:cubicBezTo>
                    <a:pt x="3" y="86"/>
                    <a:pt x="6" y="76"/>
                    <a:pt x="10" y="67"/>
                  </a:cubicBezTo>
                  <a:cubicBezTo>
                    <a:pt x="11" y="64"/>
                    <a:pt x="13" y="61"/>
                    <a:pt x="14" y="58"/>
                  </a:cubicBezTo>
                  <a:cubicBezTo>
                    <a:pt x="29" y="32"/>
                    <a:pt x="57" y="17"/>
                    <a:pt x="85" y="7"/>
                  </a:cubicBezTo>
                  <a:cubicBezTo>
                    <a:pt x="87" y="7"/>
                    <a:pt x="89" y="6"/>
                    <a:pt x="91" y="6"/>
                  </a:cubicBezTo>
                  <a:cubicBezTo>
                    <a:pt x="105" y="2"/>
                    <a:pt x="121" y="0"/>
                    <a:pt x="138" y="4"/>
                  </a:cubicBezTo>
                  <a:cubicBezTo>
                    <a:pt x="138" y="4"/>
                    <a:pt x="196" y="9"/>
                    <a:pt x="205" y="80"/>
                  </a:cubicBezTo>
                  <a:cubicBezTo>
                    <a:pt x="205" y="80"/>
                    <a:pt x="213" y="141"/>
                    <a:pt x="134" y="148"/>
                  </a:cubicBezTo>
                  <a:cubicBezTo>
                    <a:pt x="134" y="148"/>
                    <a:pt x="101" y="149"/>
                    <a:pt x="86" y="117"/>
                  </a:cubicBezTo>
                  <a:cubicBezTo>
                    <a:pt x="85" y="115"/>
                    <a:pt x="84" y="113"/>
                    <a:pt x="83" y="110"/>
                  </a:cubicBezTo>
                  <a:cubicBezTo>
                    <a:pt x="76" y="91"/>
                    <a:pt x="84" y="67"/>
                    <a:pt x="102" y="59"/>
                  </a:cubicBezTo>
                  <a:cubicBezTo>
                    <a:pt x="110" y="56"/>
                    <a:pt x="120" y="53"/>
                    <a:pt x="130" y="55"/>
                  </a:cubicBezTo>
                  <a:cubicBezTo>
                    <a:pt x="132" y="55"/>
                    <a:pt x="134" y="56"/>
                    <a:pt x="137" y="57"/>
                  </a:cubicBezTo>
                  <a:cubicBezTo>
                    <a:pt x="146" y="61"/>
                    <a:pt x="154" y="67"/>
                    <a:pt x="158" y="77"/>
                  </a:cubicBezTo>
                  <a:cubicBezTo>
                    <a:pt x="162" y="89"/>
                    <a:pt x="161" y="103"/>
                    <a:pt x="149" y="111"/>
                  </a:cubicBezTo>
                  <a:cubicBezTo>
                    <a:pt x="134" y="121"/>
                    <a:pt x="109" y="118"/>
                    <a:pt x="107" y="98"/>
                  </a:cubicBezTo>
                  <a:cubicBezTo>
                    <a:pt x="106" y="90"/>
                    <a:pt x="110" y="83"/>
                    <a:pt x="116" y="78"/>
                  </a:cubicBezTo>
                  <a:cubicBezTo>
                    <a:pt x="124" y="72"/>
                    <a:pt x="136" y="75"/>
                    <a:pt x="141" y="84"/>
                  </a:cubicBezTo>
                  <a:cubicBezTo>
                    <a:pt x="143" y="88"/>
                    <a:pt x="143" y="92"/>
                    <a:pt x="141" y="96"/>
                  </a:cubicBezTo>
                  <a:cubicBezTo>
                    <a:pt x="139" y="100"/>
                    <a:pt x="135" y="100"/>
                    <a:pt x="131" y="100"/>
                  </a:cubicBezTo>
                  <a:cubicBezTo>
                    <a:pt x="135" y="96"/>
                    <a:pt x="139" y="89"/>
                    <a:pt x="133" y="86"/>
                  </a:cubicBezTo>
                  <a:cubicBezTo>
                    <a:pt x="125" y="80"/>
                    <a:pt x="115" y="86"/>
                    <a:pt x="116" y="96"/>
                  </a:cubicBezTo>
                  <a:cubicBezTo>
                    <a:pt x="117" y="104"/>
                    <a:pt x="125" y="109"/>
                    <a:pt x="133" y="107"/>
                  </a:cubicBezTo>
                  <a:cubicBezTo>
                    <a:pt x="140" y="106"/>
                    <a:pt x="146" y="101"/>
                    <a:pt x="148" y="94"/>
                  </a:cubicBezTo>
                  <a:cubicBezTo>
                    <a:pt x="150" y="85"/>
                    <a:pt x="146" y="77"/>
                    <a:pt x="139" y="72"/>
                  </a:cubicBezTo>
                  <a:cubicBezTo>
                    <a:pt x="130" y="64"/>
                    <a:pt x="118" y="65"/>
                    <a:pt x="108" y="71"/>
                  </a:cubicBezTo>
                  <a:cubicBezTo>
                    <a:pt x="91" y="80"/>
                    <a:pt x="93" y="106"/>
                    <a:pt x="106" y="119"/>
                  </a:cubicBezTo>
                  <a:cubicBezTo>
                    <a:pt x="117" y="133"/>
                    <a:pt x="136" y="135"/>
                    <a:pt x="152" y="128"/>
                  </a:cubicBezTo>
                  <a:cubicBezTo>
                    <a:pt x="164" y="122"/>
                    <a:pt x="174" y="111"/>
                    <a:pt x="178" y="96"/>
                  </a:cubicBezTo>
                  <a:cubicBezTo>
                    <a:pt x="178" y="94"/>
                    <a:pt x="178" y="91"/>
                    <a:pt x="178" y="88"/>
                  </a:cubicBezTo>
                  <a:cubicBezTo>
                    <a:pt x="178" y="69"/>
                    <a:pt x="166" y="50"/>
                    <a:pt x="150" y="40"/>
                  </a:cubicBezTo>
                  <a:cubicBezTo>
                    <a:pt x="144" y="37"/>
                    <a:pt x="137" y="35"/>
                    <a:pt x="128" y="34"/>
                  </a:cubicBezTo>
                  <a:cubicBezTo>
                    <a:pt x="126" y="34"/>
                    <a:pt x="124" y="34"/>
                    <a:pt x="121" y="34"/>
                  </a:cubicBezTo>
                  <a:cubicBezTo>
                    <a:pt x="113" y="34"/>
                    <a:pt x="104" y="35"/>
                    <a:pt x="96" y="38"/>
                  </a:cubicBezTo>
                  <a:cubicBezTo>
                    <a:pt x="94" y="39"/>
                    <a:pt x="91" y="40"/>
                    <a:pt x="88" y="41"/>
                  </a:cubicBezTo>
                  <a:cubicBezTo>
                    <a:pt x="76" y="46"/>
                    <a:pt x="64" y="55"/>
                    <a:pt x="59" y="67"/>
                  </a:cubicBezTo>
                  <a:cubicBezTo>
                    <a:pt x="57" y="70"/>
                    <a:pt x="56" y="73"/>
                    <a:pt x="55" y="76"/>
                  </a:cubicBezTo>
                  <a:cubicBezTo>
                    <a:pt x="52" y="87"/>
                    <a:pt x="53" y="100"/>
                    <a:pt x="55" y="112"/>
                  </a:cubicBezTo>
                  <a:cubicBezTo>
                    <a:pt x="56" y="115"/>
                    <a:pt x="56" y="117"/>
                    <a:pt x="57" y="120"/>
                  </a:cubicBezTo>
                  <a:cubicBezTo>
                    <a:pt x="59" y="126"/>
                    <a:pt x="62" y="133"/>
                    <a:pt x="68" y="137"/>
                  </a:cubicBezTo>
                  <a:cubicBezTo>
                    <a:pt x="60" y="145"/>
                    <a:pt x="45" y="155"/>
                    <a:pt x="38" y="148"/>
                  </a:cubicBezTo>
                  <a:cubicBezTo>
                    <a:pt x="26" y="137"/>
                    <a:pt x="27" y="118"/>
                    <a:pt x="27" y="101"/>
                  </a:cubicBezTo>
                  <a:cubicBezTo>
                    <a:pt x="27" y="99"/>
                    <a:pt x="27" y="96"/>
                    <a:pt x="27" y="94"/>
                  </a:cubicBezTo>
                  <a:cubicBezTo>
                    <a:pt x="28" y="89"/>
                    <a:pt x="28" y="85"/>
                    <a:pt x="30" y="80"/>
                  </a:cubicBezTo>
                  <a:cubicBezTo>
                    <a:pt x="30" y="78"/>
                    <a:pt x="31" y="75"/>
                    <a:pt x="32" y="72"/>
                  </a:cubicBezTo>
                  <a:cubicBezTo>
                    <a:pt x="40" y="50"/>
                    <a:pt x="60" y="35"/>
                    <a:pt x="80" y="26"/>
                  </a:cubicBezTo>
                  <a:cubicBezTo>
                    <a:pt x="82" y="25"/>
                    <a:pt x="85" y="23"/>
                    <a:pt x="87" y="22"/>
                  </a:cubicBezTo>
                  <a:cubicBezTo>
                    <a:pt x="95" y="19"/>
                    <a:pt x="105" y="17"/>
                    <a:pt x="115" y="15"/>
                  </a:cubicBezTo>
                  <a:cubicBezTo>
                    <a:pt x="115" y="15"/>
                    <a:pt x="105" y="14"/>
                    <a:pt x="91" y="18"/>
                  </a:cubicBezTo>
                  <a:cubicBezTo>
                    <a:pt x="89" y="18"/>
                    <a:pt x="86" y="19"/>
                    <a:pt x="83" y="20"/>
                  </a:cubicBezTo>
                  <a:cubicBezTo>
                    <a:pt x="60" y="27"/>
                    <a:pt x="40" y="43"/>
                    <a:pt x="29" y="64"/>
                  </a:cubicBezTo>
                  <a:cubicBezTo>
                    <a:pt x="28" y="66"/>
                    <a:pt x="27" y="69"/>
                    <a:pt x="26" y="71"/>
                  </a:cubicBezTo>
                  <a:cubicBezTo>
                    <a:pt x="23" y="78"/>
                    <a:pt x="21" y="86"/>
                    <a:pt x="20" y="94"/>
                  </a:cubicBezTo>
                  <a:cubicBezTo>
                    <a:pt x="19" y="96"/>
                    <a:pt x="19" y="99"/>
                    <a:pt x="19" y="101"/>
                  </a:cubicBezTo>
                  <a:cubicBezTo>
                    <a:pt x="18" y="114"/>
                    <a:pt x="20" y="126"/>
                    <a:pt x="22" y="139"/>
                  </a:cubicBezTo>
                  <a:cubicBezTo>
                    <a:pt x="23" y="143"/>
                    <a:pt x="24" y="146"/>
                    <a:pt x="25" y="150"/>
                  </a:cubicBezTo>
                  <a:close/>
                </a:path>
              </a:pathLst>
            </a:custGeom>
            <a:solidFill>
              <a:srgbClr val="F203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 name="Freeform 15"/>
            <p:cNvSpPr/>
            <p:nvPr/>
          </p:nvSpPr>
          <p:spPr bwMode="auto">
            <a:xfrm>
              <a:off x="3332" y="1329"/>
              <a:ext cx="537" cy="827"/>
            </a:xfrm>
            <a:custGeom>
              <a:avLst/>
              <a:gdLst>
                <a:gd name="T0" fmla="*/ 17 w 227"/>
                <a:gd name="T1" fmla="*/ 47 h 350"/>
                <a:gd name="T2" fmla="*/ 123 w 227"/>
                <a:gd name="T3" fmla="*/ 41 h 350"/>
                <a:gd name="T4" fmla="*/ 193 w 227"/>
                <a:gd name="T5" fmla="*/ 0 h 350"/>
                <a:gd name="T6" fmla="*/ 175 w 227"/>
                <a:gd name="T7" fmla="*/ 71 h 350"/>
                <a:gd name="T8" fmla="*/ 86 w 227"/>
                <a:gd name="T9" fmla="*/ 95 h 350"/>
                <a:gd name="T10" fmla="*/ 90 w 227"/>
                <a:gd name="T11" fmla="*/ 124 h 350"/>
                <a:gd name="T12" fmla="*/ 185 w 227"/>
                <a:gd name="T13" fmla="*/ 177 h 350"/>
                <a:gd name="T14" fmla="*/ 188 w 227"/>
                <a:gd name="T15" fmla="*/ 297 h 350"/>
                <a:gd name="T16" fmla="*/ 90 w 227"/>
                <a:gd name="T17" fmla="*/ 348 h 350"/>
                <a:gd name="T18" fmla="*/ 0 w 227"/>
                <a:gd name="T19" fmla="*/ 307 h 350"/>
                <a:gd name="T20" fmla="*/ 29 w 227"/>
                <a:gd name="T21" fmla="*/ 251 h 350"/>
                <a:gd name="T22" fmla="*/ 102 w 227"/>
                <a:gd name="T23" fmla="*/ 281 h 350"/>
                <a:gd name="T24" fmla="*/ 145 w 227"/>
                <a:gd name="T25" fmla="*/ 228 h 350"/>
                <a:gd name="T26" fmla="*/ 94 w 227"/>
                <a:gd name="T27" fmla="*/ 165 h 350"/>
                <a:gd name="T28" fmla="*/ 33 w 227"/>
                <a:gd name="T29" fmla="*/ 188 h 350"/>
                <a:gd name="T30" fmla="*/ 17 w 227"/>
                <a:gd name="T31" fmla="*/ 47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7" h="350">
                  <a:moveTo>
                    <a:pt x="17" y="47"/>
                  </a:moveTo>
                  <a:cubicBezTo>
                    <a:pt x="17" y="47"/>
                    <a:pt x="86" y="50"/>
                    <a:pt x="123" y="41"/>
                  </a:cubicBezTo>
                  <a:cubicBezTo>
                    <a:pt x="123" y="41"/>
                    <a:pt x="170" y="37"/>
                    <a:pt x="193" y="0"/>
                  </a:cubicBezTo>
                  <a:cubicBezTo>
                    <a:pt x="193" y="0"/>
                    <a:pt x="205" y="45"/>
                    <a:pt x="175" y="71"/>
                  </a:cubicBezTo>
                  <a:cubicBezTo>
                    <a:pt x="175" y="71"/>
                    <a:pt x="156" y="96"/>
                    <a:pt x="86" y="95"/>
                  </a:cubicBezTo>
                  <a:cubicBezTo>
                    <a:pt x="90" y="124"/>
                    <a:pt x="90" y="124"/>
                    <a:pt x="90" y="124"/>
                  </a:cubicBezTo>
                  <a:cubicBezTo>
                    <a:pt x="90" y="124"/>
                    <a:pt x="157" y="130"/>
                    <a:pt x="185" y="177"/>
                  </a:cubicBezTo>
                  <a:cubicBezTo>
                    <a:pt x="185" y="177"/>
                    <a:pt x="227" y="235"/>
                    <a:pt x="188" y="297"/>
                  </a:cubicBezTo>
                  <a:cubicBezTo>
                    <a:pt x="188" y="297"/>
                    <a:pt x="165" y="345"/>
                    <a:pt x="90" y="348"/>
                  </a:cubicBezTo>
                  <a:cubicBezTo>
                    <a:pt x="90" y="348"/>
                    <a:pt x="36" y="350"/>
                    <a:pt x="0" y="307"/>
                  </a:cubicBezTo>
                  <a:cubicBezTo>
                    <a:pt x="0" y="307"/>
                    <a:pt x="29" y="292"/>
                    <a:pt x="29" y="251"/>
                  </a:cubicBezTo>
                  <a:cubicBezTo>
                    <a:pt x="29" y="251"/>
                    <a:pt x="57" y="292"/>
                    <a:pt x="102" y="281"/>
                  </a:cubicBezTo>
                  <a:cubicBezTo>
                    <a:pt x="102" y="281"/>
                    <a:pt x="145" y="269"/>
                    <a:pt x="145" y="228"/>
                  </a:cubicBezTo>
                  <a:cubicBezTo>
                    <a:pt x="145" y="228"/>
                    <a:pt x="146" y="167"/>
                    <a:pt x="94" y="165"/>
                  </a:cubicBezTo>
                  <a:cubicBezTo>
                    <a:pt x="94" y="165"/>
                    <a:pt x="51" y="154"/>
                    <a:pt x="33" y="188"/>
                  </a:cubicBezTo>
                  <a:lnTo>
                    <a:pt x="17" y="47"/>
                  </a:lnTo>
                  <a:close/>
                </a:path>
              </a:pathLst>
            </a:custGeom>
            <a:solidFill>
              <a:srgbClr val="F203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15" name="TextBox 14"/>
          <p:cNvSpPr txBox="1"/>
          <p:nvPr/>
        </p:nvSpPr>
        <p:spPr>
          <a:xfrm>
            <a:off x="1714480" y="1928808"/>
            <a:ext cx="5365448" cy="1106805"/>
          </a:xfrm>
          <a:prstGeom prst="rect">
            <a:avLst/>
          </a:prstGeom>
          <a:noFill/>
        </p:spPr>
        <p:txBody>
          <a:bodyPr wrap="square" rtlCol="0">
            <a:spAutoFit/>
          </a:bodyPr>
          <a:lstStyle/>
          <a:p>
            <a:pPr algn="ctr"/>
            <a:r>
              <a:rPr lang="en-US" altLang="zh-CN" sz="4000" dirty="0">
                <a:solidFill>
                  <a:schemeClr val="tx1">
                    <a:lumMod val="85000"/>
                    <a:lumOff val="15000"/>
                  </a:schemeClr>
                </a:solidFill>
                <a:latin typeface="华文行楷" panose="02010800040101010101" pitchFamily="2" charset="-122"/>
                <a:ea typeface="华文行楷" panose="02010800040101010101" pitchFamily="2" charset="-122"/>
              </a:rPr>
              <a:t>   </a:t>
            </a:r>
            <a:r>
              <a:rPr lang="zh-CN" altLang="en-US" sz="6600" dirty="0">
                <a:solidFill>
                  <a:schemeClr val="tx1">
                    <a:lumMod val="85000"/>
                    <a:lumOff val="15000"/>
                  </a:schemeClr>
                </a:solidFill>
                <a:latin typeface="Times New Roman" panose="02020603050405020304" charset="0"/>
                <a:ea typeface="华文行楷" panose="02010800040101010101" pitchFamily="2" charset="-122"/>
                <a:cs typeface="Times New Roman" panose="02020603050405020304" charset="0"/>
              </a:rPr>
              <a:t>字</a:t>
            </a:r>
            <a:r>
              <a:rPr lang="zh-CN" altLang="en-US" sz="4000" dirty="0">
                <a:solidFill>
                  <a:schemeClr val="tx1">
                    <a:lumMod val="85000"/>
                    <a:lumOff val="15000"/>
                  </a:schemeClr>
                </a:solidFill>
                <a:latin typeface="Times New Roman" panose="02020603050405020304" charset="0"/>
                <a:ea typeface="华文行楷" panose="02010800040101010101" pitchFamily="2" charset="-122"/>
                <a:cs typeface="Times New Roman" panose="02020603050405020304" charset="0"/>
              </a:rPr>
              <a:t> </a:t>
            </a:r>
            <a:r>
              <a:rPr lang="zh-CN" altLang="en-US" sz="4800" dirty="0">
                <a:solidFill>
                  <a:srgbClr val="FF0000"/>
                </a:solidFill>
                <a:latin typeface="Times New Roman" panose="02020603050405020304" charset="0"/>
                <a:ea typeface="华文行楷" panose="02010800040101010101" pitchFamily="2" charset="-122"/>
                <a:cs typeface="Times New Roman" panose="02020603050405020304" charset="0"/>
              </a:rPr>
              <a:t>符</a:t>
            </a:r>
            <a:r>
              <a:rPr lang="zh-CN" altLang="en-US" sz="4000" dirty="0">
                <a:solidFill>
                  <a:schemeClr val="tx1">
                    <a:lumMod val="85000"/>
                    <a:lumOff val="15000"/>
                  </a:schemeClr>
                </a:solidFill>
                <a:latin typeface="Times New Roman" panose="02020603050405020304" charset="0"/>
                <a:ea typeface="华文行楷" panose="02010800040101010101" pitchFamily="2" charset="-122"/>
                <a:cs typeface="Times New Roman" panose="02020603050405020304" charset="0"/>
              </a:rPr>
              <a:t> </a:t>
            </a:r>
            <a:r>
              <a:rPr lang="zh-CN" altLang="en-US" sz="6600" dirty="0">
                <a:solidFill>
                  <a:schemeClr val="tx1">
                    <a:lumMod val="85000"/>
                    <a:lumOff val="15000"/>
                  </a:schemeClr>
                </a:solidFill>
                <a:latin typeface="Times New Roman" panose="02020603050405020304" charset="0"/>
                <a:ea typeface="华文行楷" panose="02010800040101010101" pitchFamily="2" charset="-122"/>
                <a:cs typeface="Times New Roman" panose="02020603050405020304" charset="0"/>
              </a:rPr>
              <a:t>串</a:t>
            </a:r>
          </a:p>
        </p:txBody>
      </p:sp>
      <p:sp>
        <p:nvSpPr>
          <p:cNvPr id="17" name="AutoShape 4" hidden="1"/>
          <p:cNvSpPr>
            <a:spLocks noChangeAspect="1" noChangeArrowheads="1" noTextEdit="1"/>
          </p:cNvSpPr>
          <p:nvPr/>
        </p:nvSpPr>
        <p:spPr bwMode="auto">
          <a:xfrm>
            <a:off x="174625" y="-1065213"/>
            <a:ext cx="8794750" cy="7278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pic>
        <p:nvPicPr>
          <p:cNvPr id="1030" name="Picture 6"/>
          <p:cNvPicPr>
            <a:picLocks noChangeAspect="1" noChangeArrowheads="1"/>
          </p:cNvPicPr>
          <p:nvPr/>
        </p:nvPicPr>
        <p:blipFill rotWithShape="1">
          <a:blip r:embed="rId3" cstate="print">
            <a:extLst>
              <a:ext uri="{BEBA8EAE-BF5A-486C-A8C5-ECC9F3942E4B}">
                <a14:imgProps xmlns:a14="http://schemas.microsoft.com/office/drawing/2010/main">
                  <a14:imgLayer r:embed="rId4">
                    <a14:imgEffect>
                      <a14:backgroundRemoval t="9960" b="89940" l="7007" r="94285">
                        <a14:foregroundMark x1="13594" y1="49899" x2="13981" y2="51777"/>
                        <a14:foregroundMark x1="22603" y1="61402" x2="11656" y2="57545"/>
                        <a14:foregroundMark x1="69454" y1="47384" x2="69325" y2="45506"/>
                        <a14:foregroundMark x1="57475" y1="56472" x2="54537" y2="58585"/>
                        <a14:foregroundMark x1="87601" y1="37223" x2="86051" y2="40040"/>
                        <a14:foregroundMark x1="83985" y1="41885" x2="82822" y2="40443"/>
                        <a14:foregroundMark x1="66225" y1="59658" x2="61350" y2="59658"/>
                        <a14:foregroundMark x1="51954" y1="60597" x2="48983" y2="59792"/>
                        <a14:foregroundMark x1="33290" y1="65023" x2="31740" y2="61670"/>
                        <a14:foregroundMark x1="17985" y1="69551" x2="14627" y2="70892"/>
                      </a14:backgroundRemoval>
                    </a14:imgEffect>
                  </a14:imgLayer>
                </a14:imgProps>
              </a:ext>
              <a:ext uri="{28A0092B-C50C-407E-A947-70E740481C1C}">
                <a14:useLocalDpi xmlns:a14="http://schemas.microsoft.com/office/drawing/2010/main" val="0"/>
              </a:ext>
            </a:extLst>
          </a:blip>
          <a:srcRect t="33032" r="38163" b="9555"/>
          <a:stretch>
            <a:fillRect/>
          </a:stretch>
        </p:blipFill>
        <p:spPr bwMode="auto">
          <a:xfrm>
            <a:off x="7083306" y="3507854"/>
            <a:ext cx="2051720" cy="1834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Picture 11"/>
          <p:cNvPicPr>
            <a:picLocks noChangeAspect="1" noChangeArrowheads="1"/>
          </p:cNvPicPr>
          <p:nvPr/>
        </p:nvPicPr>
        <p:blipFill rotWithShape="1">
          <a:blip r:embed="rId5" cstate="print">
            <a:extLst>
              <a:ext uri="{BEBA8EAE-BF5A-486C-A8C5-ECC9F3942E4B}">
                <a14:imgProps xmlns:a14="http://schemas.microsoft.com/office/drawing/2010/main">
                  <a14:imgLayer r:embed="rId6">
                    <a14:imgEffect>
                      <a14:backgroundRemoval t="29854" b="56159" l="76958" r="96490">
                        <a14:foregroundMark x1="87759" y1="41962" x2="87759" y2="42797"/>
                      </a14:backgroundRemoval>
                    </a14:imgEffect>
                  </a14:imgLayer>
                </a14:imgProps>
              </a:ext>
              <a:ext uri="{28A0092B-C50C-407E-A947-70E740481C1C}">
                <a14:useLocalDpi xmlns:a14="http://schemas.microsoft.com/office/drawing/2010/main" val="0"/>
              </a:ext>
            </a:extLst>
          </a:blip>
          <a:srcRect l="76892" t="29153" r="2440" b="42379"/>
          <a:stretch>
            <a:fillRect/>
          </a:stretch>
        </p:blipFill>
        <p:spPr bwMode="auto">
          <a:xfrm flipV="1">
            <a:off x="7103210" y="2288886"/>
            <a:ext cx="954472" cy="564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 name="组合 21" hidden="1"/>
          <p:cNvGrpSpPr/>
          <p:nvPr/>
        </p:nvGrpSpPr>
        <p:grpSpPr>
          <a:xfrm>
            <a:off x="827584" y="1601673"/>
            <a:ext cx="2619422" cy="2350973"/>
            <a:chOff x="562637" y="1525066"/>
            <a:chExt cx="2619422" cy="2350973"/>
          </a:xfrm>
        </p:grpSpPr>
        <p:pic>
          <p:nvPicPr>
            <p:cNvPr id="1035" name="Picture 11"/>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r="50517"/>
            <a:stretch>
              <a:fillRect/>
            </a:stretch>
          </p:blipFill>
          <p:spPr bwMode="auto">
            <a:xfrm flipV="1">
              <a:off x="562637" y="1525066"/>
              <a:ext cx="2285143" cy="198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椭圆 20"/>
            <p:cNvSpPr/>
            <p:nvPr/>
          </p:nvSpPr>
          <p:spPr>
            <a:xfrm>
              <a:off x="2443830" y="2802438"/>
              <a:ext cx="738229" cy="107360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5" name="Picture 11"/>
          <p:cNvPicPr>
            <a:picLocks noChangeAspect="1" noChangeArrowheads="1"/>
          </p:cNvPicPr>
          <p:nvPr/>
        </p:nvPicPr>
        <p:blipFill rotWithShape="1">
          <a:blip r:embed="rId5" cstate="print">
            <a:extLst>
              <a:ext uri="{BEBA8EAE-BF5A-486C-A8C5-ECC9F3942E4B}">
                <a14:imgProps xmlns:a14="http://schemas.microsoft.com/office/drawing/2010/main">
                  <a14:imgLayer r:embed="rId6">
                    <a14:imgEffect>
                      <a14:backgroundRemoval t="29854" b="56159" l="76958" r="96490">
                        <a14:foregroundMark x1="87759" y1="41962" x2="87759" y2="42797"/>
                      </a14:backgroundRemoval>
                    </a14:imgEffect>
                  </a14:imgLayer>
                </a14:imgProps>
              </a:ext>
              <a:ext uri="{28A0092B-C50C-407E-A947-70E740481C1C}">
                <a14:useLocalDpi xmlns:a14="http://schemas.microsoft.com/office/drawing/2010/main" val="0"/>
              </a:ext>
            </a:extLst>
          </a:blip>
          <a:srcRect l="76892" t="29153" r="2440" b="42379"/>
          <a:stretch>
            <a:fillRect/>
          </a:stretch>
        </p:blipFill>
        <p:spPr bwMode="auto">
          <a:xfrm flipH="1" flipV="1">
            <a:off x="1286064" y="2293909"/>
            <a:ext cx="954472" cy="564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E:\倪彩清特美天文档资料\2014年资料汇总\20141219华商参考资料\PPT资料\素材收集\羊年素材系列\羊年素材处理\红梅带福字.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r="59426" b="63450"/>
          <a:stretch>
            <a:fillRect/>
          </a:stretch>
        </p:blipFill>
        <p:spPr bwMode="auto">
          <a:xfrm>
            <a:off x="0" y="0"/>
            <a:ext cx="1223645" cy="72771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6"/>
          <p:cNvPicPr>
            <a:picLocks noChangeAspect="1" noChangeArrowheads="1"/>
          </p:cNvPicPr>
          <p:nvPr/>
        </p:nvPicPr>
        <p:blipFill rotWithShape="1">
          <a:blip r:embed="rId3" cstate="print">
            <a:extLst>
              <a:ext uri="{BEBA8EAE-BF5A-486C-A8C5-ECC9F3942E4B}">
                <a14:imgProps xmlns:a14="http://schemas.microsoft.com/office/drawing/2010/main">
                  <a14:imgLayer r:embed="rId4">
                    <a14:imgEffect>
                      <a14:backgroundRemoval t="9960" b="89940" l="7007" r="94285">
                        <a14:foregroundMark x1="13594" y1="49899" x2="13981" y2="51777"/>
                        <a14:foregroundMark x1="22603" y1="61402" x2="11656" y2="57545"/>
                        <a14:foregroundMark x1="69454" y1="47384" x2="69325" y2="45506"/>
                        <a14:foregroundMark x1="57475" y1="56472" x2="54537" y2="58585"/>
                        <a14:foregroundMark x1="87601" y1="37223" x2="86051" y2="40040"/>
                        <a14:foregroundMark x1="83985" y1="41885" x2="82822" y2="40443"/>
                        <a14:foregroundMark x1="66225" y1="59658" x2="61350" y2="59658"/>
                        <a14:foregroundMark x1="51954" y1="60597" x2="48983" y2="59792"/>
                        <a14:foregroundMark x1="33290" y1="65023" x2="31740" y2="61670"/>
                        <a14:foregroundMark x1="17985" y1="69551" x2="14627" y2="70892"/>
                      </a14:backgroundRemoval>
                    </a14:imgEffect>
                  </a14:imgLayer>
                </a14:imgProps>
              </a:ext>
              <a:ext uri="{28A0092B-C50C-407E-A947-70E740481C1C}">
                <a14:useLocalDpi xmlns:a14="http://schemas.microsoft.com/office/drawing/2010/main" val="0"/>
              </a:ext>
            </a:extLst>
          </a:blip>
          <a:srcRect t="33032" r="38163" b="9555"/>
          <a:stretch>
            <a:fillRect/>
          </a:stretch>
        </p:blipFill>
        <p:spPr bwMode="auto">
          <a:xfrm>
            <a:off x="7917180" y="4253230"/>
            <a:ext cx="1217930" cy="108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0" name="文本框 99"/>
          <p:cNvSpPr txBox="1"/>
          <p:nvPr/>
        </p:nvSpPr>
        <p:spPr>
          <a:xfrm>
            <a:off x="980122" y="405765"/>
            <a:ext cx="7628255" cy="1014730"/>
          </a:xfrm>
          <a:prstGeom prst="rect">
            <a:avLst/>
          </a:prstGeom>
          <a:noFill/>
          <a:ln w="9525">
            <a:noFill/>
          </a:ln>
        </p:spPr>
        <p:txBody>
          <a:bodyPr wrap="square">
            <a:spAutoFit/>
          </a:bodyPr>
          <a:lstStyle/>
          <a:p>
            <a:pPr indent="304165" algn="l"/>
            <a:r>
              <a:rPr lang="zh-CN" sz="2000" dirty="0">
                <a:latin typeface="隶书" panose="02010509060101010101" charset="-122"/>
                <a:ea typeface="隶书" panose="02010509060101010101" charset="-122"/>
                <a:cs typeface="隶书" panose="02010509060101010101" charset="-122"/>
              </a:rPr>
              <a:t>引例：按字母表顺序和逆序每隔一个字母打印。即打印出：</a:t>
            </a:r>
          </a:p>
          <a:p>
            <a:pPr indent="304165" algn="l"/>
            <a:r>
              <a:rPr lang="zh-CN" sz="2000" dirty="0">
                <a:latin typeface="隶书" panose="02010509060101010101" charset="-122"/>
                <a:ea typeface="隶书" panose="02010509060101010101" charset="-122"/>
                <a:cs typeface="隶书" panose="02010509060101010101" charset="-122"/>
              </a:rPr>
              <a:t>　　　　　</a:t>
            </a:r>
            <a:r>
              <a:rPr lang="en-US" sz="2000" dirty="0">
                <a:latin typeface="隶书" panose="02010509060101010101" charset="-122"/>
                <a:ea typeface="隶书" panose="02010509060101010101" charset="-122"/>
                <a:cs typeface="隶书" panose="02010509060101010101" charset="-122"/>
              </a:rPr>
              <a:t>a  c  e  g  i  k  m  o  q  s  u  w  y</a:t>
            </a:r>
            <a:endParaRPr lang="zh-CN" sz="2000" dirty="0">
              <a:latin typeface="隶书" panose="02010509060101010101" charset="-122"/>
              <a:ea typeface="隶书" panose="02010509060101010101" charset="-122"/>
              <a:cs typeface="隶书" panose="02010509060101010101" charset="-122"/>
            </a:endParaRPr>
          </a:p>
          <a:p>
            <a:pPr indent="304165" algn="l"/>
            <a:r>
              <a:rPr lang="zh-CN" sz="2000" dirty="0">
                <a:latin typeface="隶书" panose="02010509060101010101" charset="-122"/>
                <a:ea typeface="隶书" panose="02010509060101010101" charset="-122"/>
                <a:cs typeface="隶书" panose="02010509060101010101" charset="-122"/>
              </a:rPr>
              <a:t>　　　　　</a:t>
            </a:r>
            <a:r>
              <a:rPr lang="en-US" sz="2000" dirty="0">
                <a:latin typeface="隶书" panose="02010509060101010101" charset="-122"/>
                <a:ea typeface="隶书" panose="02010509060101010101" charset="-122"/>
                <a:cs typeface="隶书" panose="02010509060101010101" charset="-122"/>
              </a:rPr>
              <a:t>z  x  r  v  t  p  n  l  j  h  f  d  b</a:t>
            </a:r>
            <a:endParaRPr lang="zh-CN" altLang="en-US" sz="2000" dirty="0">
              <a:latin typeface="隶书" panose="02010509060101010101" charset="-122"/>
              <a:ea typeface="隶书" panose="02010509060101010101" charset="-122"/>
              <a:cs typeface="隶书" panose="02010509060101010101" charset="-122"/>
            </a:endParaRPr>
          </a:p>
        </p:txBody>
      </p:sp>
      <p:sp>
        <p:nvSpPr>
          <p:cNvPr id="4" name="文本框 3"/>
          <p:cNvSpPr txBox="1"/>
          <p:nvPr/>
        </p:nvSpPr>
        <p:spPr>
          <a:xfrm>
            <a:off x="796290" y="1635646"/>
            <a:ext cx="7995920" cy="922020"/>
          </a:xfrm>
          <a:prstGeom prst="rect">
            <a:avLst/>
          </a:prstGeom>
          <a:noFill/>
        </p:spPr>
        <p:txBody>
          <a:bodyPr wrap="square" rtlCol="0">
            <a:spAutoFit/>
          </a:bodyPr>
          <a:lstStyle/>
          <a:p>
            <a:r>
              <a:rPr lang="zh-CN" altLang="en-US" dirty="0" smtClean="0">
                <a:solidFill>
                  <a:srgbClr val="FF0000"/>
                </a:solidFill>
                <a:latin typeface="隶书" panose="02010509060101010101" charset="-122"/>
                <a:ea typeface="隶书" panose="02010509060101010101" charset="-122"/>
                <a:cs typeface="隶书" panose="02010509060101010101" charset="-122"/>
                <a:sym typeface="+mn-ea"/>
              </a:rPr>
              <a:t>分析：</a:t>
            </a:r>
            <a:r>
              <a:rPr lang="zh-CN" altLang="en-US" dirty="0" smtClean="0">
                <a:latin typeface="隶书" panose="02010509060101010101" charset="-122"/>
                <a:ea typeface="隶书" panose="02010509060101010101" charset="-122"/>
                <a:cs typeface="隶书" panose="02010509060101010101" charset="-122"/>
                <a:sym typeface="+mn-ea"/>
              </a:rPr>
              <a:t>利用</a:t>
            </a:r>
            <a:r>
              <a:rPr lang="zh-CN" altLang="en-US" dirty="0">
                <a:latin typeface="隶书" panose="02010509060101010101" charset="-122"/>
                <a:ea typeface="隶书" panose="02010509060101010101" charset="-122"/>
                <a:cs typeface="隶书" panose="02010509060101010101" charset="-122"/>
                <a:sym typeface="+mn-ea"/>
              </a:rPr>
              <a:t>了字符类型是顺序类型这一特性，灵活利用字符变量当作循环控制变量，使程序处理起来比较直观 。</a:t>
            </a:r>
            <a:endParaRPr lang="zh-CN" altLang="en-US" dirty="0"/>
          </a:p>
          <a:p>
            <a:endParaRPr lang="zh-CN" altLang="en-US" dirty="0"/>
          </a:p>
        </p:txBody>
      </p:sp>
      <p:sp>
        <p:nvSpPr>
          <p:cNvPr id="6" name="矩形 5"/>
          <p:cNvSpPr/>
          <p:nvPr/>
        </p:nvSpPr>
        <p:spPr>
          <a:xfrm>
            <a:off x="122997" y="2681266"/>
            <a:ext cx="3384376" cy="707886"/>
          </a:xfrm>
          <a:prstGeom prst="rect">
            <a:avLst/>
          </a:prstGeom>
          <a:ln w="25400">
            <a:solidFill>
              <a:schemeClr val="bg1">
                <a:lumMod val="75000"/>
              </a:schemeClr>
            </a:solidFill>
          </a:ln>
        </p:spPr>
        <p:txBody>
          <a:bodyPr wrap="square">
            <a:spAutoFit/>
          </a:bodyPr>
          <a:lstStyle/>
          <a:p>
            <a:r>
              <a:rPr lang="en-US" altLang="zh-CN" sz="2000" dirty="0" smtClean="0"/>
              <a:t> for(</a:t>
            </a:r>
            <a:r>
              <a:rPr lang="en-US" altLang="zh-CN" sz="2000" dirty="0" err="1" smtClean="0"/>
              <a:t>int</a:t>
            </a:r>
            <a:r>
              <a:rPr lang="en-US" altLang="zh-CN" sz="2000" dirty="0" smtClean="0"/>
              <a:t>  i=2;i&lt;=100;i+=2)        </a:t>
            </a:r>
          </a:p>
          <a:p>
            <a:r>
              <a:rPr lang="en-US" altLang="zh-CN" sz="2000" dirty="0" smtClean="0"/>
              <a:t>         </a:t>
            </a:r>
            <a:r>
              <a:rPr lang="en-US" altLang="zh-CN" sz="2000" dirty="0" err="1" smtClean="0"/>
              <a:t>cout</a:t>
            </a:r>
            <a:r>
              <a:rPr lang="en-US" altLang="zh-CN" sz="2000" dirty="0" smtClean="0"/>
              <a:t>&lt;&lt;i&lt;&lt;“ ”;</a:t>
            </a:r>
          </a:p>
        </p:txBody>
      </p:sp>
      <p:sp>
        <p:nvSpPr>
          <p:cNvPr id="7" name="矩形 6"/>
          <p:cNvSpPr/>
          <p:nvPr/>
        </p:nvSpPr>
        <p:spPr>
          <a:xfrm>
            <a:off x="3895666" y="2681266"/>
            <a:ext cx="4896544" cy="707886"/>
          </a:xfrm>
          <a:prstGeom prst="rect">
            <a:avLst/>
          </a:prstGeom>
          <a:ln w="25400">
            <a:solidFill>
              <a:schemeClr val="bg1">
                <a:lumMod val="75000"/>
              </a:schemeClr>
            </a:solidFill>
          </a:ln>
        </p:spPr>
        <p:txBody>
          <a:bodyPr wrap="square">
            <a:spAutoFit/>
          </a:bodyPr>
          <a:lstStyle/>
          <a:p>
            <a:r>
              <a:rPr lang="en-US" altLang="zh-CN" sz="2000" dirty="0" smtClean="0"/>
              <a:t> for(char </a:t>
            </a:r>
            <a:r>
              <a:rPr lang="en-US" altLang="zh-CN" sz="2000" dirty="0" err="1" smtClean="0"/>
              <a:t>ch</a:t>
            </a:r>
            <a:r>
              <a:rPr lang="en-US" altLang="zh-CN" sz="2000" dirty="0" smtClean="0"/>
              <a:t>=</a:t>
            </a:r>
            <a:r>
              <a:rPr lang="en-US" altLang="zh-CN" sz="2000" dirty="0"/>
              <a:t>'a</a:t>
            </a:r>
            <a:r>
              <a:rPr lang="en-US" altLang="zh-CN" sz="2000" dirty="0" smtClean="0"/>
              <a:t>';</a:t>
            </a:r>
            <a:r>
              <a:rPr lang="en-US" altLang="zh-CN" sz="2000" dirty="0" err="1" smtClean="0"/>
              <a:t>ch</a:t>
            </a:r>
            <a:r>
              <a:rPr lang="en-US" altLang="zh-CN" sz="2000" dirty="0" smtClean="0"/>
              <a:t>&lt;=</a:t>
            </a:r>
            <a:r>
              <a:rPr lang="en-US" altLang="zh-CN" sz="2000" dirty="0"/>
              <a:t>'z</a:t>
            </a:r>
            <a:r>
              <a:rPr lang="en-US" altLang="zh-CN" sz="2000" dirty="0" smtClean="0"/>
              <a:t>';</a:t>
            </a:r>
            <a:r>
              <a:rPr lang="en-US" altLang="zh-CN" sz="2000" dirty="0" err="1" smtClean="0"/>
              <a:t>ch</a:t>
            </a:r>
            <a:r>
              <a:rPr lang="en-US" altLang="zh-CN" sz="2000" dirty="0" smtClean="0"/>
              <a:t>+=</a:t>
            </a:r>
            <a:r>
              <a:rPr lang="en-US" altLang="zh-CN" sz="2000" dirty="0"/>
              <a:t>2)</a:t>
            </a:r>
          </a:p>
          <a:p>
            <a:r>
              <a:rPr lang="en-US" altLang="zh-CN" sz="2000" dirty="0" smtClean="0"/>
              <a:t>            </a:t>
            </a:r>
            <a:r>
              <a:rPr lang="en-US" altLang="zh-CN" sz="2000" dirty="0" err="1"/>
              <a:t>cout</a:t>
            </a:r>
            <a:r>
              <a:rPr lang="en-US" altLang="zh-CN" sz="2000" dirty="0"/>
              <a:t>&lt;&lt;</a:t>
            </a:r>
            <a:r>
              <a:rPr lang="en-US" altLang="zh-CN" sz="2000" dirty="0" err="1" smtClean="0"/>
              <a:t>ch</a:t>
            </a:r>
            <a:r>
              <a:rPr lang="en-US" altLang="zh-CN" sz="2000" dirty="0" smtClean="0"/>
              <a:t>&lt;&lt;" </a:t>
            </a:r>
            <a:r>
              <a:rPr lang="en-US" altLang="zh-CN" sz="2000" dirty="0"/>
              <a:t>"</a:t>
            </a:r>
            <a:endParaRPr lang="en-US" altLang="zh-CN" sz="2000" dirty="0" smtClean="0"/>
          </a:p>
        </p:txBody>
      </p:sp>
      <p:sp>
        <p:nvSpPr>
          <p:cNvPr id="9" name="矩形 8"/>
          <p:cNvSpPr/>
          <p:nvPr/>
        </p:nvSpPr>
        <p:spPr>
          <a:xfrm>
            <a:off x="3895666" y="3651870"/>
            <a:ext cx="4896544" cy="707886"/>
          </a:xfrm>
          <a:prstGeom prst="rect">
            <a:avLst/>
          </a:prstGeom>
          <a:ln w="25400">
            <a:solidFill>
              <a:schemeClr val="bg1">
                <a:lumMod val="75000"/>
              </a:schemeClr>
            </a:solidFill>
          </a:ln>
        </p:spPr>
        <p:txBody>
          <a:bodyPr wrap="square">
            <a:spAutoFit/>
          </a:bodyPr>
          <a:lstStyle/>
          <a:p>
            <a:r>
              <a:rPr lang="en-US" altLang="zh-CN" sz="2000" dirty="0"/>
              <a:t> for(</a:t>
            </a:r>
            <a:r>
              <a:rPr lang="en-US" altLang="zh-CN" sz="2000" dirty="0" err="1"/>
              <a:t>int</a:t>
            </a:r>
            <a:r>
              <a:rPr lang="en-US" altLang="zh-CN" sz="2000" dirty="0"/>
              <a:t> i=97;i&lt;=122;i+=2</a:t>
            </a:r>
            <a:r>
              <a:rPr lang="en-US" altLang="zh-CN" sz="2000" dirty="0" smtClean="0"/>
              <a:t>)</a:t>
            </a:r>
          </a:p>
          <a:p>
            <a:r>
              <a:rPr lang="en-US" altLang="zh-CN" sz="2000" dirty="0"/>
              <a:t> </a:t>
            </a:r>
            <a:r>
              <a:rPr lang="en-US" altLang="zh-CN" sz="2000" dirty="0" smtClean="0"/>
              <a:t>      </a:t>
            </a:r>
            <a:r>
              <a:rPr lang="en-US" altLang="zh-CN" sz="2000" dirty="0" err="1"/>
              <a:t>cout</a:t>
            </a:r>
            <a:r>
              <a:rPr lang="en-US" altLang="zh-CN" sz="2000" dirty="0"/>
              <a:t>&lt;&lt;char(i)&lt;&lt;" </a:t>
            </a:r>
            <a:r>
              <a:rPr lang="en-US" altLang="zh-CN" sz="2000" dirty="0" smtClean="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100"/>
                                        </p:tgtEl>
                                        <p:attrNameLst>
                                          <p:attrName>style.visibility</p:attrName>
                                        </p:attrNameLst>
                                      </p:cBhvr>
                                      <p:to>
                                        <p:strVal val="visible"/>
                                      </p:to>
                                    </p:set>
                                    <p:anim calcmode="discrete" valueType="clr">
                                      <p:cBhvr override="childStyle">
                                        <p:cTn id="7" dur="80"/>
                                        <p:tgtEl>
                                          <p:spTgt spid="100"/>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100"/>
                                        </p:tgtEl>
                                        <p:attrNameLst>
                                          <p:attrName>fillcolor</p:attrName>
                                        </p:attrNameLst>
                                      </p:cBhvr>
                                      <p:tavLst>
                                        <p:tav tm="0">
                                          <p:val>
                                            <p:clrVal>
                                              <a:schemeClr val="accent2"/>
                                            </p:clrVal>
                                          </p:val>
                                        </p:tav>
                                        <p:tav tm="50000">
                                          <p:val>
                                            <p:clrVal>
                                              <a:schemeClr val="hlink"/>
                                            </p:clrVal>
                                          </p:val>
                                        </p:tav>
                                      </p:tavLst>
                                    </p:anim>
                                    <p:set>
                                      <p:cBhvr>
                                        <p:cTn id="9" dur="80"/>
                                        <p:tgtEl>
                                          <p:spTgt spid="100"/>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grpId="0" nodeType="clickEffect">
                                  <p:stCondLst>
                                    <p:cond delay="0"/>
                                  </p:stCondLst>
                                  <p:iterate type="lt">
                                    <p:tmPct val="50000"/>
                                  </p:iterate>
                                  <p:childTnLst>
                                    <p:set>
                                      <p:cBhvr>
                                        <p:cTn id="13" dur="1" fill="hold">
                                          <p:stCondLst>
                                            <p:cond delay="0"/>
                                          </p:stCondLst>
                                        </p:cTn>
                                        <p:tgtEl>
                                          <p:spTgt spid="4"/>
                                        </p:tgtEl>
                                        <p:attrNameLst>
                                          <p:attrName>style.visibility</p:attrName>
                                        </p:attrNameLst>
                                      </p:cBhvr>
                                      <p:to>
                                        <p:strVal val="visible"/>
                                      </p:to>
                                    </p:set>
                                    <p:anim calcmode="discrete" valueType="clr">
                                      <p:cBhvr override="childStyle">
                                        <p:cTn id="14" dur="80"/>
                                        <p:tgtEl>
                                          <p:spTgt spid="4"/>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4"/>
                                        </p:tgtEl>
                                        <p:attrNameLst>
                                          <p:attrName>fillcolor</p:attrName>
                                        </p:attrNameLst>
                                      </p:cBhvr>
                                      <p:tavLst>
                                        <p:tav tm="0">
                                          <p:val>
                                            <p:clrVal>
                                              <a:schemeClr val="accent2"/>
                                            </p:clrVal>
                                          </p:val>
                                        </p:tav>
                                        <p:tav tm="50000">
                                          <p:val>
                                            <p:clrVal>
                                              <a:schemeClr val="hlink"/>
                                            </p:clrVal>
                                          </p:val>
                                        </p:tav>
                                      </p:tavLst>
                                    </p:anim>
                                    <p:set>
                                      <p:cBhvr>
                                        <p:cTn id="16" dur="80"/>
                                        <p:tgtEl>
                                          <p:spTgt spid="4"/>
                                        </p:tgtEl>
                                        <p:attrNameLst>
                                          <p:attrName>fill.type</p:attrName>
                                        </p:attrNameLst>
                                      </p:cBhvr>
                                      <p:to>
                                        <p:strVal val="solid"/>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p:bldP spid="4" grpId="0"/>
      <p:bldP spid="6" grpId="0" animBg="1"/>
      <p:bldP spid="7" grpId="0" animBg="1"/>
      <p:bldP spid="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55576" y="226874"/>
            <a:ext cx="1338828" cy="369332"/>
          </a:xfrm>
          <a:prstGeom prst="rect">
            <a:avLst/>
          </a:prstGeom>
          <a:noFill/>
        </p:spPr>
        <p:txBody>
          <a:bodyPr wrap="none" rtlCol="0">
            <a:spAutoFit/>
          </a:bodyPr>
          <a:lstStyle/>
          <a:p>
            <a:r>
              <a:rPr lang="zh-CN" altLang="en-US" dirty="0"/>
              <a:t>参考</a:t>
            </a:r>
            <a:r>
              <a:rPr lang="zh-CN" altLang="en-US" dirty="0" smtClean="0"/>
              <a:t>代码：</a:t>
            </a:r>
            <a:endParaRPr lang="zh-CN" altLang="en-US" dirty="0"/>
          </a:p>
        </p:txBody>
      </p:sp>
      <p:pic>
        <p:nvPicPr>
          <p:cNvPr id="4" name="图片 3"/>
          <p:cNvPicPr>
            <a:picLocks noChangeAspect="1"/>
          </p:cNvPicPr>
          <p:nvPr/>
        </p:nvPicPr>
        <p:blipFill>
          <a:blip r:embed="rId2"/>
          <a:stretch>
            <a:fillRect/>
          </a:stretch>
        </p:blipFill>
        <p:spPr>
          <a:xfrm>
            <a:off x="1043608" y="615752"/>
            <a:ext cx="6624736" cy="4066918"/>
          </a:xfrm>
          <a:prstGeom prst="rect">
            <a:avLst/>
          </a:prstGeom>
        </p:spPr>
      </p:pic>
    </p:spTree>
    <p:extLst>
      <p:ext uri="{BB962C8B-B14F-4D97-AF65-F5344CB8AC3E}">
        <p14:creationId xmlns:p14="http://schemas.microsoft.com/office/powerpoint/2010/main" val="2908968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to="" calcmode="lin" valueType="num">
                                      <p:cBhvr>
                                        <p:cTn id="7" dur="1" fill="hold"/>
                                        <p:tgtEl>
                                          <p:spTgt spid="4"/>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6"/>
          <p:cNvPicPr>
            <a:picLocks noChangeAspect="1" noChangeArrowheads="1"/>
          </p:cNvPicPr>
          <p:nvPr/>
        </p:nvPicPr>
        <p:blipFill rotWithShape="1">
          <a:blip r:embed="rId2" cstate="print">
            <a:extLst>
              <a:ext uri="{BEBA8EAE-BF5A-486C-A8C5-ECC9F3942E4B}">
                <a14:imgProps xmlns:a14="http://schemas.microsoft.com/office/drawing/2010/main">
                  <a14:imgLayer r:embed="rId3">
                    <a14:imgEffect>
                      <a14:backgroundRemoval t="9960" b="89940" l="7007" r="94285">
                        <a14:foregroundMark x1="13594" y1="49899" x2="13981" y2="51777"/>
                        <a14:foregroundMark x1="22603" y1="61402" x2="11656" y2="57545"/>
                        <a14:foregroundMark x1="69454" y1="47384" x2="69325" y2="45506"/>
                        <a14:foregroundMark x1="57475" y1="56472" x2="54537" y2="58585"/>
                        <a14:foregroundMark x1="87601" y1="37223" x2="86051" y2="40040"/>
                        <a14:foregroundMark x1="83985" y1="41885" x2="82822" y2="40443"/>
                        <a14:foregroundMark x1="66225" y1="59658" x2="61350" y2="59658"/>
                        <a14:foregroundMark x1="51954" y1="60597" x2="48983" y2="59792"/>
                        <a14:foregroundMark x1="33290" y1="65023" x2="31740" y2="61670"/>
                        <a14:foregroundMark x1="17985" y1="69551" x2="14627" y2="70892"/>
                      </a14:backgroundRemoval>
                    </a14:imgEffect>
                  </a14:imgLayer>
                </a14:imgProps>
              </a:ext>
              <a:ext uri="{28A0092B-C50C-407E-A947-70E740481C1C}">
                <a14:useLocalDpi xmlns:a14="http://schemas.microsoft.com/office/drawing/2010/main" val="0"/>
              </a:ext>
            </a:extLst>
          </a:blip>
          <a:srcRect t="33032" r="38163" b="9555"/>
          <a:stretch>
            <a:fillRect/>
          </a:stretch>
        </p:blipFill>
        <p:spPr bwMode="auto">
          <a:xfrm>
            <a:off x="7917180" y="4253230"/>
            <a:ext cx="1217930" cy="108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文本框 3"/>
          <p:cNvSpPr txBox="1"/>
          <p:nvPr/>
        </p:nvSpPr>
        <p:spPr>
          <a:xfrm>
            <a:off x="358140" y="1086485"/>
            <a:ext cx="8254365" cy="2522855"/>
          </a:xfrm>
          <a:prstGeom prst="rect">
            <a:avLst/>
          </a:prstGeom>
          <a:noFill/>
        </p:spPr>
        <p:txBody>
          <a:bodyPr wrap="square" rtlCol="0" anchor="t">
            <a:spAutoFit/>
          </a:bodyPr>
          <a:lstStyle/>
          <a:p>
            <a:pPr lvl="0" indent="0">
              <a:lnSpc>
                <a:spcPct val="125000"/>
              </a:lnSpc>
              <a:spcBef>
                <a:spcPct val="20000"/>
              </a:spcBef>
              <a:buClr>
                <a:srgbClr val="0066CC"/>
              </a:buClr>
              <a:buFont typeface="Wingdings" panose="05000000000000000000" pitchFamily="2" charset="2"/>
              <a:buNone/>
            </a:pPr>
            <a:r>
              <a:rPr lang="zh-CN" altLang="en-US" sz="2000" dirty="0" smtClean="0">
                <a:solidFill>
                  <a:schemeClr val="tx1"/>
                </a:solidFill>
                <a:latin typeface="隶书" panose="02010509060101010101" charset="-122"/>
                <a:ea typeface="隶书" panose="02010509060101010101" charset="-122"/>
                <a:cs typeface="隶书" panose="02010509060101010101" charset="-122"/>
                <a:sym typeface="+mn-ea"/>
              </a:rPr>
              <a:t>    计算机程序</a:t>
            </a:r>
            <a:r>
              <a:rPr lang="zh-CN" altLang="en-US" sz="2000" dirty="0">
                <a:solidFill>
                  <a:schemeClr val="tx1"/>
                </a:solidFill>
                <a:latin typeface="隶书" panose="02010509060101010101" charset="-122"/>
                <a:ea typeface="隶书" panose="02010509060101010101" charset="-122"/>
                <a:cs typeface="隶书" panose="02010509060101010101" charset="-122"/>
                <a:sym typeface="+mn-ea"/>
              </a:rPr>
              <a:t>处理的数据类型也可以概括的分为数值型数据和非数值型数据两大类，前面学习的内容多以数值型数据的运算或处理为主，接下来我们开始了解一种最基本的非数值型数据的处理知识</a:t>
            </a:r>
            <a:r>
              <a:rPr lang="en-US" altLang="zh-CN" sz="2000" dirty="0">
                <a:solidFill>
                  <a:schemeClr val="tx1"/>
                </a:solidFill>
                <a:latin typeface="隶书" panose="02010509060101010101" charset="-122"/>
                <a:ea typeface="隶书" panose="02010509060101010101" charset="-122"/>
                <a:cs typeface="隶书" panose="02010509060101010101" charset="-122"/>
                <a:sym typeface="+mn-ea"/>
              </a:rPr>
              <a:t>——</a:t>
            </a:r>
            <a:r>
              <a:rPr lang="zh-CN" altLang="en-US" sz="2000" dirty="0">
                <a:solidFill>
                  <a:schemeClr val="tx1"/>
                </a:solidFill>
                <a:latin typeface="隶书" panose="02010509060101010101" charset="-122"/>
                <a:ea typeface="隶书" panose="02010509060101010101" charset="-122"/>
                <a:cs typeface="隶书" panose="02010509060101010101" charset="-122"/>
                <a:sym typeface="+mn-ea"/>
              </a:rPr>
              <a:t>字符类型；</a:t>
            </a:r>
            <a:endParaRPr lang="zh-CN" altLang="en-US" sz="2000" dirty="0">
              <a:solidFill>
                <a:schemeClr val="tx1"/>
              </a:solidFill>
              <a:latin typeface="隶书" panose="02010509060101010101" charset="-122"/>
              <a:ea typeface="隶书" panose="02010509060101010101" charset="-122"/>
              <a:cs typeface="隶书" panose="02010509060101010101" charset="-122"/>
            </a:endParaRPr>
          </a:p>
          <a:p>
            <a:pPr lvl="0" indent="0">
              <a:lnSpc>
                <a:spcPct val="125000"/>
              </a:lnSpc>
              <a:spcBef>
                <a:spcPct val="20000"/>
              </a:spcBef>
              <a:buClr>
                <a:srgbClr val="0066CC"/>
              </a:buClr>
              <a:buFont typeface="Wingdings" panose="05000000000000000000" pitchFamily="2" charset="2"/>
              <a:buNone/>
            </a:pPr>
            <a:r>
              <a:rPr lang="zh-CN" altLang="en-US" sz="2000" dirty="0">
                <a:solidFill>
                  <a:schemeClr val="tx1"/>
                </a:solidFill>
                <a:latin typeface="隶书" panose="02010509060101010101" charset="-122"/>
                <a:ea typeface="隶书" panose="02010509060101010101" charset="-122"/>
                <a:cs typeface="隶书" panose="02010509060101010101" charset="-122"/>
                <a:sym typeface="+mn-ea"/>
              </a:rPr>
              <a:t>字符类型为由</a:t>
            </a:r>
            <a:r>
              <a:rPr lang="zh-CN" altLang="en-US" sz="2000" dirty="0">
                <a:solidFill>
                  <a:srgbClr val="FF0000"/>
                </a:solidFill>
                <a:latin typeface="隶书" panose="02010509060101010101" charset="-122"/>
                <a:ea typeface="隶书" panose="02010509060101010101" charset="-122"/>
                <a:cs typeface="隶书" panose="02010509060101010101" charset="-122"/>
                <a:sym typeface="+mn-ea"/>
              </a:rPr>
              <a:t>一个单个</a:t>
            </a:r>
            <a:r>
              <a:rPr lang="zh-CN" altLang="en-US" sz="2000" dirty="0">
                <a:solidFill>
                  <a:schemeClr val="tx1"/>
                </a:solidFill>
                <a:latin typeface="隶书" panose="02010509060101010101" charset="-122"/>
                <a:ea typeface="隶书" panose="02010509060101010101" charset="-122"/>
                <a:cs typeface="隶书" panose="02010509060101010101" charset="-122"/>
                <a:sym typeface="+mn-ea"/>
              </a:rPr>
              <a:t>字符组成的数据。通常使用</a:t>
            </a:r>
            <a:r>
              <a:rPr lang="zh-CN" altLang="en-US" sz="2000" dirty="0">
                <a:solidFill>
                  <a:srgbClr val="FF0000"/>
                </a:solidFill>
                <a:latin typeface="隶书" panose="02010509060101010101" charset="-122"/>
                <a:ea typeface="隶书" panose="02010509060101010101" charset="-122"/>
                <a:cs typeface="隶书" panose="02010509060101010101" charset="-122"/>
                <a:sym typeface="+mn-ea"/>
              </a:rPr>
              <a:t>一对单引号</a:t>
            </a:r>
            <a:r>
              <a:rPr lang="zh-CN" altLang="en-US" sz="2000" dirty="0">
                <a:solidFill>
                  <a:schemeClr val="tx1"/>
                </a:solidFill>
                <a:latin typeface="隶书" panose="02010509060101010101" charset="-122"/>
                <a:ea typeface="隶书" panose="02010509060101010101" charset="-122"/>
                <a:cs typeface="隶书" panose="02010509060101010101" charset="-122"/>
                <a:sym typeface="+mn-ea"/>
              </a:rPr>
              <a:t>将单个字符括起来的表示形式，如</a:t>
            </a:r>
            <a:r>
              <a:rPr lang="en-US" altLang="zh-CN" sz="2000" dirty="0">
                <a:solidFill>
                  <a:schemeClr val="tx1"/>
                </a:solidFill>
                <a:latin typeface="隶书" panose="02010509060101010101" charset="-122"/>
                <a:ea typeface="隶书" panose="02010509060101010101" charset="-122"/>
                <a:cs typeface="隶书" panose="02010509060101010101" charset="-122"/>
                <a:sym typeface="+mn-ea"/>
              </a:rPr>
              <a:t>'a' </a:t>
            </a:r>
            <a:r>
              <a:rPr lang="zh-CN" altLang="en-US" sz="2000" dirty="0">
                <a:solidFill>
                  <a:schemeClr val="tx1"/>
                </a:solidFill>
                <a:latin typeface="隶书" panose="02010509060101010101" charset="-122"/>
                <a:ea typeface="隶书" panose="02010509060101010101" charset="-122"/>
                <a:cs typeface="隶书" panose="02010509060101010101" charset="-122"/>
                <a:sym typeface="+mn-ea"/>
              </a:rPr>
              <a:t>、</a:t>
            </a:r>
            <a:r>
              <a:rPr lang="en-US" altLang="zh-CN" sz="2000" dirty="0">
                <a:solidFill>
                  <a:schemeClr val="tx1"/>
                </a:solidFill>
                <a:latin typeface="隶书" panose="02010509060101010101" charset="-122"/>
                <a:ea typeface="隶书" panose="02010509060101010101" charset="-122"/>
                <a:cs typeface="隶书" panose="02010509060101010101" charset="-122"/>
                <a:sym typeface="+mn-ea"/>
              </a:rPr>
              <a:t>'</a:t>
            </a:r>
            <a:r>
              <a:rPr lang="zh-CN" altLang="en-US" sz="2000" dirty="0">
                <a:solidFill>
                  <a:schemeClr val="tx1"/>
                </a:solidFill>
                <a:latin typeface="隶书" panose="02010509060101010101" charset="-122"/>
                <a:ea typeface="隶书" panose="02010509060101010101" charset="-122"/>
                <a:cs typeface="隶书" panose="02010509060101010101" charset="-122"/>
                <a:sym typeface="+mn-ea"/>
              </a:rPr>
              <a:t> </a:t>
            </a:r>
            <a:r>
              <a:rPr lang="en-US" altLang="zh-CN" sz="2000" dirty="0">
                <a:solidFill>
                  <a:schemeClr val="tx1"/>
                </a:solidFill>
                <a:latin typeface="隶书" panose="02010509060101010101" charset="-122"/>
                <a:ea typeface="隶书" panose="02010509060101010101" charset="-122"/>
                <a:cs typeface="隶书" panose="02010509060101010101" charset="-122"/>
                <a:sym typeface="+mn-ea"/>
              </a:rPr>
              <a:t>'</a:t>
            </a:r>
            <a:r>
              <a:rPr lang="zh-CN" altLang="en-US" sz="2000" dirty="0">
                <a:solidFill>
                  <a:schemeClr val="tx1"/>
                </a:solidFill>
                <a:latin typeface="隶书" panose="02010509060101010101" charset="-122"/>
                <a:ea typeface="隶书" panose="02010509060101010101" charset="-122"/>
                <a:cs typeface="隶书" panose="02010509060101010101" charset="-122"/>
                <a:sym typeface="+mn-ea"/>
              </a:rPr>
              <a:t>、</a:t>
            </a:r>
            <a:r>
              <a:rPr lang="en-US" altLang="zh-CN" sz="2000" dirty="0">
                <a:solidFill>
                  <a:schemeClr val="tx1"/>
                </a:solidFill>
                <a:latin typeface="隶书" panose="02010509060101010101" charset="-122"/>
                <a:ea typeface="隶书" panose="02010509060101010101" charset="-122"/>
                <a:cs typeface="隶书" panose="02010509060101010101" charset="-122"/>
                <a:sym typeface="+mn-ea"/>
              </a:rPr>
              <a:t>'.'</a:t>
            </a:r>
            <a:r>
              <a:rPr lang="zh-CN" altLang="en-US" sz="2000" dirty="0">
                <a:solidFill>
                  <a:schemeClr val="tx1"/>
                </a:solidFill>
                <a:latin typeface="隶书" panose="02010509060101010101" charset="-122"/>
                <a:ea typeface="隶书" panose="02010509060101010101" charset="-122"/>
                <a:cs typeface="隶书" panose="02010509060101010101" charset="-122"/>
                <a:sym typeface="+mn-ea"/>
              </a:rPr>
              <a:t>等。</a:t>
            </a:r>
            <a:endParaRPr lang="zh-CN" altLang="en-US" sz="2000" dirty="0">
              <a:solidFill>
                <a:schemeClr val="tx1"/>
              </a:solidFill>
              <a:latin typeface="隶书" panose="02010509060101010101" charset="-122"/>
              <a:ea typeface="隶书" panose="02010509060101010101" charset="-122"/>
              <a:cs typeface="隶书" panose="02010509060101010101" charset="-122"/>
            </a:endParaRPr>
          </a:p>
          <a:p>
            <a:pPr lvl="0" indent="0">
              <a:lnSpc>
                <a:spcPct val="125000"/>
              </a:lnSpc>
              <a:spcBef>
                <a:spcPct val="20000"/>
              </a:spcBef>
              <a:buClr>
                <a:srgbClr val="0066CC"/>
              </a:buClr>
              <a:buFont typeface="Wingdings" panose="05000000000000000000" pitchFamily="2" charset="2"/>
              <a:buNone/>
            </a:pPr>
            <a:r>
              <a:rPr lang="zh-CN" altLang="en-US" sz="2000" dirty="0" smtClean="0">
                <a:solidFill>
                  <a:schemeClr val="tx1"/>
                </a:solidFill>
                <a:latin typeface="隶书" panose="02010509060101010101" charset="-122"/>
                <a:ea typeface="隶书" panose="02010509060101010101" charset="-122"/>
                <a:cs typeface="隶书" panose="02010509060101010101" charset="-122"/>
                <a:sym typeface="+mn-ea"/>
              </a:rPr>
              <a:t>    程序设计</a:t>
            </a:r>
            <a:r>
              <a:rPr lang="zh-CN" altLang="en-US" sz="2000" dirty="0">
                <a:solidFill>
                  <a:schemeClr val="tx1"/>
                </a:solidFill>
                <a:latin typeface="隶书" panose="02010509060101010101" charset="-122"/>
                <a:ea typeface="隶书" panose="02010509060101010101" charset="-122"/>
                <a:cs typeface="隶书" panose="02010509060101010101" charset="-122"/>
                <a:sym typeface="+mn-ea"/>
              </a:rPr>
              <a:t>中常用到的</a:t>
            </a:r>
            <a:r>
              <a:rPr lang="zh-CN" altLang="en-US" sz="2000" dirty="0" smtClean="0">
                <a:solidFill>
                  <a:schemeClr val="tx1"/>
                </a:solidFill>
                <a:latin typeface="隶书" panose="02010509060101010101" charset="-122"/>
                <a:ea typeface="隶书" panose="02010509060101010101" charset="-122"/>
                <a:cs typeface="隶书" panose="02010509060101010101" charset="-122"/>
                <a:sym typeface="+mn-ea"/>
              </a:rPr>
              <a:t>是 字符常量 或 字符</a:t>
            </a:r>
            <a:r>
              <a:rPr lang="zh-CN" altLang="en-US" sz="2000" dirty="0">
                <a:solidFill>
                  <a:schemeClr val="tx1"/>
                </a:solidFill>
                <a:latin typeface="隶书" panose="02010509060101010101" charset="-122"/>
                <a:ea typeface="隶书" panose="02010509060101010101" charset="-122"/>
                <a:cs typeface="隶书" panose="02010509060101010101" charset="-122"/>
                <a:sym typeface="+mn-ea"/>
              </a:rPr>
              <a:t>变量。</a:t>
            </a:r>
          </a:p>
        </p:txBody>
      </p:sp>
      <p:pic>
        <p:nvPicPr>
          <p:cNvPr id="19473" name="Picture 9" descr="F:\ppt素材\图标\我收集的图标\字体\3.png"/>
          <p:cNvPicPr>
            <a:picLocks noChangeAspect="1"/>
          </p:cNvPicPr>
          <p:nvPr/>
        </p:nvPicPr>
        <p:blipFill>
          <a:blip r:embed="rId4"/>
          <a:stretch>
            <a:fillRect/>
          </a:stretch>
        </p:blipFill>
        <p:spPr>
          <a:xfrm rot="5400000">
            <a:off x="1990461" y="-2031629"/>
            <a:ext cx="646323" cy="4674235"/>
          </a:xfrm>
          <a:prstGeom prst="rect">
            <a:avLst/>
          </a:prstGeom>
          <a:noFill/>
          <a:ln w="9525">
            <a:noFill/>
          </a:ln>
        </p:spPr>
      </p:pic>
      <p:pic>
        <p:nvPicPr>
          <p:cNvPr id="5" name="Picture 6" descr="F:\超棒ppt模板\中国风\中国风物件\maobi.png"/>
          <p:cNvPicPr>
            <a:picLocks noChangeAspect="1"/>
          </p:cNvPicPr>
          <p:nvPr/>
        </p:nvPicPr>
        <p:blipFill>
          <a:blip r:embed="rId5"/>
          <a:stretch>
            <a:fillRect/>
          </a:stretch>
        </p:blipFill>
        <p:spPr>
          <a:xfrm>
            <a:off x="55875" y="-113665"/>
            <a:ext cx="578401" cy="556690"/>
          </a:xfrm>
          <a:prstGeom prst="rect">
            <a:avLst/>
          </a:prstGeom>
          <a:noFill/>
          <a:ln w="9525">
            <a:noFill/>
          </a:ln>
        </p:spPr>
      </p:pic>
      <p:sp>
        <p:nvSpPr>
          <p:cNvPr id="6" name="TextBox 2"/>
          <p:cNvSpPr txBox="1"/>
          <p:nvPr/>
        </p:nvSpPr>
        <p:spPr>
          <a:xfrm>
            <a:off x="634475" y="152226"/>
            <a:ext cx="2122328" cy="521970"/>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eaLnBrk="1" hangingPunct="1">
              <a:lnSpc>
                <a:spcPct val="100000"/>
              </a:lnSpc>
              <a:spcBef>
                <a:spcPct val="0"/>
              </a:spcBef>
              <a:buNone/>
            </a:pPr>
            <a:r>
              <a:rPr lang="zh-CN" altLang="en-US" b="1" dirty="0">
                <a:solidFill>
                  <a:schemeClr val="bg1"/>
                </a:solidFill>
                <a:latin typeface="楷体" panose="02010609060101010101" pitchFamily="1" charset="-122"/>
                <a:ea typeface="楷体" panose="02010609060101010101" pitchFamily="1" charset="-122"/>
              </a:rPr>
              <a:t>字 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4"/>
                                        </p:tgtEl>
                                        <p:attrNameLst>
                                          <p:attrName>style.visibility</p:attrName>
                                        </p:attrNameLst>
                                      </p:cBhvr>
                                      <p:to>
                                        <p:strVal val="visible"/>
                                      </p:to>
                                    </p:set>
                                    <p:anim calcmode="discrete" valueType="clr">
                                      <p:cBhvr override="childStyle">
                                        <p:cTn id="7" dur="80"/>
                                        <p:tgtEl>
                                          <p:spTgt spid="4"/>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4"/>
                                        </p:tgtEl>
                                        <p:attrNameLst>
                                          <p:attrName>fillcolor</p:attrName>
                                        </p:attrNameLst>
                                      </p:cBhvr>
                                      <p:tavLst>
                                        <p:tav tm="0">
                                          <p:val>
                                            <p:clrVal>
                                              <a:schemeClr val="accent2"/>
                                            </p:clrVal>
                                          </p:val>
                                        </p:tav>
                                        <p:tav tm="50000">
                                          <p:val>
                                            <p:clrVal>
                                              <a:schemeClr val="hlink"/>
                                            </p:clrVal>
                                          </p:val>
                                        </p:tav>
                                      </p:tavLst>
                                    </p:anim>
                                    <p:set>
                                      <p:cBhvr>
                                        <p:cTn id="9" dur="80"/>
                                        <p:tgtEl>
                                          <p:spTgt spid="4"/>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组合 3"/>
          <p:cNvGrpSpPr/>
          <p:nvPr/>
        </p:nvGrpSpPr>
        <p:grpSpPr>
          <a:xfrm>
            <a:off x="-23495" y="-113665"/>
            <a:ext cx="4674235" cy="787861"/>
            <a:chOff x="201757" y="129906"/>
            <a:chExt cx="6264696" cy="1096834"/>
          </a:xfrm>
        </p:grpSpPr>
        <p:pic>
          <p:nvPicPr>
            <p:cNvPr id="19473" name="Picture 9" descr="F:\ppt素材\图标\我收集的图标\字体\3.png"/>
            <p:cNvPicPr>
              <a:picLocks noChangeAspect="1"/>
            </p:cNvPicPr>
            <p:nvPr/>
          </p:nvPicPr>
          <p:blipFill>
            <a:blip r:embed="rId2"/>
            <a:stretch>
              <a:fillRect/>
            </a:stretch>
          </p:blipFill>
          <p:spPr>
            <a:xfrm rot="5400000">
              <a:off x="2884210" y="-2418911"/>
              <a:ext cx="899790" cy="6264696"/>
            </a:xfrm>
            <a:prstGeom prst="rect">
              <a:avLst/>
            </a:prstGeom>
            <a:noFill/>
            <a:ln w="9525">
              <a:noFill/>
            </a:ln>
          </p:spPr>
        </p:pic>
        <p:pic>
          <p:nvPicPr>
            <p:cNvPr id="19474" name="Picture 6" descr="F:\超棒ppt模板\中国风\中国风物件\maobi.png"/>
            <p:cNvPicPr>
              <a:picLocks noChangeAspect="1"/>
            </p:cNvPicPr>
            <p:nvPr/>
          </p:nvPicPr>
          <p:blipFill>
            <a:blip r:embed="rId3"/>
            <a:stretch>
              <a:fillRect/>
            </a:stretch>
          </p:blipFill>
          <p:spPr>
            <a:xfrm>
              <a:off x="308134" y="129906"/>
              <a:ext cx="775209" cy="775006"/>
            </a:xfrm>
            <a:prstGeom prst="rect">
              <a:avLst/>
            </a:prstGeom>
            <a:noFill/>
            <a:ln w="9525">
              <a:noFill/>
            </a:ln>
          </p:spPr>
        </p:pic>
        <p:sp>
          <p:nvSpPr>
            <p:cNvPr id="19475" name="TextBox 2"/>
            <p:cNvSpPr txBox="1"/>
            <p:nvPr/>
          </p:nvSpPr>
          <p:spPr>
            <a:xfrm>
              <a:off x="1083609" y="500071"/>
              <a:ext cx="2844474" cy="726669"/>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eaLnBrk="1" hangingPunct="1">
                <a:lnSpc>
                  <a:spcPct val="100000"/>
                </a:lnSpc>
                <a:spcBef>
                  <a:spcPct val="0"/>
                </a:spcBef>
                <a:buNone/>
              </a:pPr>
              <a:r>
                <a:rPr lang="zh-CN" altLang="en-US" b="1" dirty="0">
                  <a:solidFill>
                    <a:schemeClr val="bg1"/>
                  </a:solidFill>
                  <a:latin typeface="楷体" panose="02010609060101010101" pitchFamily="1" charset="-122"/>
                  <a:ea typeface="楷体" panose="02010609060101010101" pitchFamily="1" charset="-122"/>
                </a:rPr>
                <a:t>字 符</a:t>
              </a:r>
            </a:p>
          </p:txBody>
        </p:sp>
      </p:grpSp>
      <p:pic>
        <p:nvPicPr>
          <p:cNvPr id="4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4835" y="4641215"/>
            <a:ext cx="965200" cy="50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文本框 1"/>
          <p:cNvSpPr txBox="1"/>
          <p:nvPr/>
        </p:nvSpPr>
        <p:spPr>
          <a:xfrm>
            <a:off x="292735" y="674370"/>
            <a:ext cx="8558530" cy="4246245"/>
          </a:xfrm>
          <a:prstGeom prst="rect">
            <a:avLst/>
          </a:prstGeom>
          <a:noFill/>
        </p:spPr>
        <p:txBody>
          <a:bodyPr wrap="square" rtlCol="0" anchor="t">
            <a:spAutoFit/>
          </a:bodyPr>
          <a:lstStyle/>
          <a:p>
            <a:pPr>
              <a:lnSpc>
                <a:spcPct val="125000"/>
              </a:lnSpc>
            </a:pPr>
            <a:r>
              <a:rPr lang="zh-CN" altLang="en-US" b="1" dirty="0">
                <a:latin typeface="隶书" panose="02010509060101010101" charset="-122"/>
                <a:ea typeface="隶书" panose="02010509060101010101" charset="-122"/>
                <a:cs typeface="隶书" panose="02010509060101010101" charset="-122"/>
                <a:sym typeface="+mn-ea"/>
              </a:rPr>
              <a:t>字符常量定义：</a:t>
            </a:r>
            <a:endParaRPr lang="zh-CN" altLang="en-US" b="1" dirty="0">
              <a:latin typeface="隶书" panose="02010509060101010101" charset="-122"/>
              <a:ea typeface="隶书" panose="02010509060101010101" charset="-122"/>
              <a:cs typeface="隶书" panose="02010509060101010101" charset="-122"/>
            </a:endParaRPr>
          </a:p>
          <a:p>
            <a:pPr>
              <a:lnSpc>
                <a:spcPct val="125000"/>
              </a:lnSpc>
            </a:pPr>
            <a:r>
              <a:rPr lang="en-US" altLang="zh-CN" dirty="0" err="1">
                <a:latin typeface="隶书" panose="02010509060101010101" charset="-122"/>
                <a:ea typeface="隶书" panose="02010509060101010101" charset="-122"/>
                <a:cs typeface="隶书" panose="02010509060101010101" charset="-122"/>
                <a:sym typeface="+mn-ea"/>
              </a:rPr>
              <a:t>  </a:t>
            </a:r>
            <a:r>
              <a:rPr lang="en-US" altLang="zh-CN" b="1" dirty="0" err="1">
                <a:solidFill>
                  <a:srgbClr val="0000CC"/>
                </a:solidFill>
                <a:latin typeface="隶书" panose="02010509060101010101" charset="-122"/>
                <a:ea typeface="隶书" panose="02010509060101010101" charset="-122"/>
                <a:cs typeface="隶书" panose="02010509060101010101" charset="-122"/>
                <a:sym typeface="+mn-ea"/>
              </a:rPr>
              <a:t>const</a:t>
            </a:r>
            <a:r>
              <a:rPr lang="en-US" altLang="zh-CN" b="1" dirty="0">
                <a:solidFill>
                  <a:srgbClr val="0000CC"/>
                </a:solidFill>
                <a:latin typeface="隶书" panose="02010509060101010101" charset="-122"/>
                <a:ea typeface="隶书" panose="02010509060101010101" charset="-122"/>
                <a:cs typeface="隶书" panose="02010509060101010101" charset="-122"/>
                <a:sym typeface="+mn-ea"/>
              </a:rPr>
              <a:t> </a:t>
            </a:r>
            <a:r>
              <a:rPr lang="zh-CN" altLang="en-US" b="1" dirty="0">
                <a:solidFill>
                  <a:srgbClr val="0000CC"/>
                </a:solidFill>
                <a:latin typeface="隶书" panose="02010509060101010101" charset="-122"/>
                <a:ea typeface="隶书" panose="02010509060101010101" charset="-122"/>
                <a:cs typeface="隶书" panose="02010509060101010101" charset="-122"/>
                <a:sym typeface="+mn-ea"/>
              </a:rPr>
              <a:t>字符常量标识符</a:t>
            </a:r>
            <a:r>
              <a:rPr lang="en-US" altLang="zh-CN" b="1" dirty="0">
                <a:solidFill>
                  <a:srgbClr val="0000CC"/>
                </a:solidFill>
                <a:latin typeface="隶书" panose="02010509060101010101" charset="-122"/>
                <a:ea typeface="隶书" panose="02010509060101010101" charset="-122"/>
                <a:cs typeface="隶书" panose="02010509060101010101" charset="-122"/>
                <a:sym typeface="+mn-ea"/>
              </a:rPr>
              <a:t>='</a:t>
            </a:r>
            <a:r>
              <a:rPr lang="zh-CN" altLang="en-US" b="1" dirty="0">
                <a:solidFill>
                  <a:srgbClr val="0000CC"/>
                </a:solidFill>
                <a:latin typeface="隶书" panose="02010509060101010101" charset="-122"/>
                <a:ea typeface="隶书" panose="02010509060101010101" charset="-122"/>
                <a:cs typeface="隶书" panose="02010509060101010101" charset="-122"/>
                <a:sym typeface="+mn-ea"/>
              </a:rPr>
              <a:t>单个字符</a:t>
            </a:r>
            <a:r>
              <a:rPr lang="en-US" altLang="zh-CN" b="1" dirty="0">
                <a:solidFill>
                  <a:srgbClr val="0000CC"/>
                </a:solidFill>
                <a:latin typeface="隶书" panose="02010509060101010101" charset="-122"/>
                <a:ea typeface="隶书" panose="02010509060101010101" charset="-122"/>
                <a:cs typeface="隶书" panose="02010509060101010101" charset="-122"/>
                <a:sym typeface="+mn-ea"/>
              </a:rPr>
              <a:t>';</a:t>
            </a:r>
            <a:endParaRPr lang="en-US" altLang="zh-CN" b="1" dirty="0">
              <a:solidFill>
                <a:srgbClr val="0000CC"/>
              </a:solidFill>
              <a:latin typeface="隶书" panose="02010509060101010101" charset="-122"/>
              <a:ea typeface="隶书" panose="02010509060101010101" charset="-122"/>
              <a:cs typeface="隶书" panose="02010509060101010101" charset="-122"/>
            </a:endParaRPr>
          </a:p>
          <a:p>
            <a:pPr>
              <a:lnSpc>
                <a:spcPct val="125000"/>
              </a:lnSpc>
            </a:pPr>
            <a:r>
              <a:rPr lang="zh-CN" altLang="en-US" dirty="0">
                <a:latin typeface="隶书" panose="02010509060101010101" charset="-122"/>
                <a:ea typeface="隶书" panose="02010509060101010101" charset="-122"/>
                <a:cs typeface="隶书" panose="02010509060101010101" charset="-122"/>
                <a:sym typeface="+mn-ea"/>
              </a:rPr>
              <a:t>例如</a:t>
            </a:r>
            <a:r>
              <a:rPr lang="zh-CN" altLang="en-US" dirty="0" smtClean="0">
                <a:latin typeface="隶书" panose="02010509060101010101" charset="-122"/>
                <a:ea typeface="隶书" panose="02010509060101010101" charset="-122"/>
                <a:cs typeface="隶书" panose="02010509060101010101" charset="-122"/>
                <a:sym typeface="+mn-ea"/>
              </a:rPr>
              <a:t>：</a:t>
            </a:r>
            <a:r>
              <a:rPr lang="en-US" altLang="zh-CN" b="1" dirty="0" err="1" smtClean="0">
                <a:solidFill>
                  <a:srgbClr val="FF0000"/>
                </a:solidFill>
                <a:latin typeface="隶书" panose="02010509060101010101" charset="-122"/>
                <a:ea typeface="隶书" panose="02010509060101010101" charset="-122"/>
                <a:cs typeface="隶书" panose="02010509060101010101" charset="-122"/>
                <a:sym typeface="+mn-ea"/>
              </a:rPr>
              <a:t>const</a:t>
            </a:r>
            <a:r>
              <a:rPr lang="en-US" altLang="zh-CN" b="1" dirty="0" smtClean="0">
                <a:solidFill>
                  <a:srgbClr val="FF0000"/>
                </a:solidFill>
                <a:latin typeface="隶书" panose="02010509060101010101" charset="-122"/>
                <a:ea typeface="隶书" panose="02010509060101010101" charset="-122"/>
                <a:cs typeface="隶书" panose="02010509060101010101" charset="-122"/>
                <a:sym typeface="+mn-ea"/>
              </a:rPr>
              <a:t> char ch1</a:t>
            </a:r>
            <a:r>
              <a:rPr lang="en-US" altLang="zh-CN" b="1" dirty="0">
                <a:solidFill>
                  <a:srgbClr val="FF0000"/>
                </a:solidFill>
                <a:latin typeface="隶书" panose="02010509060101010101" charset="-122"/>
                <a:ea typeface="隶书" panose="02010509060101010101" charset="-122"/>
                <a:cs typeface="隶书" panose="02010509060101010101" charset="-122"/>
                <a:sym typeface="+mn-ea"/>
              </a:rPr>
              <a:t>='A';</a:t>
            </a:r>
            <a:endParaRPr lang="en-US" altLang="zh-CN" b="1" dirty="0">
              <a:solidFill>
                <a:srgbClr val="FF0000"/>
              </a:solidFill>
              <a:latin typeface="隶书" panose="02010509060101010101" charset="-122"/>
              <a:ea typeface="隶书" panose="02010509060101010101" charset="-122"/>
              <a:cs typeface="隶书" panose="02010509060101010101" charset="-122"/>
            </a:endParaRPr>
          </a:p>
          <a:p>
            <a:pPr>
              <a:lnSpc>
                <a:spcPct val="125000"/>
              </a:lnSpc>
            </a:pPr>
            <a:r>
              <a:rPr lang="zh-CN" altLang="en-US" dirty="0" smtClean="0">
                <a:latin typeface="隶书" panose="02010509060101010101" charset="-122"/>
                <a:ea typeface="隶书" panose="02010509060101010101" charset="-122"/>
                <a:cs typeface="隶书" panose="02010509060101010101" charset="-122"/>
                <a:sym typeface="+mn-ea"/>
              </a:rPr>
              <a:t>    说明</a:t>
            </a:r>
            <a:r>
              <a:rPr lang="zh-CN" altLang="en-US" dirty="0">
                <a:latin typeface="隶书" panose="02010509060101010101" charset="-122"/>
                <a:ea typeface="隶书" panose="02010509060101010101" charset="-122"/>
                <a:cs typeface="隶书" panose="02010509060101010101" charset="-122"/>
                <a:sym typeface="+mn-ea"/>
              </a:rPr>
              <a:t>：本语句说明或定义了一个字符类型的常量，该常量表示的字符数据为‘</a:t>
            </a:r>
            <a:r>
              <a:rPr lang="en-US" altLang="zh-CN" dirty="0">
                <a:latin typeface="隶书" panose="02010509060101010101" charset="-122"/>
                <a:ea typeface="隶书" panose="02010509060101010101" charset="-122"/>
                <a:cs typeface="隶书" panose="02010509060101010101" charset="-122"/>
                <a:sym typeface="+mn-ea"/>
              </a:rPr>
              <a:t>A’</a:t>
            </a:r>
            <a:endParaRPr lang="en-US" altLang="zh-CN" dirty="0">
              <a:latin typeface="隶书" panose="02010509060101010101" charset="-122"/>
              <a:ea typeface="隶书" panose="02010509060101010101" charset="-122"/>
              <a:cs typeface="隶书" panose="02010509060101010101" charset="-122"/>
            </a:endParaRPr>
          </a:p>
          <a:p>
            <a:pPr>
              <a:lnSpc>
                <a:spcPct val="125000"/>
              </a:lnSpc>
            </a:pPr>
            <a:r>
              <a:rPr lang="zh-CN" altLang="en-US" dirty="0">
                <a:latin typeface="隶书" panose="02010509060101010101" charset="-122"/>
                <a:ea typeface="隶书" panose="02010509060101010101" charset="-122"/>
                <a:cs typeface="隶书" panose="02010509060101010101" charset="-122"/>
                <a:sym typeface="+mn-ea"/>
              </a:rPr>
              <a:t>字符变量是用来存放单个字符的变量，即只能表示一个单个字符</a:t>
            </a:r>
            <a:r>
              <a:rPr lang="zh-CN" altLang="en-US" dirty="0" smtClean="0">
                <a:latin typeface="隶书" panose="02010509060101010101" charset="-122"/>
                <a:ea typeface="隶书" panose="02010509060101010101" charset="-122"/>
                <a:cs typeface="隶书" panose="02010509060101010101" charset="-122"/>
                <a:sym typeface="+mn-ea"/>
              </a:rPr>
              <a:t>；</a:t>
            </a:r>
            <a:endParaRPr lang="zh-CN" altLang="en-US" dirty="0">
              <a:latin typeface="隶书" panose="02010509060101010101" charset="-122"/>
              <a:ea typeface="隶书" panose="02010509060101010101" charset="-122"/>
              <a:cs typeface="隶书" panose="02010509060101010101" charset="-122"/>
            </a:endParaRPr>
          </a:p>
          <a:p>
            <a:pPr>
              <a:lnSpc>
                <a:spcPct val="125000"/>
              </a:lnSpc>
            </a:pPr>
            <a:r>
              <a:rPr lang="zh-CN" altLang="en-US" b="1" dirty="0">
                <a:latin typeface="隶书" panose="02010509060101010101" charset="-122"/>
                <a:ea typeface="隶书" panose="02010509060101010101" charset="-122"/>
                <a:cs typeface="隶书" panose="02010509060101010101" charset="-122"/>
                <a:sym typeface="+mn-ea"/>
              </a:rPr>
              <a:t>字符变量定义：</a:t>
            </a:r>
            <a:endParaRPr lang="zh-CN" altLang="en-US" b="1" dirty="0">
              <a:latin typeface="隶书" panose="02010509060101010101" charset="-122"/>
              <a:ea typeface="隶书" panose="02010509060101010101" charset="-122"/>
              <a:cs typeface="隶书" panose="02010509060101010101" charset="-122"/>
            </a:endParaRPr>
          </a:p>
          <a:p>
            <a:pPr>
              <a:lnSpc>
                <a:spcPct val="125000"/>
              </a:lnSpc>
            </a:pPr>
            <a:r>
              <a:rPr lang="zh-CN" altLang="en-US" b="1" dirty="0">
                <a:solidFill>
                  <a:srgbClr val="0000CC"/>
                </a:solidFill>
                <a:latin typeface="隶书" panose="02010509060101010101" charset="-122"/>
                <a:ea typeface="隶书" panose="02010509060101010101" charset="-122"/>
                <a:cs typeface="隶书" panose="02010509060101010101" charset="-122"/>
                <a:sym typeface="+mn-ea"/>
              </a:rPr>
              <a:t>   </a:t>
            </a:r>
            <a:r>
              <a:rPr lang="en-US" altLang="zh-CN" b="1" dirty="0">
                <a:solidFill>
                  <a:srgbClr val="0000CC"/>
                </a:solidFill>
                <a:latin typeface="隶书" panose="02010509060101010101" charset="-122"/>
                <a:ea typeface="隶书" panose="02010509060101010101" charset="-122"/>
                <a:cs typeface="隶书" panose="02010509060101010101" charset="-122"/>
                <a:sym typeface="+mn-ea"/>
              </a:rPr>
              <a:t>char  </a:t>
            </a:r>
            <a:r>
              <a:rPr lang="zh-CN" altLang="en-US" b="1" dirty="0">
                <a:solidFill>
                  <a:srgbClr val="0000CC"/>
                </a:solidFill>
                <a:latin typeface="隶书" panose="02010509060101010101" charset="-122"/>
                <a:ea typeface="隶书" panose="02010509060101010101" charset="-122"/>
                <a:cs typeface="隶书" panose="02010509060101010101" charset="-122"/>
                <a:sym typeface="+mn-ea"/>
              </a:rPr>
              <a:t>字符变量标识符</a:t>
            </a:r>
            <a:r>
              <a:rPr lang="en-US" altLang="zh-CN" b="1" dirty="0">
                <a:solidFill>
                  <a:srgbClr val="0000CC"/>
                </a:solidFill>
                <a:latin typeface="隶书" panose="02010509060101010101" charset="-122"/>
                <a:ea typeface="隶书" panose="02010509060101010101" charset="-122"/>
                <a:cs typeface="隶书" panose="02010509060101010101" charset="-122"/>
                <a:sym typeface="+mn-ea"/>
              </a:rPr>
              <a:t>;</a:t>
            </a:r>
            <a:endParaRPr lang="en-US" altLang="zh-CN" b="1" dirty="0">
              <a:solidFill>
                <a:srgbClr val="0000CC"/>
              </a:solidFill>
              <a:latin typeface="隶书" panose="02010509060101010101" charset="-122"/>
              <a:ea typeface="隶书" panose="02010509060101010101" charset="-122"/>
              <a:cs typeface="隶书" panose="02010509060101010101" charset="-122"/>
            </a:endParaRPr>
          </a:p>
          <a:p>
            <a:pPr>
              <a:lnSpc>
                <a:spcPct val="125000"/>
              </a:lnSpc>
            </a:pPr>
            <a:r>
              <a:rPr lang="en-US" altLang="zh-CN" dirty="0">
                <a:latin typeface="隶书" panose="02010509060101010101" charset="-122"/>
                <a:ea typeface="隶书" panose="02010509060101010101" charset="-122"/>
                <a:cs typeface="隶书" panose="02010509060101010101" charset="-122"/>
                <a:sym typeface="+mn-ea"/>
              </a:rPr>
              <a:t>   </a:t>
            </a:r>
            <a:r>
              <a:rPr lang="zh-CN" altLang="en-US" dirty="0">
                <a:latin typeface="隶书" panose="02010509060101010101" charset="-122"/>
                <a:ea typeface="隶书" panose="02010509060101010101" charset="-122"/>
                <a:cs typeface="隶书" panose="02010509060101010101" charset="-122"/>
                <a:sym typeface="+mn-ea"/>
              </a:rPr>
              <a:t>例如</a:t>
            </a:r>
            <a:r>
              <a:rPr lang="zh-CN" altLang="en-US" dirty="0" smtClean="0">
                <a:latin typeface="隶书" panose="02010509060101010101" charset="-122"/>
                <a:ea typeface="隶书" panose="02010509060101010101" charset="-122"/>
                <a:cs typeface="隶书" panose="02010509060101010101" charset="-122"/>
                <a:sym typeface="+mn-ea"/>
              </a:rPr>
              <a:t>：</a:t>
            </a:r>
            <a:r>
              <a:rPr lang="en-US" altLang="zh-CN" b="1" dirty="0" smtClean="0">
                <a:solidFill>
                  <a:srgbClr val="FF0000"/>
                </a:solidFill>
                <a:latin typeface="隶书" panose="02010509060101010101" charset="-122"/>
                <a:ea typeface="隶书" panose="02010509060101010101" charset="-122"/>
                <a:cs typeface="隶书" panose="02010509060101010101" charset="-122"/>
                <a:sym typeface="+mn-ea"/>
              </a:rPr>
              <a:t>char </a:t>
            </a:r>
            <a:r>
              <a:rPr lang="en-US" altLang="zh-CN" b="1" dirty="0">
                <a:solidFill>
                  <a:srgbClr val="FF0000"/>
                </a:solidFill>
                <a:latin typeface="隶书" panose="02010509060101010101" charset="-122"/>
                <a:ea typeface="隶书" panose="02010509060101010101" charset="-122"/>
                <a:cs typeface="隶书" panose="02010509060101010101" charset="-122"/>
                <a:sym typeface="+mn-ea"/>
              </a:rPr>
              <a:t>ch1,ch2;</a:t>
            </a:r>
            <a:endParaRPr lang="en-US" altLang="zh-CN" b="1" dirty="0">
              <a:solidFill>
                <a:srgbClr val="FF0000"/>
              </a:solidFill>
              <a:latin typeface="隶书" panose="02010509060101010101" charset="-122"/>
              <a:ea typeface="隶书" panose="02010509060101010101" charset="-122"/>
              <a:cs typeface="隶书" panose="02010509060101010101" charset="-122"/>
            </a:endParaRPr>
          </a:p>
          <a:p>
            <a:pPr>
              <a:lnSpc>
                <a:spcPct val="125000"/>
              </a:lnSpc>
            </a:pPr>
            <a:r>
              <a:rPr lang="zh-CN" altLang="en-US" dirty="0" smtClean="0">
                <a:latin typeface="隶书" panose="02010509060101010101" charset="-122"/>
                <a:ea typeface="隶书" panose="02010509060101010101" charset="-122"/>
                <a:cs typeface="隶书" panose="02010509060101010101" charset="-122"/>
                <a:sym typeface="+mn-ea"/>
              </a:rPr>
              <a:t>    表示</a:t>
            </a:r>
            <a:r>
              <a:rPr lang="zh-CN" altLang="en-US" dirty="0">
                <a:latin typeface="隶书" panose="02010509060101010101" charset="-122"/>
                <a:ea typeface="隶书" panose="02010509060101010101" charset="-122"/>
                <a:cs typeface="隶书" panose="02010509060101010101" charset="-122"/>
                <a:sym typeface="+mn-ea"/>
              </a:rPr>
              <a:t>定义了两个字符变量</a:t>
            </a:r>
            <a:r>
              <a:rPr lang="en-US" altLang="zh-CN" dirty="0">
                <a:latin typeface="隶书" panose="02010509060101010101" charset="-122"/>
                <a:ea typeface="隶书" panose="02010509060101010101" charset="-122"/>
                <a:cs typeface="隶书" panose="02010509060101010101" charset="-122"/>
                <a:sym typeface="+mn-ea"/>
              </a:rPr>
              <a:t>ch1</a:t>
            </a:r>
            <a:r>
              <a:rPr lang="zh-CN" altLang="en-US" dirty="0">
                <a:latin typeface="隶书" panose="02010509060101010101" charset="-122"/>
                <a:ea typeface="隶书" panose="02010509060101010101" charset="-122"/>
                <a:cs typeface="隶书" panose="02010509060101010101" charset="-122"/>
                <a:sym typeface="+mn-ea"/>
              </a:rPr>
              <a:t>和</a:t>
            </a:r>
            <a:r>
              <a:rPr lang="en-US" altLang="zh-CN" dirty="0">
                <a:latin typeface="隶书" panose="02010509060101010101" charset="-122"/>
                <a:ea typeface="隶书" panose="02010509060101010101" charset="-122"/>
                <a:cs typeface="隶书" panose="02010509060101010101" charset="-122"/>
                <a:sym typeface="+mn-ea"/>
              </a:rPr>
              <a:t>ch2</a:t>
            </a:r>
            <a:r>
              <a:rPr lang="zh-CN" altLang="en-US" dirty="0">
                <a:latin typeface="隶书" panose="02010509060101010101" charset="-122"/>
                <a:ea typeface="隶书" panose="02010509060101010101" charset="-122"/>
                <a:cs typeface="隶书" panose="02010509060101010101" charset="-122"/>
                <a:sym typeface="+mn-ea"/>
              </a:rPr>
              <a:t>，每个变量可以表示或者存放一个字符，因此可以利用如下语句赋值：</a:t>
            </a:r>
            <a:endParaRPr lang="zh-CN" altLang="en-US" dirty="0">
              <a:latin typeface="隶书" panose="02010509060101010101" charset="-122"/>
              <a:ea typeface="隶书" panose="02010509060101010101" charset="-122"/>
              <a:cs typeface="隶书" panose="02010509060101010101" charset="-122"/>
            </a:endParaRPr>
          </a:p>
          <a:p>
            <a:pPr>
              <a:lnSpc>
                <a:spcPct val="125000"/>
              </a:lnSpc>
            </a:pPr>
            <a:r>
              <a:rPr lang="en-US" altLang="zh-CN" b="1" dirty="0">
                <a:solidFill>
                  <a:srgbClr val="FF0000"/>
                </a:solidFill>
                <a:latin typeface="隶书" panose="02010509060101010101" charset="-122"/>
                <a:ea typeface="隶书" panose="02010509060101010101" charset="-122"/>
                <a:cs typeface="隶书" panose="02010509060101010101" charset="-122"/>
                <a:sym typeface="+mn-ea"/>
              </a:rPr>
              <a:t>ch1='a'</a:t>
            </a:r>
            <a:r>
              <a:rPr lang="zh-CN" altLang="en-US" b="1" dirty="0">
                <a:solidFill>
                  <a:srgbClr val="FF0000"/>
                </a:solidFill>
                <a:latin typeface="隶书" panose="02010509060101010101" charset="-122"/>
                <a:ea typeface="隶书" panose="02010509060101010101" charset="-122"/>
                <a:cs typeface="隶书" panose="02010509060101010101" charset="-122"/>
                <a:sym typeface="+mn-ea"/>
              </a:rPr>
              <a:t>； </a:t>
            </a:r>
            <a:r>
              <a:rPr lang="en-US" altLang="zh-CN" b="1" dirty="0">
                <a:solidFill>
                  <a:srgbClr val="FF0000"/>
                </a:solidFill>
                <a:latin typeface="隶书" panose="02010509060101010101" charset="-122"/>
                <a:ea typeface="隶书" panose="02010509060101010101" charset="-122"/>
                <a:cs typeface="隶书" panose="02010509060101010101" charset="-122"/>
                <a:sym typeface="+mn-ea"/>
              </a:rPr>
              <a:t>ch2='b'</a:t>
            </a:r>
            <a:r>
              <a:rPr lang="zh-CN" altLang="en-US" b="1" dirty="0">
                <a:solidFill>
                  <a:srgbClr val="FF0000"/>
                </a:solidFill>
                <a:latin typeface="隶书" panose="02010509060101010101" charset="-122"/>
                <a:ea typeface="隶书" panose="02010509060101010101" charset="-122"/>
                <a:cs typeface="隶书" panose="02010509060101010101" charset="-122"/>
                <a:sym typeface="+mn-ea"/>
              </a:rPr>
              <a:t>；</a:t>
            </a:r>
            <a:r>
              <a:rPr lang="en-US" altLang="zh-CN" b="1" dirty="0">
                <a:solidFill>
                  <a:srgbClr val="FF0000"/>
                </a:solidFill>
                <a:latin typeface="隶书" panose="02010509060101010101" charset="-122"/>
                <a:ea typeface="隶书" panose="02010509060101010101" charset="-122"/>
                <a:cs typeface="隶书" panose="02010509060101010101" charset="-122"/>
                <a:sym typeface="+mn-ea"/>
              </a:rPr>
              <a:t>ch1=' ';</a:t>
            </a:r>
            <a:endParaRPr lang="en-US" altLang="zh-CN" b="1" dirty="0">
              <a:solidFill>
                <a:srgbClr val="FF0000"/>
              </a:solidFill>
              <a:latin typeface="隶书" panose="02010509060101010101" charset="-122"/>
              <a:ea typeface="隶书" panose="02010509060101010101" charset="-122"/>
              <a:cs typeface="隶书" panose="02010509060101010101" charset="-122"/>
            </a:endParaRPr>
          </a:p>
          <a:p>
            <a:pPr>
              <a:lnSpc>
                <a:spcPct val="125000"/>
              </a:lnSpc>
            </a:pPr>
            <a:r>
              <a:rPr lang="zh-CN" altLang="en-US" dirty="0">
                <a:latin typeface="隶书" panose="02010509060101010101" charset="-122"/>
                <a:ea typeface="隶书" panose="02010509060101010101" charset="-122"/>
                <a:cs typeface="隶书" panose="02010509060101010101" charset="-122"/>
                <a:sym typeface="+mn-ea"/>
              </a:rPr>
              <a:t>也可以相互赋值</a:t>
            </a:r>
            <a:r>
              <a:rPr lang="en-US" altLang="zh-CN" dirty="0">
                <a:latin typeface="隶书" panose="02010509060101010101" charset="-122"/>
                <a:ea typeface="隶书" panose="02010509060101010101" charset="-122"/>
                <a:cs typeface="隶书" panose="02010509060101010101" charset="-122"/>
                <a:sym typeface="+mn-ea"/>
              </a:rPr>
              <a:t> </a:t>
            </a:r>
            <a:r>
              <a:rPr lang="en-US" altLang="zh-CN" dirty="0">
                <a:solidFill>
                  <a:srgbClr val="FF0000"/>
                </a:solidFill>
                <a:latin typeface="隶书" panose="02010509060101010101" charset="-122"/>
                <a:ea typeface="隶书" panose="02010509060101010101" charset="-122"/>
                <a:cs typeface="隶书" panose="02010509060101010101" charset="-122"/>
                <a:sym typeface="+mn-ea"/>
              </a:rPr>
              <a:t>ch2=ch1; </a:t>
            </a:r>
            <a:endParaRPr lang="zh-CN" altLang="en-US" dirty="0">
              <a:latin typeface="隶书" panose="02010509060101010101" charset="-122"/>
              <a:ea typeface="隶书" panose="02010509060101010101" charset="-122"/>
              <a:cs typeface="隶书" panose="020105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2"/>
                                        </p:tgtEl>
                                        <p:attrNameLst>
                                          <p:attrName>style.visibility</p:attrName>
                                        </p:attrNameLst>
                                      </p:cBhvr>
                                      <p:to>
                                        <p:strVal val="visible"/>
                                      </p:to>
                                    </p:set>
                                    <p:anim calcmode="discrete" valueType="clr">
                                      <p:cBhvr override="childStyle">
                                        <p:cTn id="7" dur="80"/>
                                        <p:tgtEl>
                                          <p:spTgt spid="2"/>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
                                        </p:tgtEl>
                                        <p:attrNameLst>
                                          <p:attrName>fillcolor</p:attrName>
                                        </p:attrNameLst>
                                      </p:cBhvr>
                                      <p:tavLst>
                                        <p:tav tm="0">
                                          <p:val>
                                            <p:clrVal>
                                              <a:schemeClr val="accent2"/>
                                            </p:clrVal>
                                          </p:val>
                                        </p:tav>
                                        <p:tav tm="50000">
                                          <p:val>
                                            <p:clrVal>
                                              <a:schemeClr val="hlink"/>
                                            </p:clrVal>
                                          </p:val>
                                        </p:tav>
                                      </p:tavLst>
                                    </p:anim>
                                    <p:set>
                                      <p:cBhvr>
                                        <p:cTn id="9" dur="80"/>
                                        <p:tgtEl>
                                          <p:spTgt spid="2"/>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07504" y="267494"/>
            <a:ext cx="8928992" cy="3785652"/>
          </a:xfrm>
          <a:prstGeom prst="rect">
            <a:avLst/>
          </a:prstGeom>
        </p:spPr>
        <p:txBody>
          <a:bodyPr wrap="square">
            <a:spAutoFit/>
          </a:bodyPr>
          <a:lstStyle/>
          <a:p>
            <a:r>
              <a:rPr lang="en-US" altLang="zh-CN" sz="1600" b="1" dirty="0">
                <a:solidFill>
                  <a:srgbClr val="333333"/>
                </a:solidFill>
                <a:latin typeface="-apple-system"/>
              </a:rPr>
              <a:t>ASCII</a:t>
            </a:r>
            <a:r>
              <a:rPr lang="zh-CN" altLang="en-US" sz="1600" b="1" dirty="0">
                <a:solidFill>
                  <a:srgbClr val="333333"/>
                </a:solidFill>
                <a:latin typeface="-apple-system"/>
              </a:rPr>
              <a:t>码对照表</a:t>
            </a:r>
            <a:r>
              <a:rPr lang="zh-CN" altLang="en-US" sz="1600" dirty="0">
                <a:solidFill>
                  <a:srgbClr val="333333"/>
                </a:solidFill>
                <a:latin typeface="-apple-system"/>
              </a:rPr>
              <a:t>是一张将字符与它们的</a:t>
            </a:r>
            <a:r>
              <a:rPr lang="en-US" altLang="zh-CN" sz="1600" dirty="0">
                <a:solidFill>
                  <a:srgbClr val="333333"/>
                </a:solidFill>
                <a:latin typeface="-apple-system"/>
              </a:rPr>
              <a:t>ASCII</a:t>
            </a:r>
            <a:r>
              <a:rPr lang="zh-CN" altLang="en-US" sz="1600" dirty="0">
                <a:solidFill>
                  <a:srgbClr val="333333"/>
                </a:solidFill>
                <a:latin typeface="-apple-system"/>
              </a:rPr>
              <a:t>数值对应起来的表格，‌它为计算机提供了一种统一的信息交换标准，‌确保了人类和设备、‌设备与计算机之间能够正确地进行信息交换。‌</a:t>
            </a:r>
            <a:r>
              <a:rPr lang="en-US" altLang="zh-CN" sz="1600" dirty="0">
                <a:solidFill>
                  <a:srgbClr val="333333"/>
                </a:solidFill>
                <a:latin typeface="-apple-system"/>
              </a:rPr>
              <a:t>ASCII</a:t>
            </a:r>
            <a:r>
              <a:rPr lang="zh-CN" altLang="en-US" sz="1600" dirty="0">
                <a:solidFill>
                  <a:srgbClr val="333333"/>
                </a:solidFill>
                <a:latin typeface="-apple-system"/>
              </a:rPr>
              <a:t>码的全称是“美国信息交换标准代码”（‌</a:t>
            </a:r>
            <a:r>
              <a:rPr lang="en-US" altLang="zh-CN" sz="1600" dirty="0">
                <a:solidFill>
                  <a:srgbClr val="333333"/>
                </a:solidFill>
                <a:latin typeface="-apple-system"/>
              </a:rPr>
              <a:t>American Standard Code for Information Interchange</a:t>
            </a:r>
            <a:r>
              <a:rPr lang="zh-CN" altLang="en-US" sz="1600" dirty="0">
                <a:solidFill>
                  <a:srgbClr val="333333"/>
                </a:solidFill>
                <a:latin typeface="-apple-system"/>
              </a:rPr>
              <a:t>）‌，‌它基于拉丁字母设计，‌主要用于显示现代英语和其他西欧语言。‌</a:t>
            </a:r>
            <a:r>
              <a:rPr lang="en-US" altLang="zh-CN" sz="1600" dirty="0">
                <a:solidFill>
                  <a:srgbClr val="333333"/>
                </a:solidFill>
                <a:latin typeface="-apple-system"/>
              </a:rPr>
              <a:t>ASCII</a:t>
            </a:r>
            <a:r>
              <a:rPr lang="zh-CN" altLang="en-US" sz="1600" dirty="0">
                <a:solidFill>
                  <a:srgbClr val="333333"/>
                </a:solidFill>
                <a:latin typeface="-apple-system"/>
              </a:rPr>
              <a:t>码表首次以规范标准的类型发表于</a:t>
            </a:r>
            <a:r>
              <a:rPr lang="en-US" altLang="zh-CN" sz="1600" dirty="0">
                <a:solidFill>
                  <a:srgbClr val="333333"/>
                </a:solidFill>
                <a:latin typeface="-apple-system"/>
              </a:rPr>
              <a:t>1967</a:t>
            </a:r>
            <a:r>
              <a:rPr lang="zh-CN" altLang="en-US" sz="1600" dirty="0">
                <a:solidFill>
                  <a:srgbClr val="333333"/>
                </a:solidFill>
                <a:latin typeface="-apple-system"/>
              </a:rPr>
              <a:t>年，‌最后一次更新则在</a:t>
            </a:r>
            <a:r>
              <a:rPr lang="en-US" altLang="zh-CN" sz="1600" dirty="0">
                <a:solidFill>
                  <a:srgbClr val="333333"/>
                </a:solidFill>
                <a:latin typeface="-apple-system"/>
              </a:rPr>
              <a:t>1986</a:t>
            </a:r>
            <a:r>
              <a:rPr lang="zh-CN" altLang="en-US" sz="1600" dirty="0">
                <a:solidFill>
                  <a:srgbClr val="333333"/>
                </a:solidFill>
                <a:latin typeface="-apple-system"/>
              </a:rPr>
              <a:t>年，</a:t>
            </a:r>
            <a:r>
              <a:rPr lang="zh-CN" altLang="en-US" sz="1600" b="1" dirty="0">
                <a:solidFill>
                  <a:srgbClr val="FF0000"/>
                </a:solidFill>
                <a:latin typeface="-apple-system"/>
              </a:rPr>
              <a:t>‌至今共定义了</a:t>
            </a:r>
            <a:r>
              <a:rPr lang="en-US" altLang="zh-CN" sz="1600" b="1" dirty="0">
                <a:solidFill>
                  <a:srgbClr val="FF0000"/>
                </a:solidFill>
                <a:latin typeface="-apple-system"/>
              </a:rPr>
              <a:t>128</a:t>
            </a:r>
            <a:r>
              <a:rPr lang="zh-CN" altLang="en-US" sz="1600" b="1" dirty="0">
                <a:solidFill>
                  <a:srgbClr val="FF0000"/>
                </a:solidFill>
                <a:latin typeface="-apple-system"/>
              </a:rPr>
              <a:t>个字符。‌这些字符包括英文字母（‌大写和小写）‌、‌数字（‌</a:t>
            </a:r>
            <a:r>
              <a:rPr lang="en-US" altLang="zh-CN" sz="1600" b="1" dirty="0">
                <a:solidFill>
                  <a:srgbClr val="FF0000"/>
                </a:solidFill>
                <a:latin typeface="-apple-system"/>
              </a:rPr>
              <a:t>0-9</a:t>
            </a:r>
            <a:r>
              <a:rPr lang="zh-CN" altLang="en-US" sz="1600" b="1" dirty="0">
                <a:solidFill>
                  <a:srgbClr val="FF0000"/>
                </a:solidFill>
                <a:latin typeface="-apple-system"/>
              </a:rPr>
              <a:t>）‌、‌标点符号和一些控制字符。‌控制字符主要用于操控已经处理过的文字，‌如换行、‌制表等。‌</a:t>
            </a:r>
          </a:p>
          <a:p>
            <a:r>
              <a:rPr lang="en-US" altLang="zh-CN" sz="1600" dirty="0">
                <a:solidFill>
                  <a:srgbClr val="333333"/>
                </a:solidFill>
                <a:latin typeface="-apple-system"/>
              </a:rPr>
              <a:t>ASCII</a:t>
            </a:r>
            <a:r>
              <a:rPr lang="zh-CN" altLang="en-US" sz="1600" dirty="0">
                <a:solidFill>
                  <a:srgbClr val="333333"/>
                </a:solidFill>
                <a:latin typeface="-apple-system"/>
              </a:rPr>
              <a:t>码表中的字符可以分为两部分：‌可显示字符和控制字符。‌可显示字符编号范围是</a:t>
            </a:r>
            <a:r>
              <a:rPr lang="en-US" altLang="zh-CN" sz="1600" dirty="0">
                <a:solidFill>
                  <a:srgbClr val="333333"/>
                </a:solidFill>
                <a:latin typeface="-apple-system"/>
              </a:rPr>
              <a:t>32-126</a:t>
            </a:r>
            <a:r>
              <a:rPr lang="zh-CN" altLang="en-US" sz="1600" dirty="0">
                <a:solidFill>
                  <a:srgbClr val="333333"/>
                </a:solidFill>
                <a:latin typeface="-apple-system"/>
              </a:rPr>
              <a:t>（‌</a:t>
            </a:r>
            <a:r>
              <a:rPr lang="en-US" altLang="zh-CN" sz="1600" dirty="0">
                <a:solidFill>
                  <a:srgbClr val="333333"/>
                </a:solidFill>
                <a:latin typeface="-apple-system"/>
              </a:rPr>
              <a:t>0x20-0x7E</a:t>
            </a:r>
            <a:r>
              <a:rPr lang="zh-CN" altLang="en-US" sz="1600" dirty="0">
                <a:solidFill>
                  <a:srgbClr val="333333"/>
                </a:solidFill>
                <a:latin typeface="-apple-system"/>
              </a:rPr>
              <a:t>）‌，‌共</a:t>
            </a:r>
            <a:r>
              <a:rPr lang="en-US" altLang="zh-CN" sz="1600" dirty="0">
                <a:solidFill>
                  <a:srgbClr val="333333"/>
                </a:solidFill>
                <a:latin typeface="-apple-system"/>
              </a:rPr>
              <a:t>95</a:t>
            </a:r>
            <a:r>
              <a:rPr lang="zh-CN" altLang="en-US" sz="1600" dirty="0">
                <a:solidFill>
                  <a:srgbClr val="333333"/>
                </a:solidFill>
                <a:latin typeface="-apple-system"/>
              </a:rPr>
              <a:t>个字符，‌这些字符可以直接显示在屏幕上。‌控制字符的编号范围是</a:t>
            </a:r>
            <a:r>
              <a:rPr lang="en-US" altLang="zh-CN" sz="1600" dirty="0">
                <a:solidFill>
                  <a:srgbClr val="333333"/>
                </a:solidFill>
                <a:latin typeface="-apple-system"/>
              </a:rPr>
              <a:t>0-31</a:t>
            </a:r>
            <a:r>
              <a:rPr lang="zh-CN" altLang="en-US" sz="1600" dirty="0">
                <a:solidFill>
                  <a:srgbClr val="333333"/>
                </a:solidFill>
                <a:latin typeface="-apple-system"/>
              </a:rPr>
              <a:t>和</a:t>
            </a:r>
            <a:r>
              <a:rPr lang="en-US" altLang="zh-CN" sz="1600" dirty="0">
                <a:solidFill>
                  <a:srgbClr val="333333"/>
                </a:solidFill>
                <a:latin typeface="-apple-system"/>
              </a:rPr>
              <a:t>127</a:t>
            </a:r>
            <a:r>
              <a:rPr lang="zh-CN" altLang="en-US" sz="1600" dirty="0">
                <a:solidFill>
                  <a:srgbClr val="333333"/>
                </a:solidFill>
                <a:latin typeface="-apple-system"/>
              </a:rPr>
              <a:t>（‌</a:t>
            </a:r>
            <a:r>
              <a:rPr lang="en-US" altLang="zh-CN" sz="1600" dirty="0">
                <a:solidFill>
                  <a:srgbClr val="333333"/>
                </a:solidFill>
                <a:latin typeface="-apple-system"/>
              </a:rPr>
              <a:t>0x00-0x1F</a:t>
            </a:r>
            <a:r>
              <a:rPr lang="zh-CN" altLang="en-US" sz="1600" dirty="0">
                <a:solidFill>
                  <a:srgbClr val="333333"/>
                </a:solidFill>
                <a:latin typeface="-apple-system"/>
              </a:rPr>
              <a:t>和</a:t>
            </a:r>
            <a:r>
              <a:rPr lang="en-US" altLang="zh-CN" sz="1600" dirty="0">
                <a:solidFill>
                  <a:srgbClr val="333333"/>
                </a:solidFill>
                <a:latin typeface="-apple-system"/>
              </a:rPr>
              <a:t>0x7F</a:t>
            </a:r>
            <a:r>
              <a:rPr lang="zh-CN" altLang="en-US" sz="1600" dirty="0">
                <a:solidFill>
                  <a:srgbClr val="333333"/>
                </a:solidFill>
                <a:latin typeface="-apple-system"/>
              </a:rPr>
              <a:t>）‌，‌共</a:t>
            </a:r>
            <a:r>
              <a:rPr lang="en-US" altLang="zh-CN" sz="1600" dirty="0">
                <a:solidFill>
                  <a:srgbClr val="333333"/>
                </a:solidFill>
                <a:latin typeface="-apple-system"/>
              </a:rPr>
              <a:t>33</a:t>
            </a:r>
            <a:r>
              <a:rPr lang="zh-CN" altLang="en-US" sz="1600" dirty="0">
                <a:solidFill>
                  <a:srgbClr val="333333"/>
                </a:solidFill>
                <a:latin typeface="-apple-system"/>
              </a:rPr>
              <a:t>个字符，‌这些字符主要用于控制计算机的输入输出操作，‌如换行（‌</a:t>
            </a:r>
            <a:r>
              <a:rPr lang="en-US" altLang="zh-CN" sz="1600" dirty="0">
                <a:solidFill>
                  <a:srgbClr val="333333"/>
                </a:solidFill>
                <a:latin typeface="-apple-system"/>
              </a:rPr>
              <a:t>LF</a:t>
            </a:r>
            <a:r>
              <a:rPr lang="zh-CN" altLang="en-US" sz="1600" dirty="0">
                <a:solidFill>
                  <a:srgbClr val="333333"/>
                </a:solidFill>
                <a:latin typeface="-apple-system"/>
              </a:rPr>
              <a:t>）‌、‌回车（‌</a:t>
            </a:r>
            <a:r>
              <a:rPr lang="en-US" altLang="zh-CN" sz="1600" dirty="0">
                <a:solidFill>
                  <a:srgbClr val="333333"/>
                </a:solidFill>
                <a:latin typeface="-apple-system"/>
              </a:rPr>
              <a:t>CR</a:t>
            </a:r>
            <a:r>
              <a:rPr lang="zh-CN" altLang="en-US" sz="1600" dirty="0">
                <a:solidFill>
                  <a:srgbClr val="333333"/>
                </a:solidFill>
                <a:latin typeface="-apple-system"/>
              </a:rPr>
              <a:t>）‌等。‌</a:t>
            </a:r>
          </a:p>
          <a:p>
            <a:r>
              <a:rPr lang="en-US" altLang="zh-CN" sz="1600" dirty="0">
                <a:solidFill>
                  <a:srgbClr val="333333"/>
                </a:solidFill>
                <a:latin typeface="-apple-system"/>
              </a:rPr>
              <a:t>ASCII</a:t>
            </a:r>
            <a:r>
              <a:rPr lang="zh-CN" altLang="en-US" sz="1600" dirty="0">
                <a:solidFill>
                  <a:srgbClr val="333333"/>
                </a:solidFill>
                <a:latin typeface="-apple-system"/>
              </a:rPr>
              <a:t>码表的设计使得计算机能够理解和生成各种字符，‌从而实现了文本文件的通用性和兼容性。‌无论是电子邮件、‌网页还是其他文本处理应用，‌都依赖于</a:t>
            </a:r>
            <a:r>
              <a:rPr lang="en-US" altLang="zh-CN" sz="1600" dirty="0">
                <a:solidFill>
                  <a:srgbClr val="333333"/>
                </a:solidFill>
                <a:latin typeface="-apple-system"/>
              </a:rPr>
              <a:t>ASCII</a:t>
            </a:r>
            <a:r>
              <a:rPr lang="zh-CN" altLang="en-US" sz="1600" dirty="0">
                <a:solidFill>
                  <a:srgbClr val="333333"/>
                </a:solidFill>
                <a:latin typeface="-apple-system"/>
              </a:rPr>
              <a:t>码表来确保文本的正确显示和处理。‌此外，‌随着技术的发展，‌</a:t>
            </a:r>
            <a:r>
              <a:rPr lang="en-US" altLang="zh-CN" sz="1600" dirty="0">
                <a:solidFill>
                  <a:srgbClr val="333333"/>
                </a:solidFill>
                <a:latin typeface="-apple-system"/>
              </a:rPr>
              <a:t>ASCII</a:t>
            </a:r>
            <a:r>
              <a:rPr lang="zh-CN" altLang="en-US" sz="1600" dirty="0">
                <a:solidFill>
                  <a:srgbClr val="333333"/>
                </a:solidFill>
                <a:latin typeface="-apple-system"/>
              </a:rPr>
              <a:t>码表也进行了扩展，‌以支持更多的语言和符号，‌尽管基本的</a:t>
            </a:r>
            <a:r>
              <a:rPr lang="en-US" altLang="zh-CN" sz="1600" dirty="0">
                <a:solidFill>
                  <a:srgbClr val="333333"/>
                </a:solidFill>
                <a:latin typeface="-apple-system"/>
              </a:rPr>
              <a:t>128</a:t>
            </a:r>
            <a:r>
              <a:rPr lang="zh-CN" altLang="en-US" sz="1600" dirty="0">
                <a:solidFill>
                  <a:srgbClr val="333333"/>
                </a:solidFill>
                <a:latin typeface="-apple-system"/>
              </a:rPr>
              <a:t>个字符集仍然是最常用</a:t>
            </a:r>
            <a:r>
              <a:rPr lang="zh-CN" altLang="en-US" sz="1600" dirty="0" smtClean="0">
                <a:solidFill>
                  <a:srgbClr val="333333"/>
                </a:solidFill>
                <a:latin typeface="-apple-system"/>
              </a:rPr>
              <a:t>的。</a:t>
            </a:r>
            <a:r>
              <a:rPr lang="zh-CN" altLang="en-US" sz="1600" dirty="0">
                <a:solidFill>
                  <a:srgbClr val="333333"/>
                </a:solidFill>
                <a:latin typeface="-apple-system"/>
              </a:rPr>
              <a:t>‌</a:t>
            </a:r>
            <a:endParaRPr lang="zh-CN" altLang="en-US" sz="1600" b="0" i="0" dirty="0">
              <a:solidFill>
                <a:srgbClr val="333333"/>
              </a:solidFill>
              <a:effectLst/>
              <a:latin typeface="-apple-system"/>
            </a:endParaRPr>
          </a:p>
        </p:txBody>
      </p:sp>
    </p:spTree>
    <p:extLst>
      <p:ext uri="{BB962C8B-B14F-4D97-AF65-F5344CB8AC3E}">
        <p14:creationId xmlns:p14="http://schemas.microsoft.com/office/powerpoint/2010/main" val="128961634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www.changchenghao.cn/wp-content/uploads/2021/07/cac0d5155f694b11b14e8a9c80aab068.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5306402" cy="3739750"/>
          </a:xfrm>
          <a:prstGeom prst="rect">
            <a:avLst/>
          </a:prstGeom>
          <a:noFill/>
          <a:extLst>
            <a:ext uri="{909E8E84-426E-40DD-AFC4-6F175D3DCCD1}">
              <a14:hiddenFill xmlns:a14="http://schemas.microsoft.com/office/drawing/2010/main">
                <a:solidFill>
                  <a:srgbClr val="FFFFFF"/>
                </a:solidFill>
              </a14:hiddenFill>
            </a:ext>
          </a:extLst>
        </p:spPr>
      </p:pic>
      <p:pic>
        <p:nvPicPr>
          <p:cNvPr id="3" name="图片 2"/>
          <p:cNvPicPr>
            <a:picLocks noChangeAspect="1"/>
          </p:cNvPicPr>
          <p:nvPr/>
        </p:nvPicPr>
        <p:blipFill rotWithShape="1">
          <a:blip r:embed="rId3"/>
          <a:srcRect l="24318" t="15819" r="54214" b="56498"/>
          <a:stretch/>
        </p:blipFill>
        <p:spPr>
          <a:xfrm>
            <a:off x="5436095" y="267494"/>
            <a:ext cx="3573947" cy="2592288"/>
          </a:xfrm>
          <a:prstGeom prst="rect">
            <a:avLst/>
          </a:prstGeom>
        </p:spPr>
      </p:pic>
      <p:pic>
        <p:nvPicPr>
          <p:cNvPr id="4" name="图片 3"/>
          <p:cNvPicPr>
            <a:picLocks noChangeAspect="1"/>
          </p:cNvPicPr>
          <p:nvPr/>
        </p:nvPicPr>
        <p:blipFill rotWithShape="1">
          <a:blip r:embed="rId4"/>
          <a:srcRect l="3129" t="5396" r="45763" b="78849"/>
          <a:stretch/>
        </p:blipFill>
        <p:spPr>
          <a:xfrm>
            <a:off x="467544" y="3840676"/>
            <a:ext cx="7059783" cy="1224136"/>
          </a:xfrm>
          <a:prstGeom prst="rect">
            <a:avLst/>
          </a:prstGeom>
        </p:spPr>
      </p:pic>
    </p:spTree>
    <p:extLst>
      <p:ext uri="{BB962C8B-B14F-4D97-AF65-F5344CB8AC3E}">
        <p14:creationId xmlns:p14="http://schemas.microsoft.com/office/powerpoint/2010/main" val="1714415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6"/>
          <p:cNvPicPr>
            <a:picLocks noChangeAspect="1" noChangeArrowheads="1"/>
          </p:cNvPicPr>
          <p:nvPr/>
        </p:nvPicPr>
        <p:blipFill rotWithShape="1">
          <a:blip r:embed="rId3" cstate="print">
            <a:extLst>
              <a:ext uri="{BEBA8EAE-BF5A-486C-A8C5-ECC9F3942E4B}">
                <a14:imgProps xmlns:a14="http://schemas.microsoft.com/office/drawing/2010/main">
                  <a14:imgLayer r:embed="rId4">
                    <a14:imgEffect>
                      <a14:backgroundRemoval t="9960" b="89940" l="7007" r="94285">
                        <a14:foregroundMark x1="13594" y1="49899" x2="13981" y2="51777"/>
                        <a14:foregroundMark x1="22603" y1="61402" x2="11656" y2="57545"/>
                        <a14:foregroundMark x1="69454" y1="47384" x2="69325" y2="45506"/>
                        <a14:foregroundMark x1="57475" y1="56472" x2="54537" y2="58585"/>
                        <a14:foregroundMark x1="87601" y1="37223" x2="86051" y2="40040"/>
                        <a14:foregroundMark x1="83985" y1="41885" x2="82822" y2="40443"/>
                        <a14:foregroundMark x1="66225" y1="59658" x2="61350" y2="59658"/>
                        <a14:foregroundMark x1="51954" y1="60597" x2="48983" y2="59792"/>
                        <a14:foregroundMark x1="33290" y1="65023" x2="31740" y2="61670"/>
                        <a14:foregroundMark x1="17985" y1="69551" x2="14627" y2="70892"/>
                      </a14:backgroundRemoval>
                    </a14:imgEffect>
                  </a14:imgLayer>
                </a14:imgProps>
              </a:ext>
              <a:ext uri="{28A0092B-C50C-407E-A947-70E740481C1C}">
                <a14:useLocalDpi xmlns:a14="http://schemas.microsoft.com/office/drawing/2010/main" val="0"/>
              </a:ext>
            </a:extLst>
          </a:blip>
          <a:srcRect t="33032" r="38163" b="9555"/>
          <a:stretch>
            <a:fillRect/>
          </a:stretch>
        </p:blipFill>
        <p:spPr bwMode="auto">
          <a:xfrm>
            <a:off x="7917180" y="4253230"/>
            <a:ext cx="1217930" cy="108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文本框 3"/>
          <p:cNvSpPr txBox="1"/>
          <p:nvPr/>
        </p:nvSpPr>
        <p:spPr>
          <a:xfrm>
            <a:off x="223520" y="784225"/>
            <a:ext cx="8817610" cy="1476375"/>
          </a:xfrm>
          <a:prstGeom prst="rect">
            <a:avLst/>
          </a:prstGeom>
          <a:noFill/>
        </p:spPr>
        <p:txBody>
          <a:bodyPr wrap="square" rtlCol="0" anchor="t">
            <a:spAutoFit/>
          </a:bodyPr>
          <a:lstStyle/>
          <a:p>
            <a:pPr>
              <a:lnSpc>
                <a:spcPct val="90000"/>
              </a:lnSpc>
            </a:pPr>
            <a:r>
              <a:rPr lang="zh-CN" altLang="en-US" sz="2000" b="1" dirty="0">
                <a:latin typeface="隶书" panose="02010509060101010101" charset="-122"/>
                <a:ea typeface="隶书" panose="02010509060101010101" charset="-122"/>
                <a:cs typeface="隶书" panose="02010509060101010101" charset="-122"/>
                <a:sym typeface="+mn-ea"/>
              </a:rPr>
              <a:t>字符与整数的对应性关系</a:t>
            </a:r>
            <a:endParaRPr lang="zh-CN" altLang="en-US" sz="2000" b="1" dirty="0">
              <a:latin typeface="隶书" panose="02010509060101010101" charset="-122"/>
              <a:ea typeface="隶书" panose="02010509060101010101" charset="-122"/>
              <a:cs typeface="隶书" panose="02010509060101010101" charset="-122"/>
            </a:endParaRPr>
          </a:p>
          <a:p>
            <a:pPr>
              <a:lnSpc>
                <a:spcPct val="90000"/>
              </a:lnSpc>
            </a:pPr>
            <a:r>
              <a:rPr lang="zh-CN" altLang="en-US" sz="2000" dirty="0">
                <a:latin typeface="隶书" panose="02010509060101010101" charset="-122"/>
                <a:ea typeface="隶书" panose="02010509060101010101" charset="-122"/>
                <a:cs typeface="隶书" panose="02010509060101010101" charset="-122"/>
                <a:sym typeface="+mn-ea"/>
              </a:rPr>
              <a:t>    前面我们知道，字符数据在内存中是以该字符对应的</a:t>
            </a:r>
            <a:r>
              <a:rPr lang="en-US" altLang="zh-CN" sz="2000" dirty="0">
                <a:latin typeface="隶书" panose="02010509060101010101" charset="-122"/>
                <a:ea typeface="隶书" panose="02010509060101010101" charset="-122"/>
                <a:cs typeface="隶书" panose="02010509060101010101" charset="-122"/>
                <a:sym typeface="+mn-ea"/>
              </a:rPr>
              <a:t>ASCII</a:t>
            </a:r>
            <a:r>
              <a:rPr lang="zh-CN" altLang="en-US" sz="2000" dirty="0">
                <a:latin typeface="隶书" panose="02010509060101010101" charset="-122"/>
                <a:ea typeface="隶书" panose="02010509060101010101" charset="-122"/>
                <a:cs typeface="隶书" panose="02010509060101010101" charset="-122"/>
                <a:sym typeface="+mn-ea"/>
              </a:rPr>
              <a:t>编码存储，也即是说每一个常见字符在内存中都与一个唯一的序值一一对应。</a:t>
            </a:r>
            <a:endParaRPr lang="zh-CN" altLang="en-US" sz="2000" dirty="0">
              <a:latin typeface="隶书" panose="02010509060101010101" charset="-122"/>
              <a:ea typeface="隶书" panose="02010509060101010101" charset="-122"/>
              <a:cs typeface="隶书" panose="02010509060101010101" charset="-122"/>
            </a:endParaRPr>
          </a:p>
          <a:p>
            <a:pPr>
              <a:lnSpc>
                <a:spcPct val="90000"/>
              </a:lnSpc>
            </a:pPr>
            <a:r>
              <a:rPr lang="zh-CN" altLang="en-US" sz="2000" dirty="0">
                <a:latin typeface="隶书" panose="02010509060101010101" charset="-122"/>
                <a:ea typeface="隶书" panose="02010509060101010101" charset="-122"/>
                <a:cs typeface="隶书" panose="02010509060101010101" charset="-122"/>
                <a:sym typeface="+mn-ea"/>
              </a:rPr>
              <a:t>    在实际程序设计中，一个字符数据既可以以字符形式输出，也可以以整数（</a:t>
            </a:r>
            <a:r>
              <a:rPr lang="en-US" altLang="zh-CN" sz="2000" dirty="0">
                <a:latin typeface="隶书" panose="02010509060101010101" charset="-122"/>
                <a:ea typeface="隶书" panose="02010509060101010101" charset="-122"/>
                <a:cs typeface="隶书" panose="02010509060101010101" charset="-122"/>
                <a:sym typeface="+mn-ea"/>
              </a:rPr>
              <a:t>ASCII</a:t>
            </a:r>
            <a:r>
              <a:rPr lang="zh-CN" altLang="en-US" sz="2000" dirty="0">
                <a:latin typeface="隶书" panose="02010509060101010101" charset="-122"/>
                <a:ea typeface="隶书" panose="02010509060101010101" charset="-122"/>
                <a:cs typeface="隶书" panose="02010509060101010101" charset="-122"/>
                <a:sym typeface="+mn-ea"/>
              </a:rPr>
              <a:t>表中的序值）形式输出，还可以对它们进行算术运算。</a:t>
            </a:r>
            <a:endParaRPr lang="zh-CN" altLang="en-US" sz="2000">
              <a:latin typeface="隶书" panose="02010509060101010101" charset="-122"/>
              <a:ea typeface="隶书" panose="02010509060101010101" charset="-122"/>
              <a:cs typeface="隶书" panose="02010509060101010101" charset="-122"/>
            </a:endParaRPr>
          </a:p>
        </p:txBody>
      </p:sp>
      <p:graphicFrame>
        <p:nvGraphicFramePr>
          <p:cNvPr id="7" name="内容占位符 7171"/>
          <p:cNvGraphicFramePr/>
          <p:nvPr>
            <p:custDataLst>
              <p:tags r:id="rId1"/>
            </p:custDataLst>
            <p:extLst>
              <p:ext uri="{D42A27DB-BD31-4B8C-83A1-F6EECF244321}">
                <p14:modId xmlns:p14="http://schemas.microsoft.com/office/powerpoint/2010/main" val="3534964359"/>
              </p:ext>
            </p:extLst>
          </p:nvPr>
        </p:nvGraphicFramePr>
        <p:xfrm>
          <a:off x="929640" y="2408555"/>
          <a:ext cx="7284085" cy="2325370"/>
        </p:xfrm>
        <a:graphic>
          <a:graphicData uri="http://schemas.openxmlformats.org/drawingml/2006/table">
            <a:tbl>
              <a:tblPr/>
              <a:tblGrid>
                <a:gridCol w="1595755">
                  <a:extLst>
                    <a:ext uri="{9D8B030D-6E8A-4147-A177-3AD203B41FA5}">
                      <a16:colId xmlns="" xmlns:a16="http://schemas.microsoft.com/office/drawing/2014/main" val="20000"/>
                    </a:ext>
                  </a:extLst>
                </a:gridCol>
                <a:gridCol w="1760220">
                  <a:extLst>
                    <a:ext uri="{9D8B030D-6E8A-4147-A177-3AD203B41FA5}">
                      <a16:colId xmlns="" xmlns:a16="http://schemas.microsoft.com/office/drawing/2014/main" val="20001"/>
                    </a:ext>
                  </a:extLst>
                </a:gridCol>
                <a:gridCol w="2167890">
                  <a:extLst>
                    <a:ext uri="{9D8B030D-6E8A-4147-A177-3AD203B41FA5}">
                      <a16:colId xmlns="" xmlns:a16="http://schemas.microsoft.com/office/drawing/2014/main" val="20002"/>
                    </a:ext>
                  </a:extLst>
                </a:gridCol>
                <a:gridCol w="1760220">
                  <a:extLst>
                    <a:ext uri="{9D8B030D-6E8A-4147-A177-3AD203B41FA5}">
                      <a16:colId xmlns="" xmlns:a16="http://schemas.microsoft.com/office/drawing/2014/main" val="20003"/>
                    </a:ext>
                  </a:extLst>
                </a:gridCol>
              </a:tblGrid>
              <a:tr h="464820">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3765" rtl="0" eaLnBrk="1" latinLnBrk="0" hangingPunct="1">
                        <a:buClr>
                          <a:schemeClr val="tx2"/>
                        </a:buClr>
                        <a:buSzPct val="85000"/>
                        <a:defRPr sz="2400" kern="1200">
                          <a:solidFill>
                            <a:schemeClr val="tx1"/>
                          </a:solidFill>
                          <a:latin typeface="Arial" panose="020B0604020202020204"/>
                          <a:ea typeface="宋体" panose="02010600030101010101" pitchFamily="2" charset="-122"/>
                        </a:defRPr>
                      </a:lvl2pPr>
                      <a:lvl3pPr marL="1143000" lvl="2" indent="-228600" algn="l" defTabSz="913765" rtl="0" eaLnBrk="1" latinLnBrk="0" hangingPunct="1">
                        <a:buClr>
                          <a:schemeClr val="hlink"/>
                        </a:buClr>
                        <a:defRPr sz="2000" kern="1200">
                          <a:solidFill>
                            <a:schemeClr val="tx1"/>
                          </a:solidFill>
                          <a:latin typeface="Arial" panose="020B0604020202020204"/>
                          <a:ea typeface="宋体" panose="02010600030101010101" pitchFamily="2" charset="-122"/>
                        </a:defRPr>
                      </a:lvl3pPr>
                      <a:lvl4pPr marL="1600200" lvl="3" indent="-228600" algn="l" defTabSz="913765" rtl="0" eaLnBrk="1" latinLnBrk="0" hangingPunct="1">
                        <a:buClr>
                          <a:schemeClr val="tx2"/>
                        </a:buClr>
                        <a:defRPr sz="1800" kern="1200">
                          <a:solidFill>
                            <a:schemeClr val="tx1"/>
                          </a:solidFill>
                          <a:latin typeface="Arial" panose="020B0604020202020204"/>
                          <a:ea typeface="宋体" panose="02010600030101010101" pitchFamily="2" charset="-122"/>
                        </a:defRPr>
                      </a:lvl4pPr>
                      <a:lvl5pPr marL="2057400" lvl="4" indent="-228600" algn="l" defTabSz="913765" rtl="0" eaLnBrk="1" latinLnBrk="0" hangingPunct="1">
                        <a:buClr>
                          <a:schemeClr val="hlink"/>
                        </a:buClr>
                        <a:buFont typeface="Wingdings 2" panose="05020102010507070707" pitchFamily="18" charset="2"/>
                        <a:defRPr sz="1800" kern="1200">
                          <a:solidFill>
                            <a:schemeClr val="tx1"/>
                          </a:solidFill>
                          <a:latin typeface="Arial" panose="020B0604020202020204"/>
                          <a:ea typeface="宋体" panose="02010600030101010101" pitchFamily="2" charset="-122"/>
                        </a:defRPr>
                      </a:lvl5pPr>
                      <a:lvl6pPr marL="2286000" algn="l" defTabSz="913765" rtl="0" eaLnBrk="1" latinLnBrk="0" hangingPunct="1">
                        <a:defRPr sz="1800" kern="1200">
                          <a:solidFill>
                            <a:schemeClr val="tx1"/>
                          </a:solidFill>
                          <a:latin typeface="Arial" panose="020B0604020202020204"/>
                          <a:ea typeface="宋体" panose="02010600030101010101" pitchFamily="2" charset="-122"/>
                        </a:defRPr>
                      </a:lvl6pPr>
                      <a:lvl7pPr marL="2743200" algn="l" defTabSz="913765" rtl="0" eaLnBrk="1" latinLnBrk="0" hangingPunct="1">
                        <a:defRPr sz="1800" kern="1200">
                          <a:solidFill>
                            <a:schemeClr val="tx1"/>
                          </a:solidFill>
                          <a:latin typeface="Arial" panose="020B0604020202020204"/>
                          <a:ea typeface="宋体" panose="02010600030101010101" pitchFamily="2" charset="-122"/>
                        </a:defRPr>
                      </a:lvl7pPr>
                      <a:lvl8pPr marL="3199765" algn="l" defTabSz="913765" rtl="0" eaLnBrk="1" latinLnBrk="0" hangingPunct="1">
                        <a:defRPr sz="1800" kern="1200">
                          <a:solidFill>
                            <a:schemeClr val="tx1"/>
                          </a:solidFill>
                          <a:latin typeface="Arial" panose="020B0604020202020204"/>
                          <a:ea typeface="宋体" panose="02010600030101010101" pitchFamily="2" charset="-122"/>
                        </a:defRPr>
                      </a:lvl8pPr>
                      <a:lvl9pPr marL="3656965" algn="l" defTabSz="913765" rtl="0" eaLnBrk="1" latinLnBrk="0" hangingPunct="1">
                        <a:defRPr sz="1800" kern="1200">
                          <a:solidFill>
                            <a:schemeClr val="tx1"/>
                          </a:solidFill>
                          <a:latin typeface="Arial" panose="020B0604020202020204"/>
                          <a:ea typeface="宋体" panose="02010600030101010101" pitchFamily="2" charset="-122"/>
                        </a:defRPr>
                      </a:lvl9pPr>
                    </a:lstStyle>
                    <a:p>
                      <a:pPr marL="0" lvl="0" indent="0" algn="ctr">
                        <a:spcBef>
                          <a:spcPct val="0"/>
                        </a:spcBef>
                        <a:buNone/>
                      </a:pPr>
                      <a:r>
                        <a:rPr lang="en-US" altLang="x-none" sz="2000" b="1" dirty="0">
                          <a:latin typeface="Calibri" panose="020F0502020204030204" charset="0"/>
                          <a:ea typeface="Times New Roman" panose="02020603050405020304" charset="0"/>
                        </a:rPr>
                        <a:t>ASCII</a:t>
                      </a:r>
                      <a:r>
                        <a:rPr lang="zh-CN" altLang="en-US" sz="2000" b="1" dirty="0">
                          <a:latin typeface="宋体" panose="02010600030101010101" pitchFamily="2" charset="-122"/>
                          <a:ea typeface="Times New Roman" panose="02020603050405020304" charset="0"/>
                        </a:rPr>
                        <a:t>码值</a:t>
                      </a:r>
                      <a:endParaRPr lang="zh-CN" altLang="en-US" sz="2000" b="1" dirty="0">
                        <a:ea typeface="Times New Roman" panose="02020603050405020304"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3765" rtl="0" eaLnBrk="1" latinLnBrk="0" hangingPunct="1">
                        <a:buClr>
                          <a:schemeClr val="tx2"/>
                        </a:buClr>
                        <a:buSzPct val="85000"/>
                        <a:defRPr sz="2400" kern="1200">
                          <a:solidFill>
                            <a:schemeClr val="tx1"/>
                          </a:solidFill>
                          <a:latin typeface="Arial" panose="020B0604020202020204"/>
                          <a:ea typeface="宋体" panose="02010600030101010101" pitchFamily="2" charset="-122"/>
                        </a:defRPr>
                      </a:lvl2pPr>
                      <a:lvl3pPr marL="1143000" lvl="2" indent="-228600" algn="l" defTabSz="913765" rtl="0" eaLnBrk="1" latinLnBrk="0" hangingPunct="1">
                        <a:buClr>
                          <a:schemeClr val="hlink"/>
                        </a:buClr>
                        <a:defRPr sz="2000" kern="1200">
                          <a:solidFill>
                            <a:schemeClr val="tx1"/>
                          </a:solidFill>
                          <a:latin typeface="Arial" panose="020B0604020202020204"/>
                          <a:ea typeface="宋体" panose="02010600030101010101" pitchFamily="2" charset="-122"/>
                        </a:defRPr>
                      </a:lvl3pPr>
                      <a:lvl4pPr marL="1600200" lvl="3" indent="-228600" algn="l" defTabSz="913765" rtl="0" eaLnBrk="1" latinLnBrk="0" hangingPunct="1">
                        <a:buClr>
                          <a:schemeClr val="tx2"/>
                        </a:buClr>
                        <a:defRPr sz="1800" kern="1200">
                          <a:solidFill>
                            <a:schemeClr val="tx1"/>
                          </a:solidFill>
                          <a:latin typeface="Arial" panose="020B0604020202020204"/>
                          <a:ea typeface="宋体" panose="02010600030101010101" pitchFamily="2" charset="-122"/>
                        </a:defRPr>
                      </a:lvl4pPr>
                      <a:lvl5pPr marL="2057400" lvl="4" indent="-228600" algn="l" defTabSz="913765" rtl="0" eaLnBrk="1" latinLnBrk="0" hangingPunct="1">
                        <a:buClr>
                          <a:schemeClr val="hlink"/>
                        </a:buClr>
                        <a:buFont typeface="Wingdings 2" panose="05020102010507070707" pitchFamily="18" charset="2"/>
                        <a:defRPr sz="1800" kern="1200">
                          <a:solidFill>
                            <a:schemeClr val="tx1"/>
                          </a:solidFill>
                          <a:latin typeface="Arial" panose="020B0604020202020204"/>
                          <a:ea typeface="宋体" panose="02010600030101010101" pitchFamily="2" charset="-122"/>
                        </a:defRPr>
                      </a:lvl5pPr>
                      <a:lvl6pPr marL="2286000" algn="l" defTabSz="913765" rtl="0" eaLnBrk="1" latinLnBrk="0" hangingPunct="1">
                        <a:defRPr sz="1800" kern="1200">
                          <a:solidFill>
                            <a:schemeClr val="tx1"/>
                          </a:solidFill>
                          <a:latin typeface="Arial" panose="020B0604020202020204"/>
                          <a:ea typeface="宋体" panose="02010600030101010101" pitchFamily="2" charset="-122"/>
                        </a:defRPr>
                      </a:lvl6pPr>
                      <a:lvl7pPr marL="2743200" algn="l" defTabSz="913765" rtl="0" eaLnBrk="1" latinLnBrk="0" hangingPunct="1">
                        <a:defRPr sz="1800" kern="1200">
                          <a:solidFill>
                            <a:schemeClr val="tx1"/>
                          </a:solidFill>
                          <a:latin typeface="Arial" panose="020B0604020202020204"/>
                          <a:ea typeface="宋体" panose="02010600030101010101" pitchFamily="2" charset="-122"/>
                        </a:defRPr>
                      </a:lvl7pPr>
                      <a:lvl8pPr marL="3199765" algn="l" defTabSz="913765" rtl="0" eaLnBrk="1" latinLnBrk="0" hangingPunct="1">
                        <a:defRPr sz="1800" kern="1200">
                          <a:solidFill>
                            <a:schemeClr val="tx1"/>
                          </a:solidFill>
                          <a:latin typeface="Arial" panose="020B0604020202020204"/>
                          <a:ea typeface="宋体" panose="02010600030101010101" pitchFamily="2" charset="-122"/>
                        </a:defRPr>
                      </a:lvl8pPr>
                      <a:lvl9pPr marL="3656965" algn="l" defTabSz="913765" rtl="0" eaLnBrk="1" latinLnBrk="0" hangingPunct="1">
                        <a:defRPr sz="1800" kern="1200">
                          <a:solidFill>
                            <a:schemeClr val="tx1"/>
                          </a:solidFill>
                          <a:latin typeface="Arial" panose="020B0604020202020204"/>
                          <a:ea typeface="宋体" panose="02010600030101010101" pitchFamily="2" charset="-122"/>
                        </a:defRPr>
                      </a:lvl9pPr>
                    </a:lstStyle>
                    <a:p>
                      <a:pPr marL="0" lvl="0" indent="0" algn="ctr">
                        <a:spcBef>
                          <a:spcPct val="0"/>
                        </a:spcBef>
                        <a:buNone/>
                      </a:pPr>
                      <a:r>
                        <a:rPr lang="zh-CN" altLang="en-US" sz="2000" b="1">
                          <a:latin typeface="Calibri" panose="020F0502020204030204" charset="0"/>
                          <a:ea typeface="Times New Roman" panose="02020603050405020304" charset="0"/>
                        </a:rPr>
                        <a:t>字符</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3765" rtl="0" eaLnBrk="1" latinLnBrk="0" hangingPunct="1">
                        <a:buClr>
                          <a:schemeClr val="tx2"/>
                        </a:buClr>
                        <a:buSzPct val="85000"/>
                        <a:defRPr sz="2400" kern="1200">
                          <a:solidFill>
                            <a:schemeClr val="tx1"/>
                          </a:solidFill>
                          <a:latin typeface="Arial" panose="020B0604020202020204"/>
                          <a:ea typeface="宋体" panose="02010600030101010101" pitchFamily="2" charset="-122"/>
                        </a:defRPr>
                      </a:lvl2pPr>
                      <a:lvl3pPr marL="1143000" lvl="2" indent="-228600" algn="l" defTabSz="913765" rtl="0" eaLnBrk="1" latinLnBrk="0" hangingPunct="1">
                        <a:buClr>
                          <a:schemeClr val="hlink"/>
                        </a:buClr>
                        <a:defRPr sz="2000" kern="1200">
                          <a:solidFill>
                            <a:schemeClr val="tx1"/>
                          </a:solidFill>
                          <a:latin typeface="Arial" panose="020B0604020202020204"/>
                          <a:ea typeface="宋体" panose="02010600030101010101" pitchFamily="2" charset="-122"/>
                        </a:defRPr>
                      </a:lvl3pPr>
                      <a:lvl4pPr marL="1600200" lvl="3" indent="-228600" algn="l" defTabSz="913765" rtl="0" eaLnBrk="1" latinLnBrk="0" hangingPunct="1">
                        <a:buClr>
                          <a:schemeClr val="tx2"/>
                        </a:buClr>
                        <a:defRPr sz="1800" kern="1200">
                          <a:solidFill>
                            <a:schemeClr val="tx1"/>
                          </a:solidFill>
                          <a:latin typeface="Arial" panose="020B0604020202020204"/>
                          <a:ea typeface="宋体" panose="02010600030101010101" pitchFamily="2" charset="-122"/>
                        </a:defRPr>
                      </a:lvl4pPr>
                      <a:lvl5pPr marL="2057400" lvl="4" indent="-228600" algn="l" defTabSz="913765" rtl="0" eaLnBrk="1" latinLnBrk="0" hangingPunct="1">
                        <a:buClr>
                          <a:schemeClr val="hlink"/>
                        </a:buClr>
                        <a:buFont typeface="Wingdings 2" panose="05020102010507070707" pitchFamily="18" charset="2"/>
                        <a:defRPr sz="1800" kern="1200">
                          <a:solidFill>
                            <a:schemeClr val="tx1"/>
                          </a:solidFill>
                          <a:latin typeface="Arial" panose="020B0604020202020204"/>
                          <a:ea typeface="宋体" panose="02010600030101010101" pitchFamily="2" charset="-122"/>
                        </a:defRPr>
                      </a:lvl5pPr>
                      <a:lvl6pPr marL="2286000" algn="l" defTabSz="913765" rtl="0" eaLnBrk="1" latinLnBrk="0" hangingPunct="1">
                        <a:defRPr sz="1800" kern="1200">
                          <a:solidFill>
                            <a:schemeClr val="tx1"/>
                          </a:solidFill>
                          <a:latin typeface="Arial" panose="020B0604020202020204"/>
                          <a:ea typeface="宋体" panose="02010600030101010101" pitchFamily="2" charset="-122"/>
                        </a:defRPr>
                      </a:lvl6pPr>
                      <a:lvl7pPr marL="2743200" algn="l" defTabSz="913765" rtl="0" eaLnBrk="1" latinLnBrk="0" hangingPunct="1">
                        <a:defRPr sz="1800" kern="1200">
                          <a:solidFill>
                            <a:schemeClr val="tx1"/>
                          </a:solidFill>
                          <a:latin typeface="Arial" panose="020B0604020202020204"/>
                          <a:ea typeface="宋体" panose="02010600030101010101" pitchFamily="2" charset="-122"/>
                        </a:defRPr>
                      </a:lvl7pPr>
                      <a:lvl8pPr marL="3199765" algn="l" defTabSz="913765" rtl="0" eaLnBrk="1" latinLnBrk="0" hangingPunct="1">
                        <a:defRPr sz="1800" kern="1200">
                          <a:solidFill>
                            <a:schemeClr val="tx1"/>
                          </a:solidFill>
                          <a:latin typeface="Arial" panose="020B0604020202020204"/>
                          <a:ea typeface="宋体" panose="02010600030101010101" pitchFamily="2" charset="-122"/>
                        </a:defRPr>
                      </a:lvl8pPr>
                      <a:lvl9pPr marL="3656965" algn="l" defTabSz="913765" rtl="0" eaLnBrk="1" latinLnBrk="0" hangingPunct="1">
                        <a:defRPr sz="1800" kern="1200">
                          <a:solidFill>
                            <a:schemeClr val="tx1"/>
                          </a:solidFill>
                          <a:latin typeface="Arial" panose="020B0604020202020204"/>
                          <a:ea typeface="宋体" panose="02010600030101010101" pitchFamily="2" charset="-122"/>
                        </a:defRPr>
                      </a:lvl9pPr>
                    </a:lstStyle>
                    <a:p>
                      <a:pPr marL="0" lvl="0" indent="0" algn="ctr">
                        <a:spcBef>
                          <a:spcPct val="0"/>
                        </a:spcBef>
                        <a:buNone/>
                      </a:pPr>
                      <a:r>
                        <a:rPr lang="en-US" altLang="x-none" sz="2000" b="1" dirty="0">
                          <a:solidFill>
                            <a:srgbClr val="0000CC"/>
                          </a:solidFill>
                          <a:latin typeface="黑体" panose="02010609060101010101" pitchFamily="49" charset="-122"/>
                          <a:ea typeface="黑体" panose="02010609060101010101" pitchFamily="49" charset="-122"/>
                        </a:rPr>
                        <a:t>ASCII</a:t>
                      </a:r>
                      <a:r>
                        <a:rPr lang="zh-CN" altLang="en-US" sz="2000" b="1" dirty="0">
                          <a:solidFill>
                            <a:srgbClr val="0000CC"/>
                          </a:solidFill>
                          <a:latin typeface="黑体" panose="02010609060101010101" pitchFamily="49" charset="-122"/>
                          <a:ea typeface="黑体" panose="02010609060101010101" pitchFamily="49" charset="-122"/>
                        </a:rPr>
                        <a:t>码值</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3765" rtl="0" eaLnBrk="1" latinLnBrk="0" hangingPunct="1">
                        <a:buClr>
                          <a:schemeClr val="tx2"/>
                        </a:buClr>
                        <a:buSzPct val="85000"/>
                        <a:defRPr sz="2400" kern="1200">
                          <a:solidFill>
                            <a:schemeClr val="tx1"/>
                          </a:solidFill>
                          <a:latin typeface="Arial" panose="020B0604020202020204"/>
                          <a:ea typeface="宋体" panose="02010600030101010101" pitchFamily="2" charset="-122"/>
                        </a:defRPr>
                      </a:lvl2pPr>
                      <a:lvl3pPr marL="1143000" lvl="2" indent="-228600" algn="l" defTabSz="913765" rtl="0" eaLnBrk="1" latinLnBrk="0" hangingPunct="1">
                        <a:buClr>
                          <a:schemeClr val="hlink"/>
                        </a:buClr>
                        <a:defRPr sz="2000" kern="1200">
                          <a:solidFill>
                            <a:schemeClr val="tx1"/>
                          </a:solidFill>
                          <a:latin typeface="Arial" panose="020B0604020202020204"/>
                          <a:ea typeface="宋体" panose="02010600030101010101" pitchFamily="2" charset="-122"/>
                        </a:defRPr>
                      </a:lvl3pPr>
                      <a:lvl4pPr marL="1600200" lvl="3" indent="-228600" algn="l" defTabSz="913765" rtl="0" eaLnBrk="1" latinLnBrk="0" hangingPunct="1">
                        <a:buClr>
                          <a:schemeClr val="tx2"/>
                        </a:buClr>
                        <a:defRPr sz="1800" kern="1200">
                          <a:solidFill>
                            <a:schemeClr val="tx1"/>
                          </a:solidFill>
                          <a:latin typeface="Arial" panose="020B0604020202020204"/>
                          <a:ea typeface="宋体" panose="02010600030101010101" pitchFamily="2" charset="-122"/>
                        </a:defRPr>
                      </a:lvl4pPr>
                      <a:lvl5pPr marL="2057400" lvl="4" indent="-228600" algn="l" defTabSz="913765" rtl="0" eaLnBrk="1" latinLnBrk="0" hangingPunct="1">
                        <a:buClr>
                          <a:schemeClr val="hlink"/>
                        </a:buClr>
                        <a:buFont typeface="Wingdings 2" panose="05020102010507070707" pitchFamily="18" charset="2"/>
                        <a:defRPr sz="1800" kern="1200">
                          <a:solidFill>
                            <a:schemeClr val="tx1"/>
                          </a:solidFill>
                          <a:latin typeface="Arial" panose="020B0604020202020204"/>
                          <a:ea typeface="宋体" panose="02010600030101010101" pitchFamily="2" charset="-122"/>
                        </a:defRPr>
                      </a:lvl5pPr>
                      <a:lvl6pPr marL="2286000" algn="l" defTabSz="913765" rtl="0" eaLnBrk="1" latinLnBrk="0" hangingPunct="1">
                        <a:defRPr sz="1800" kern="1200">
                          <a:solidFill>
                            <a:schemeClr val="tx1"/>
                          </a:solidFill>
                          <a:latin typeface="Arial" panose="020B0604020202020204"/>
                          <a:ea typeface="宋体" panose="02010600030101010101" pitchFamily="2" charset="-122"/>
                        </a:defRPr>
                      </a:lvl6pPr>
                      <a:lvl7pPr marL="2743200" algn="l" defTabSz="913765" rtl="0" eaLnBrk="1" latinLnBrk="0" hangingPunct="1">
                        <a:defRPr sz="1800" kern="1200">
                          <a:solidFill>
                            <a:schemeClr val="tx1"/>
                          </a:solidFill>
                          <a:latin typeface="Arial" panose="020B0604020202020204"/>
                          <a:ea typeface="宋体" panose="02010600030101010101" pitchFamily="2" charset="-122"/>
                        </a:defRPr>
                      </a:lvl7pPr>
                      <a:lvl8pPr marL="3199765" algn="l" defTabSz="913765" rtl="0" eaLnBrk="1" latinLnBrk="0" hangingPunct="1">
                        <a:defRPr sz="1800" kern="1200">
                          <a:solidFill>
                            <a:schemeClr val="tx1"/>
                          </a:solidFill>
                          <a:latin typeface="Arial" panose="020B0604020202020204"/>
                          <a:ea typeface="宋体" panose="02010600030101010101" pitchFamily="2" charset="-122"/>
                        </a:defRPr>
                      </a:lvl8pPr>
                      <a:lvl9pPr marL="3656965" algn="l" defTabSz="913765" rtl="0" eaLnBrk="1" latinLnBrk="0" hangingPunct="1">
                        <a:defRPr sz="1800" kern="1200">
                          <a:solidFill>
                            <a:schemeClr val="tx1"/>
                          </a:solidFill>
                          <a:latin typeface="Arial" panose="020B0604020202020204"/>
                          <a:ea typeface="宋体" panose="02010600030101010101" pitchFamily="2" charset="-122"/>
                        </a:defRPr>
                      </a:lvl9pPr>
                    </a:lstStyle>
                    <a:p>
                      <a:pPr marL="0" lvl="0" indent="0" algn="ctr">
                        <a:spcBef>
                          <a:spcPct val="0"/>
                        </a:spcBef>
                        <a:buNone/>
                      </a:pPr>
                      <a:r>
                        <a:rPr lang="zh-CN" altLang="en-US" sz="2000" b="1">
                          <a:solidFill>
                            <a:srgbClr val="0000CC"/>
                          </a:solidFill>
                          <a:latin typeface="黑体" panose="02010609060101010101" pitchFamily="49" charset="-122"/>
                          <a:ea typeface="黑体" panose="02010609060101010101" pitchFamily="49" charset="-122"/>
                        </a:rPr>
                        <a:t>字符</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464185">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3765" rtl="0" eaLnBrk="1" latinLnBrk="0" hangingPunct="1">
                        <a:buClr>
                          <a:schemeClr val="tx2"/>
                        </a:buClr>
                        <a:buSzPct val="85000"/>
                        <a:defRPr sz="2400" kern="1200">
                          <a:solidFill>
                            <a:schemeClr val="tx1"/>
                          </a:solidFill>
                          <a:latin typeface="Arial" panose="020B0604020202020204"/>
                          <a:ea typeface="宋体" panose="02010600030101010101" pitchFamily="2" charset="-122"/>
                        </a:defRPr>
                      </a:lvl2pPr>
                      <a:lvl3pPr marL="1143000" lvl="2" indent="-228600" algn="l" defTabSz="913765" rtl="0" eaLnBrk="1" latinLnBrk="0" hangingPunct="1">
                        <a:buClr>
                          <a:schemeClr val="hlink"/>
                        </a:buClr>
                        <a:defRPr sz="2000" kern="1200">
                          <a:solidFill>
                            <a:schemeClr val="tx1"/>
                          </a:solidFill>
                          <a:latin typeface="Arial" panose="020B0604020202020204"/>
                          <a:ea typeface="宋体" panose="02010600030101010101" pitchFamily="2" charset="-122"/>
                        </a:defRPr>
                      </a:lvl3pPr>
                      <a:lvl4pPr marL="1600200" lvl="3" indent="-228600" algn="l" defTabSz="913765" rtl="0" eaLnBrk="1" latinLnBrk="0" hangingPunct="1">
                        <a:buClr>
                          <a:schemeClr val="tx2"/>
                        </a:buClr>
                        <a:defRPr sz="1800" kern="1200">
                          <a:solidFill>
                            <a:schemeClr val="tx1"/>
                          </a:solidFill>
                          <a:latin typeface="Arial" panose="020B0604020202020204"/>
                          <a:ea typeface="宋体" panose="02010600030101010101" pitchFamily="2" charset="-122"/>
                        </a:defRPr>
                      </a:lvl4pPr>
                      <a:lvl5pPr marL="2057400" lvl="4" indent="-228600" algn="l" defTabSz="913765" rtl="0" eaLnBrk="1" latinLnBrk="0" hangingPunct="1">
                        <a:buClr>
                          <a:schemeClr val="hlink"/>
                        </a:buClr>
                        <a:buFont typeface="Wingdings 2" panose="05020102010507070707" pitchFamily="18" charset="2"/>
                        <a:defRPr sz="1800" kern="1200">
                          <a:solidFill>
                            <a:schemeClr val="tx1"/>
                          </a:solidFill>
                          <a:latin typeface="Arial" panose="020B0604020202020204"/>
                          <a:ea typeface="宋体" panose="02010600030101010101" pitchFamily="2" charset="-122"/>
                        </a:defRPr>
                      </a:lvl5pPr>
                      <a:lvl6pPr marL="2286000" algn="l" defTabSz="913765" rtl="0" eaLnBrk="1" latinLnBrk="0" hangingPunct="1">
                        <a:defRPr sz="1800" kern="1200">
                          <a:solidFill>
                            <a:schemeClr val="tx1"/>
                          </a:solidFill>
                          <a:latin typeface="Arial" panose="020B0604020202020204"/>
                          <a:ea typeface="宋体" panose="02010600030101010101" pitchFamily="2" charset="-122"/>
                        </a:defRPr>
                      </a:lvl6pPr>
                      <a:lvl7pPr marL="2743200" algn="l" defTabSz="913765" rtl="0" eaLnBrk="1" latinLnBrk="0" hangingPunct="1">
                        <a:defRPr sz="1800" kern="1200">
                          <a:solidFill>
                            <a:schemeClr val="tx1"/>
                          </a:solidFill>
                          <a:latin typeface="Arial" panose="020B0604020202020204"/>
                          <a:ea typeface="宋体" panose="02010600030101010101" pitchFamily="2" charset="-122"/>
                        </a:defRPr>
                      </a:lvl7pPr>
                      <a:lvl8pPr marL="3199765" algn="l" defTabSz="913765" rtl="0" eaLnBrk="1" latinLnBrk="0" hangingPunct="1">
                        <a:defRPr sz="1800" kern="1200">
                          <a:solidFill>
                            <a:schemeClr val="tx1"/>
                          </a:solidFill>
                          <a:latin typeface="Arial" panose="020B0604020202020204"/>
                          <a:ea typeface="宋体" panose="02010600030101010101" pitchFamily="2" charset="-122"/>
                        </a:defRPr>
                      </a:lvl8pPr>
                      <a:lvl9pPr marL="3656965" algn="l" defTabSz="913765" rtl="0" eaLnBrk="1" latinLnBrk="0" hangingPunct="1">
                        <a:defRPr sz="1800" kern="1200">
                          <a:solidFill>
                            <a:schemeClr val="tx1"/>
                          </a:solidFill>
                          <a:latin typeface="Arial" panose="020B0604020202020204"/>
                          <a:ea typeface="宋体" panose="02010600030101010101" pitchFamily="2" charset="-122"/>
                        </a:defRPr>
                      </a:lvl9pPr>
                    </a:lstStyle>
                    <a:p>
                      <a:pPr marL="0" lvl="0" indent="0" algn="ctr">
                        <a:spcBef>
                          <a:spcPct val="0"/>
                        </a:spcBef>
                        <a:buNone/>
                      </a:pPr>
                      <a:r>
                        <a:rPr lang="en-US" altLang="x-none" sz="2000" b="1" dirty="0">
                          <a:latin typeface="Calibri" panose="020F0502020204030204" charset="0"/>
                          <a:ea typeface="Times New Roman" panose="02020603050405020304" charset="0"/>
                        </a:rPr>
                        <a:t>0</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3765" rtl="0" eaLnBrk="1" latinLnBrk="0" hangingPunct="1">
                        <a:buClr>
                          <a:schemeClr val="tx2"/>
                        </a:buClr>
                        <a:buSzPct val="85000"/>
                        <a:defRPr sz="2400" kern="1200">
                          <a:solidFill>
                            <a:schemeClr val="tx1"/>
                          </a:solidFill>
                          <a:latin typeface="Arial" panose="020B0604020202020204"/>
                          <a:ea typeface="宋体" panose="02010600030101010101" pitchFamily="2" charset="-122"/>
                        </a:defRPr>
                      </a:lvl2pPr>
                      <a:lvl3pPr marL="1143000" lvl="2" indent="-228600" algn="l" defTabSz="913765" rtl="0" eaLnBrk="1" latinLnBrk="0" hangingPunct="1">
                        <a:buClr>
                          <a:schemeClr val="hlink"/>
                        </a:buClr>
                        <a:defRPr sz="2000" kern="1200">
                          <a:solidFill>
                            <a:schemeClr val="tx1"/>
                          </a:solidFill>
                          <a:latin typeface="Arial" panose="020B0604020202020204"/>
                          <a:ea typeface="宋体" panose="02010600030101010101" pitchFamily="2" charset="-122"/>
                        </a:defRPr>
                      </a:lvl3pPr>
                      <a:lvl4pPr marL="1600200" lvl="3" indent="-228600" algn="l" defTabSz="913765" rtl="0" eaLnBrk="1" latinLnBrk="0" hangingPunct="1">
                        <a:buClr>
                          <a:schemeClr val="tx2"/>
                        </a:buClr>
                        <a:defRPr sz="1800" kern="1200">
                          <a:solidFill>
                            <a:schemeClr val="tx1"/>
                          </a:solidFill>
                          <a:latin typeface="Arial" panose="020B0604020202020204"/>
                          <a:ea typeface="宋体" panose="02010600030101010101" pitchFamily="2" charset="-122"/>
                        </a:defRPr>
                      </a:lvl4pPr>
                      <a:lvl5pPr marL="2057400" lvl="4" indent="-228600" algn="l" defTabSz="913765" rtl="0" eaLnBrk="1" latinLnBrk="0" hangingPunct="1">
                        <a:buClr>
                          <a:schemeClr val="hlink"/>
                        </a:buClr>
                        <a:buFont typeface="Wingdings 2" panose="05020102010507070707" pitchFamily="18" charset="2"/>
                        <a:defRPr sz="1800" kern="1200">
                          <a:solidFill>
                            <a:schemeClr val="tx1"/>
                          </a:solidFill>
                          <a:latin typeface="Arial" panose="020B0604020202020204"/>
                          <a:ea typeface="宋体" panose="02010600030101010101" pitchFamily="2" charset="-122"/>
                        </a:defRPr>
                      </a:lvl5pPr>
                      <a:lvl6pPr marL="2286000" algn="l" defTabSz="913765" rtl="0" eaLnBrk="1" latinLnBrk="0" hangingPunct="1">
                        <a:defRPr sz="1800" kern="1200">
                          <a:solidFill>
                            <a:schemeClr val="tx1"/>
                          </a:solidFill>
                          <a:latin typeface="Arial" panose="020B0604020202020204"/>
                          <a:ea typeface="宋体" panose="02010600030101010101" pitchFamily="2" charset="-122"/>
                        </a:defRPr>
                      </a:lvl6pPr>
                      <a:lvl7pPr marL="2743200" algn="l" defTabSz="913765" rtl="0" eaLnBrk="1" latinLnBrk="0" hangingPunct="1">
                        <a:defRPr sz="1800" kern="1200">
                          <a:solidFill>
                            <a:schemeClr val="tx1"/>
                          </a:solidFill>
                          <a:latin typeface="Arial" panose="020B0604020202020204"/>
                          <a:ea typeface="宋体" panose="02010600030101010101" pitchFamily="2" charset="-122"/>
                        </a:defRPr>
                      </a:lvl7pPr>
                      <a:lvl8pPr marL="3199765" algn="l" defTabSz="913765" rtl="0" eaLnBrk="1" latinLnBrk="0" hangingPunct="1">
                        <a:defRPr sz="1800" kern="1200">
                          <a:solidFill>
                            <a:schemeClr val="tx1"/>
                          </a:solidFill>
                          <a:latin typeface="Arial" panose="020B0604020202020204"/>
                          <a:ea typeface="宋体" panose="02010600030101010101" pitchFamily="2" charset="-122"/>
                        </a:defRPr>
                      </a:lvl8pPr>
                      <a:lvl9pPr marL="3656965" algn="l" defTabSz="913765" rtl="0" eaLnBrk="1" latinLnBrk="0" hangingPunct="1">
                        <a:defRPr sz="1800" kern="1200">
                          <a:solidFill>
                            <a:schemeClr val="tx1"/>
                          </a:solidFill>
                          <a:latin typeface="Arial" panose="020B0604020202020204"/>
                          <a:ea typeface="宋体" panose="02010600030101010101" pitchFamily="2" charset="-122"/>
                        </a:defRPr>
                      </a:lvl9pPr>
                    </a:lstStyle>
                    <a:p>
                      <a:pPr marL="0" lvl="0" indent="0" algn="ctr">
                        <a:spcBef>
                          <a:spcPct val="0"/>
                        </a:spcBef>
                        <a:buNone/>
                      </a:pPr>
                      <a:r>
                        <a:rPr lang="en-US" altLang="x-none" sz="2000" b="1" err="1">
                          <a:latin typeface="Calibri" panose="020F0502020204030204" charset="0"/>
                          <a:ea typeface="Times New Roman" panose="02020603050405020304" charset="0"/>
                        </a:rPr>
                        <a:t>nul</a:t>
                      </a:r>
                      <a:r>
                        <a:rPr lang="zh-CN" altLang="en-US" sz="2000" b="1" dirty="0">
                          <a:latin typeface="宋体" panose="02010600030101010101" pitchFamily="2" charset="-122"/>
                          <a:ea typeface="Times New Roman" panose="02020603050405020304" charset="0"/>
                        </a:rPr>
                        <a:t>（空）</a:t>
                      </a:r>
                      <a:endParaRPr lang="zh-CN" altLang="en-US" sz="2000" b="1" dirty="0">
                        <a:ea typeface="Times New Roman" panose="02020603050405020304"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3765" rtl="0" eaLnBrk="1" latinLnBrk="0" hangingPunct="1">
                        <a:buClr>
                          <a:schemeClr val="tx2"/>
                        </a:buClr>
                        <a:buSzPct val="85000"/>
                        <a:defRPr sz="2400" kern="1200">
                          <a:solidFill>
                            <a:schemeClr val="tx1"/>
                          </a:solidFill>
                          <a:latin typeface="Arial" panose="020B0604020202020204"/>
                          <a:ea typeface="宋体" panose="02010600030101010101" pitchFamily="2" charset="-122"/>
                        </a:defRPr>
                      </a:lvl2pPr>
                      <a:lvl3pPr marL="1143000" lvl="2" indent="-228600" algn="l" defTabSz="913765" rtl="0" eaLnBrk="1" latinLnBrk="0" hangingPunct="1">
                        <a:buClr>
                          <a:schemeClr val="hlink"/>
                        </a:buClr>
                        <a:defRPr sz="2000" kern="1200">
                          <a:solidFill>
                            <a:schemeClr val="tx1"/>
                          </a:solidFill>
                          <a:latin typeface="Arial" panose="020B0604020202020204"/>
                          <a:ea typeface="宋体" panose="02010600030101010101" pitchFamily="2" charset="-122"/>
                        </a:defRPr>
                      </a:lvl3pPr>
                      <a:lvl4pPr marL="1600200" lvl="3" indent="-228600" algn="l" defTabSz="913765" rtl="0" eaLnBrk="1" latinLnBrk="0" hangingPunct="1">
                        <a:buClr>
                          <a:schemeClr val="tx2"/>
                        </a:buClr>
                        <a:defRPr sz="1800" kern="1200">
                          <a:solidFill>
                            <a:schemeClr val="tx1"/>
                          </a:solidFill>
                          <a:latin typeface="Arial" panose="020B0604020202020204"/>
                          <a:ea typeface="宋体" panose="02010600030101010101" pitchFamily="2" charset="-122"/>
                        </a:defRPr>
                      </a:lvl4pPr>
                      <a:lvl5pPr marL="2057400" lvl="4" indent="-228600" algn="l" defTabSz="913765" rtl="0" eaLnBrk="1" latinLnBrk="0" hangingPunct="1">
                        <a:buClr>
                          <a:schemeClr val="hlink"/>
                        </a:buClr>
                        <a:buFont typeface="Wingdings 2" panose="05020102010507070707" pitchFamily="18" charset="2"/>
                        <a:defRPr sz="1800" kern="1200">
                          <a:solidFill>
                            <a:schemeClr val="tx1"/>
                          </a:solidFill>
                          <a:latin typeface="Arial" panose="020B0604020202020204"/>
                          <a:ea typeface="宋体" panose="02010600030101010101" pitchFamily="2" charset="-122"/>
                        </a:defRPr>
                      </a:lvl5pPr>
                      <a:lvl6pPr marL="2286000" algn="l" defTabSz="913765" rtl="0" eaLnBrk="1" latinLnBrk="0" hangingPunct="1">
                        <a:defRPr sz="1800" kern="1200">
                          <a:solidFill>
                            <a:schemeClr val="tx1"/>
                          </a:solidFill>
                          <a:latin typeface="Arial" panose="020B0604020202020204"/>
                          <a:ea typeface="宋体" panose="02010600030101010101" pitchFamily="2" charset="-122"/>
                        </a:defRPr>
                      </a:lvl6pPr>
                      <a:lvl7pPr marL="2743200" algn="l" defTabSz="913765" rtl="0" eaLnBrk="1" latinLnBrk="0" hangingPunct="1">
                        <a:defRPr sz="1800" kern="1200">
                          <a:solidFill>
                            <a:schemeClr val="tx1"/>
                          </a:solidFill>
                          <a:latin typeface="Arial" panose="020B0604020202020204"/>
                          <a:ea typeface="宋体" panose="02010600030101010101" pitchFamily="2" charset="-122"/>
                        </a:defRPr>
                      </a:lvl7pPr>
                      <a:lvl8pPr marL="3199765" algn="l" defTabSz="913765" rtl="0" eaLnBrk="1" latinLnBrk="0" hangingPunct="1">
                        <a:defRPr sz="1800" kern="1200">
                          <a:solidFill>
                            <a:schemeClr val="tx1"/>
                          </a:solidFill>
                          <a:latin typeface="Arial" panose="020B0604020202020204"/>
                          <a:ea typeface="宋体" panose="02010600030101010101" pitchFamily="2" charset="-122"/>
                        </a:defRPr>
                      </a:lvl8pPr>
                      <a:lvl9pPr marL="3656965" algn="l" defTabSz="913765" rtl="0" eaLnBrk="1" latinLnBrk="0" hangingPunct="1">
                        <a:defRPr sz="1800" kern="1200">
                          <a:solidFill>
                            <a:schemeClr val="tx1"/>
                          </a:solidFill>
                          <a:latin typeface="Arial" panose="020B0604020202020204"/>
                          <a:ea typeface="宋体" panose="02010600030101010101" pitchFamily="2" charset="-122"/>
                        </a:defRPr>
                      </a:lvl9pPr>
                    </a:lstStyle>
                    <a:p>
                      <a:pPr marL="0" lvl="0" indent="0" algn="ctr">
                        <a:spcBef>
                          <a:spcPct val="0"/>
                        </a:spcBef>
                        <a:buNone/>
                      </a:pPr>
                      <a:r>
                        <a:rPr lang="en-US" altLang="x-none" sz="2000" b="1" dirty="0">
                          <a:solidFill>
                            <a:srgbClr val="0000CC"/>
                          </a:solidFill>
                          <a:latin typeface="黑体" panose="02010609060101010101" pitchFamily="49" charset="-122"/>
                          <a:ea typeface="黑体" panose="02010609060101010101" pitchFamily="49" charset="-122"/>
                        </a:rPr>
                        <a:t>65</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3765" rtl="0" eaLnBrk="1" latinLnBrk="0" hangingPunct="1">
                        <a:buClr>
                          <a:schemeClr val="tx2"/>
                        </a:buClr>
                        <a:buSzPct val="85000"/>
                        <a:defRPr sz="2400" kern="1200">
                          <a:solidFill>
                            <a:schemeClr val="tx1"/>
                          </a:solidFill>
                          <a:latin typeface="Arial" panose="020B0604020202020204"/>
                          <a:ea typeface="宋体" panose="02010600030101010101" pitchFamily="2" charset="-122"/>
                        </a:defRPr>
                      </a:lvl2pPr>
                      <a:lvl3pPr marL="1143000" lvl="2" indent="-228600" algn="l" defTabSz="913765" rtl="0" eaLnBrk="1" latinLnBrk="0" hangingPunct="1">
                        <a:buClr>
                          <a:schemeClr val="hlink"/>
                        </a:buClr>
                        <a:defRPr sz="2000" kern="1200">
                          <a:solidFill>
                            <a:schemeClr val="tx1"/>
                          </a:solidFill>
                          <a:latin typeface="Arial" panose="020B0604020202020204"/>
                          <a:ea typeface="宋体" panose="02010600030101010101" pitchFamily="2" charset="-122"/>
                        </a:defRPr>
                      </a:lvl3pPr>
                      <a:lvl4pPr marL="1600200" lvl="3" indent="-228600" algn="l" defTabSz="913765" rtl="0" eaLnBrk="1" latinLnBrk="0" hangingPunct="1">
                        <a:buClr>
                          <a:schemeClr val="tx2"/>
                        </a:buClr>
                        <a:defRPr sz="1800" kern="1200">
                          <a:solidFill>
                            <a:schemeClr val="tx1"/>
                          </a:solidFill>
                          <a:latin typeface="Arial" panose="020B0604020202020204"/>
                          <a:ea typeface="宋体" panose="02010600030101010101" pitchFamily="2" charset="-122"/>
                        </a:defRPr>
                      </a:lvl4pPr>
                      <a:lvl5pPr marL="2057400" lvl="4" indent="-228600" algn="l" defTabSz="913765" rtl="0" eaLnBrk="1" latinLnBrk="0" hangingPunct="1">
                        <a:buClr>
                          <a:schemeClr val="hlink"/>
                        </a:buClr>
                        <a:buFont typeface="Wingdings 2" panose="05020102010507070707" pitchFamily="18" charset="2"/>
                        <a:defRPr sz="1800" kern="1200">
                          <a:solidFill>
                            <a:schemeClr val="tx1"/>
                          </a:solidFill>
                          <a:latin typeface="Arial" panose="020B0604020202020204"/>
                          <a:ea typeface="宋体" panose="02010600030101010101" pitchFamily="2" charset="-122"/>
                        </a:defRPr>
                      </a:lvl5pPr>
                      <a:lvl6pPr marL="2286000" algn="l" defTabSz="913765" rtl="0" eaLnBrk="1" latinLnBrk="0" hangingPunct="1">
                        <a:defRPr sz="1800" kern="1200">
                          <a:solidFill>
                            <a:schemeClr val="tx1"/>
                          </a:solidFill>
                          <a:latin typeface="Arial" panose="020B0604020202020204"/>
                          <a:ea typeface="宋体" panose="02010600030101010101" pitchFamily="2" charset="-122"/>
                        </a:defRPr>
                      </a:lvl6pPr>
                      <a:lvl7pPr marL="2743200" algn="l" defTabSz="913765" rtl="0" eaLnBrk="1" latinLnBrk="0" hangingPunct="1">
                        <a:defRPr sz="1800" kern="1200">
                          <a:solidFill>
                            <a:schemeClr val="tx1"/>
                          </a:solidFill>
                          <a:latin typeface="Arial" panose="020B0604020202020204"/>
                          <a:ea typeface="宋体" panose="02010600030101010101" pitchFamily="2" charset="-122"/>
                        </a:defRPr>
                      </a:lvl7pPr>
                      <a:lvl8pPr marL="3199765" algn="l" defTabSz="913765" rtl="0" eaLnBrk="1" latinLnBrk="0" hangingPunct="1">
                        <a:defRPr sz="1800" kern="1200">
                          <a:solidFill>
                            <a:schemeClr val="tx1"/>
                          </a:solidFill>
                          <a:latin typeface="Arial" panose="020B0604020202020204"/>
                          <a:ea typeface="宋体" panose="02010600030101010101" pitchFamily="2" charset="-122"/>
                        </a:defRPr>
                      </a:lvl8pPr>
                      <a:lvl9pPr marL="3656965" algn="l" defTabSz="913765" rtl="0" eaLnBrk="1" latinLnBrk="0" hangingPunct="1">
                        <a:defRPr sz="1800" kern="1200">
                          <a:solidFill>
                            <a:schemeClr val="tx1"/>
                          </a:solidFill>
                          <a:latin typeface="Arial" panose="020B0604020202020204"/>
                          <a:ea typeface="宋体" panose="02010600030101010101" pitchFamily="2" charset="-122"/>
                        </a:defRPr>
                      </a:lvl9pPr>
                    </a:lstStyle>
                    <a:p>
                      <a:pPr marL="0" lvl="0" indent="0" algn="ctr">
                        <a:spcBef>
                          <a:spcPct val="0"/>
                        </a:spcBef>
                        <a:buNone/>
                      </a:pPr>
                      <a:r>
                        <a:rPr lang="en-US" altLang="x-none" sz="2000" b="1">
                          <a:solidFill>
                            <a:srgbClr val="0000CC"/>
                          </a:solidFill>
                          <a:latin typeface="黑体" panose="02010609060101010101" pitchFamily="49" charset="-122"/>
                          <a:ea typeface="黑体" panose="02010609060101010101" pitchFamily="49" charset="-122"/>
                        </a:rPr>
                        <a:t>A</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466725">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3765" rtl="0" eaLnBrk="1" latinLnBrk="0" hangingPunct="1">
                        <a:buClr>
                          <a:schemeClr val="tx2"/>
                        </a:buClr>
                        <a:buSzPct val="85000"/>
                        <a:defRPr sz="2400" kern="1200">
                          <a:solidFill>
                            <a:schemeClr val="tx1"/>
                          </a:solidFill>
                          <a:latin typeface="Arial" panose="020B0604020202020204"/>
                          <a:ea typeface="宋体" panose="02010600030101010101" pitchFamily="2" charset="-122"/>
                        </a:defRPr>
                      </a:lvl2pPr>
                      <a:lvl3pPr marL="1143000" lvl="2" indent="-228600" algn="l" defTabSz="913765" rtl="0" eaLnBrk="1" latinLnBrk="0" hangingPunct="1">
                        <a:buClr>
                          <a:schemeClr val="hlink"/>
                        </a:buClr>
                        <a:defRPr sz="2000" kern="1200">
                          <a:solidFill>
                            <a:schemeClr val="tx1"/>
                          </a:solidFill>
                          <a:latin typeface="Arial" panose="020B0604020202020204"/>
                          <a:ea typeface="宋体" panose="02010600030101010101" pitchFamily="2" charset="-122"/>
                        </a:defRPr>
                      </a:lvl3pPr>
                      <a:lvl4pPr marL="1600200" lvl="3" indent="-228600" algn="l" defTabSz="913765" rtl="0" eaLnBrk="1" latinLnBrk="0" hangingPunct="1">
                        <a:buClr>
                          <a:schemeClr val="tx2"/>
                        </a:buClr>
                        <a:defRPr sz="1800" kern="1200">
                          <a:solidFill>
                            <a:schemeClr val="tx1"/>
                          </a:solidFill>
                          <a:latin typeface="Arial" panose="020B0604020202020204"/>
                          <a:ea typeface="宋体" panose="02010600030101010101" pitchFamily="2" charset="-122"/>
                        </a:defRPr>
                      </a:lvl4pPr>
                      <a:lvl5pPr marL="2057400" lvl="4" indent="-228600" algn="l" defTabSz="913765" rtl="0" eaLnBrk="1" latinLnBrk="0" hangingPunct="1">
                        <a:buClr>
                          <a:schemeClr val="hlink"/>
                        </a:buClr>
                        <a:buFont typeface="Wingdings 2" panose="05020102010507070707" pitchFamily="18" charset="2"/>
                        <a:defRPr sz="1800" kern="1200">
                          <a:solidFill>
                            <a:schemeClr val="tx1"/>
                          </a:solidFill>
                          <a:latin typeface="Arial" panose="020B0604020202020204"/>
                          <a:ea typeface="宋体" panose="02010600030101010101" pitchFamily="2" charset="-122"/>
                        </a:defRPr>
                      </a:lvl5pPr>
                      <a:lvl6pPr marL="2286000" algn="l" defTabSz="913765" rtl="0" eaLnBrk="1" latinLnBrk="0" hangingPunct="1">
                        <a:defRPr sz="1800" kern="1200">
                          <a:solidFill>
                            <a:schemeClr val="tx1"/>
                          </a:solidFill>
                          <a:latin typeface="Arial" panose="020B0604020202020204"/>
                          <a:ea typeface="宋体" panose="02010600030101010101" pitchFamily="2" charset="-122"/>
                        </a:defRPr>
                      </a:lvl6pPr>
                      <a:lvl7pPr marL="2743200" algn="l" defTabSz="913765" rtl="0" eaLnBrk="1" latinLnBrk="0" hangingPunct="1">
                        <a:defRPr sz="1800" kern="1200">
                          <a:solidFill>
                            <a:schemeClr val="tx1"/>
                          </a:solidFill>
                          <a:latin typeface="Arial" panose="020B0604020202020204"/>
                          <a:ea typeface="宋体" panose="02010600030101010101" pitchFamily="2" charset="-122"/>
                        </a:defRPr>
                      </a:lvl7pPr>
                      <a:lvl8pPr marL="3199765" algn="l" defTabSz="913765" rtl="0" eaLnBrk="1" latinLnBrk="0" hangingPunct="1">
                        <a:defRPr sz="1800" kern="1200">
                          <a:solidFill>
                            <a:schemeClr val="tx1"/>
                          </a:solidFill>
                          <a:latin typeface="Arial" panose="020B0604020202020204"/>
                          <a:ea typeface="宋体" panose="02010600030101010101" pitchFamily="2" charset="-122"/>
                        </a:defRPr>
                      </a:lvl8pPr>
                      <a:lvl9pPr marL="3656965" algn="l" defTabSz="913765" rtl="0" eaLnBrk="1" latinLnBrk="0" hangingPunct="1">
                        <a:defRPr sz="1800" kern="1200">
                          <a:solidFill>
                            <a:schemeClr val="tx1"/>
                          </a:solidFill>
                          <a:latin typeface="Arial" panose="020B0604020202020204"/>
                          <a:ea typeface="宋体" panose="02010600030101010101" pitchFamily="2" charset="-122"/>
                        </a:defRPr>
                      </a:lvl9pPr>
                    </a:lstStyle>
                    <a:p>
                      <a:pPr marL="0" lvl="0" indent="0" algn="ctr">
                        <a:spcBef>
                          <a:spcPct val="0"/>
                        </a:spcBef>
                        <a:buNone/>
                      </a:pPr>
                      <a:r>
                        <a:rPr lang="en-US" altLang="x-none" sz="2000" b="1" dirty="0">
                          <a:latin typeface="Calibri" panose="020F0502020204030204" charset="0"/>
                          <a:ea typeface="Times New Roman" panose="02020603050405020304" charset="0"/>
                        </a:rPr>
                        <a:t>32</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3765" rtl="0" eaLnBrk="1" latinLnBrk="0" hangingPunct="1">
                        <a:buClr>
                          <a:schemeClr val="tx2"/>
                        </a:buClr>
                        <a:buSzPct val="85000"/>
                        <a:defRPr sz="2400" kern="1200">
                          <a:solidFill>
                            <a:schemeClr val="tx1"/>
                          </a:solidFill>
                          <a:latin typeface="Arial" panose="020B0604020202020204"/>
                          <a:ea typeface="宋体" panose="02010600030101010101" pitchFamily="2" charset="-122"/>
                        </a:defRPr>
                      </a:lvl2pPr>
                      <a:lvl3pPr marL="1143000" lvl="2" indent="-228600" algn="l" defTabSz="913765" rtl="0" eaLnBrk="1" latinLnBrk="0" hangingPunct="1">
                        <a:buClr>
                          <a:schemeClr val="hlink"/>
                        </a:buClr>
                        <a:defRPr sz="2000" kern="1200">
                          <a:solidFill>
                            <a:schemeClr val="tx1"/>
                          </a:solidFill>
                          <a:latin typeface="Arial" panose="020B0604020202020204"/>
                          <a:ea typeface="宋体" panose="02010600030101010101" pitchFamily="2" charset="-122"/>
                        </a:defRPr>
                      </a:lvl3pPr>
                      <a:lvl4pPr marL="1600200" lvl="3" indent="-228600" algn="l" defTabSz="913765" rtl="0" eaLnBrk="1" latinLnBrk="0" hangingPunct="1">
                        <a:buClr>
                          <a:schemeClr val="tx2"/>
                        </a:buClr>
                        <a:defRPr sz="1800" kern="1200">
                          <a:solidFill>
                            <a:schemeClr val="tx1"/>
                          </a:solidFill>
                          <a:latin typeface="Arial" panose="020B0604020202020204"/>
                          <a:ea typeface="宋体" panose="02010600030101010101" pitchFamily="2" charset="-122"/>
                        </a:defRPr>
                      </a:lvl4pPr>
                      <a:lvl5pPr marL="2057400" lvl="4" indent="-228600" algn="l" defTabSz="913765" rtl="0" eaLnBrk="1" latinLnBrk="0" hangingPunct="1">
                        <a:buClr>
                          <a:schemeClr val="hlink"/>
                        </a:buClr>
                        <a:buFont typeface="Wingdings 2" panose="05020102010507070707" pitchFamily="18" charset="2"/>
                        <a:defRPr sz="1800" kern="1200">
                          <a:solidFill>
                            <a:schemeClr val="tx1"/>
                          </a:solidFill>
                          <a:latin typeface="Arial" panose="020B0604020202020204"/>
                          <a:ea typeface="宋体" panose="02010600030101010101" pitchFamily="2" charset="-122"/>
                        </a:defRPr>
                      </a:lvl5pPr>
                      <a:lvl6pPr marL="2286000" algn="l" defTabSz="913765" rtl="0" eaLnBrk="1" latinLnBrk="0" hangingPunct="1">
                        <a:defRPr sz="1800" kern="1200">
                          <a:solidFill>
                            <a:schemeClr val="tx1"/>
                          </a:solidFill>
                          <a:latin typeface="Arial" panose="020B0604020202020204"/>
                          <a:ea typeface="宋体" panose="02010600030101010101" pitchFamily="2" charset="-122"/>
                        </a:defRPr>
                      </a:lvl6pPr>
                      <a:lvl7pPr marL="2743200" algn="l" defTabSz="913765" rtl="0" eaLnBrk="1" latinLnBrk="0" hangingPunct="1">
                        <a:defRPr sz="1800" kern="1200">
                          <a:solidFill>
                            <a:schemeClr val="tx1"/>
                          </a:solidFill>
                          <a:latin typeface="Arial" panose="020B0604020202020204"/>
                          <a:ea typeface="宋体" panose="02010600030101010101" pitchFamily="2" charset="-122"/>
                        </a:defRPr>
                      </a:lvl7pPr>
                      <a:lvl8pPr marL="3199765" algn="l" defTabSz="913765" rtl="0" eaLnBrk="1" latinLnBrk="0" hangingPunct="1">
                        <a:defRPr sz="1800" kern="1200">
                          <a:solidFill>
                            <a:schemeClr val="tx1"/>
                          </a:solidFill>
                          <a:latin typeface="Arial" panose="020B0604020202020204"/>
                          <a:ea typeface="宋体" panose="02010600030101010101" pitchFamily="2" charset="-122"/>
                        </a:defRPr>
                      </a:lvl8pPr>
                      <a:lvl9pPr marL="3656965" algn="l" defTabSz="913765" rtl="0" eaLnBrk="1" latinLnBrk="0" hangingPunct="1">
                        <a:defRPr sz="1800" kern="1200">
                          <a:solidFill>
                            <a:schemeClr val="tx1"/>
                          </a:solidFill>
                          <a:latin typeface="Arial" panose="020B0604020202020204"/>
                          <a:ea typeface="宋体" panose="02010600030101010101" pitchFamily="2" charset="-122"/>
                        </a:defRPr>
                      </a:lvl9pPr>
                    </a:lstStyle>
                    <a:p>
                      <a:pPr marL="0" lvl="0" indent="0" algn="ctr">
                        <a:spcBef>
                          <a:spcPct val="0"/>
                        </a:spcBef>
                        <a:buNone/>
                      </a:pPr>
                      <a:r>
                        <a:rPr lang="en-US" altLang="x-none" sz="2000" b="1" dirty="0">
                          <a:latin typeface="Calibri" panose="020F0502020204030204" charset="0"/>
                          <a:ea typeface="Times New Roman" panose="02020603050405020304" charset="0"/>
                        </a:rPr>
                        <a:t>space</a:t>
                      </a:r>
                      <a:r>
                        <a:rPr lang="zh-CN" altLang="en-US" sz="2000" b="1" dirty="0">
                          <a:latin typeface="宋体" panose="02010600030101010101" pitchFamily="2" charset="-122"/>
                          <a:ea typeface="Times New Roman" panose="02020603050405020304" charset="0"/>
                        </a:rPr>
                        <a:t>（空格）</a:t>
                      </a:r>
                      <a:endParaRPr lang="zh-CN" altLang="en-US" sz="2000" b="1" dirty="0">
                        <a:ea typeface="Times New Roman" panose="02020603050405020304"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3765" rtl="0" eaLnBrk="1" latinLnBrk="0" hangingPunct="1">
                        <a:buClr>
                          <a:schemeClr val="tx2"/>
                        </a:buClr>
                        <a:buSzPct val="85000"/>
                        <a:defRPr sz="2400" kern="1200">
                          <a:solidFill>
                            <a:schemeClr val="tx1"/>
                          </a:solidFill>
                          <a:latin typeface="Arial" panose="020B0604020202020204"/>
                          <a:ea typeface="宋体" panose="02010600030101010101" pitchFamily="2" charset="-122"/>
                        </a:defRPr>
                      </a:lvl2pPr>
                      <a:lvl3pPr marL="1143000" lvl="2" indent="-228600" algn="l" defTabSz="913765" rtl="0" eaLnBrk="1" latinLnBrk="0" hangingPunct="1">
                        <a:buClr>
                          <a:schemeClr val="hlink"/>
                        </a:buClr>
                        <a:defRPr sz="2000" kern="1200">
                          <a:solidFill>
                            <a:schemeClr val="tx1"/>
                          </a:solidFill>
                          <a:latin typeface="Arial" panose="020B0604020202020204"/>
                          <a:ea typeface="宋体" panose="02010600030101010101" pitchFamily="2" charset="-122"/>
                        </a:defRPr>
                      </a:lvl3pPr>
                      <a:lvl4pPr marL="1600200" lvl="3" indent="-228600" algn="l" defTabSz="913765" rtl="0" eaLnBrk="1" latinLnBrk="0" hangingPunct="1">
                        <a:buClr>
                          <a:schemeClr val="tx2"/>
                        </a:buClr>
                        <a:defRPr sz="1800" kern="1200">
                          <a:solidFill>
                            <a:schemeClr val="tx1"/>
                          </a:solidFill>
                          <a:latin typeface="Arial" panose="020B0604020202020204"/>
                          <a:ea typeface="宋体" panose="02010600030101010101" pitchFamily="2" charset="-122"/>
                        </a:defRPr>
                      </a:lvl4pPr>
                      <a:lvl5pPr marL="2057400" lvl="4" indent="-228600" algn="l" defTabSz="913765" rtl="0" eaLnBrk="1" latinLnBrk="0" hangingPunct="1">
                        <a:buClr>
                          <a:schemeClr val="hlink"/>
                        </a:buClr>
                        <a:buFont typeface="Wingdings 2" panose="05020102010507070707" pitchFamily="18" charset="2"/>
                        <a:defRPr sz="1800" kern="1200">
                          <a:solidFill>
                            <a:schemeClr val="tx1"/>
                          </a:solidFill>
                          <a:latin typeface="Arial" panose="020B0604020202020204"/>
                          <a:ea typeface="宋体" panose="02010600030101010101" pitchFamily="2" charset="-122"/>
                        </a:defRPr>
                      </a:lvl5pPr>
                      <a:lvl6pPr marL="2286000" algn="l" defTabSz="913765" rtl="0" eaLnBrk="1" latinLnBrk="0" hangingPunct="1">
                        <a:defRPr sz="1800" kern="1200">
                          <a:solidFill>
                            <a:schemeClr val="tx1"/>
                          </a:solidFill>
                          <a:latin typeface="Arial" panose="020B0604020202020204"/>
                          <a:ea typeface="宋体" panose="02010600030101010101" pitchFamily="2" charset="-122"/>
                        </a:defRPr>
                      </a:lvl6pPr>
                      <a:lvl7pPr marL="2743200" algn="l" defTabSz="913765" rtl="0" eaLnBrk="1" latinLnBrk="0" hangingPunct="1">
                        <a:defRPr sz="1800" kern="1200">
                          <a:solidFill>
                            <a:schemeClr val="tx1"/>
                          </a:solidFill>
                          <a:latin typeface="Arial" panose="020B0604020202020204"/>
                          <a:ea typeface="宋体" panose="02010600030101010101" pitchFamily="2" charset="-122"/>
                        </a:defRPr>
                      </a:lvl7pPr>
                      <a:lvl8pPr marL="3199765" algn="l" defTabSz="913765" rtl="0" eaLnBrk="1" latinLnBrk="0" hangingPunct="1">
                        <a:defRPr sz="1800" kern="1200">
                          <a:solidFill>
                            <a:schemeClr val="tx1"/>
                          </a:solidFill>
                          <a:latin typeface="Arial" panose="020B0604020202020204"/>
                          <a:ea typeface="宋体" panose="02010600030101010101" pitchFamily="2" charset="-122"/>
                        </a:defRPr>
                      </a:lvl8pPr>
                      <a:lvl9pPr marL="3656965" algn="l" defTabSz="913765" rtl="0" eaLnBrk="1" latinLnBrk="0" hangingPunct="1">
                        <a:defRPr sz="1800" kern="1200">
                          <a:solidFill>
                            <a:schemeClr val="tx1"/>
                          </a:solidFill>
                          <a:latin typeface="Arial" panose="020B0604020202020204"/>
                          <a:ea typeface="宋体" panose="02010600030101010101" pitchFamily="2" charset="-122"/>
                        </a:defRPr>
                      </a:lvl9pPr>
                    </a:lstStyle>
                    <a:p>
                      <a:pPr marL="0" lvl="0" indent="0" algn="ctr">
                        <a:spcBef>
                          <a:spcPct val="0"/>
                        </a:spcBef>
                        <a:buNone/>
                      </a:pPr>
                      <a:r>
                        <a:rPr lang="en-US" altLang="x-none" sz="2000" b="1" dirty="0">
                          <a:solidFill>
                            <a:srgbClr val="0000CC"/>
                          </a:solidFill>
                          <a:latin typeface="黑体" panose="02010609060101010101" pitchFamily="49" charset="-122"/>
                          <a:ea typeface="黑体" panose="02010609060101010101" pitchFamily="49" charset="-122"/>
                        </a:rPr>
                        <a:t>90</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3765" rtl="0" eaLnBrk="1" latinLnBrk="0" hangingPunct="1">
                        <a:buClr>
                          <a:schemeClr val="tx2"/>
                        </a:buClr>
                        <a:buSzPct val="85000"/>
                        <a:defRPr sz="2400" kern="1200">
                          <a:solidFill>
                            <a:schemeClr val="tx1"/>
                          </a:solidFill>
                          <a:latin typeface="Arial" panose="020B0604020202020204"/>
                          <a:ea typeface="宋体" panose="02010600030101010101" pitchFamily="2" charset="-122"/>
                        </a:defRPr>
                      </a:lvl2pPr>
                      <a:lvl3pPr marL="1143000" lvl="2" indent="-228600" algn="l" defTabSz="913765" rtl="0" eaLnBrk="1" latinLnBrk="0" hangingPunct="1">
                        <a:buClr>
                          <a:schemeClr val="hlink"/>
                        </a:buClr>
                        <a:defRPr sz="2000" kern="1200">
                          <a:solidFill>
                            <a:schemeClr val="tx1"/>
                          </a:solidFill>
                          <a:latin typeface="Arial" panose="020B0604020202020204"/>
                          <a:ea typeface="宋体" panose="02010600030101010101" pitchFamily="2" charset="-122"/>
                        </a:defRPr>
                      </a:lvl3pPr>
                      <a:lvl4pPr marL="1600200" lvl="3" indent="-228600" algn="l" defTabSz="913765" rtl="0" eaLnBrk="1" latinLnBrk="0" hangingPunct="1">
                        <a:buClr>
                          <a:schemeClr val="tx2"/>
                        </a:buClr>
                        <a:defRPr sz="1800" kern="1200">
                          <a:solidFill>
                            <a:schemeClr val="tx1"/>
                          </a:solidFill>
                          <a:latin typeface="Arial" panose="020B0604020202020204"/>
                          <a:ea typeface="宋体" panose="02010600030101010101" pitchFamily="2" charset="-122"/>
                        </a:defRPr>
                      </a:lvl4pPr>
                      <a:lvl5pPr marL="2057400" lvl="4" indent="-228600" algn="l" defTabSz="913765" rtl="0" eaLnBrk="1" latinLnBrk="0" hangingPunct="1">
                        <a:buClr>
                          <a:schemeClr val="hlink"/>
                        </a:buClr>
                        <a:buFont typeface="Wingdings 2" panose="05020102010507070707" pitchFamily="18" charset="2"/>
                        <a:defRPr sz="1800" kern="1200">
                          <a:solidFill>
                            <a:schemeClr val="tx1"/>
                          </a:solidFill>
                          <a:latin typeface="Arial" panose="020B0604020202020204"/>
                          <a:ea typeface="宋体" panose="02010600030101010101" pitchFamily="2" charset="-122"/>
                        </a:defRPr>
                      </a:lvl5pPr>
                      <a:lvl6pPr marL="2286000" algn="l" defTabSz="913765" rtl="0" eaLnBrk="1" latinLnBrk="0" hangingPunct="1">
                        <a:defRPr sz="1800" kern="1200">
                          <a:solidFill>
                            <a:schemeClr val="tx1"/>
                          </a:solidFill>
                          <a:latin typeface="Arial" panose="020B0604020202020204"/>
                          <a:ea typeface="宋体" panose="02010600030101010101" pitchFamily="2" charset="-122"/>
                        </a:defRPr>
                      </a:lvl6pPr>
                      <a:lvl7pPr marL="2743200" algn="l" defTabSz="913765" rtl="0" eaLnBrk="1" latinLnBrk="0" hangingPunct="1">
                        <a:defRPr sz="1800" kern="1200">
                          <a:solidFill>
                            <a:schemeClr val="tx1"/>
                          </a:solidFill>
                          <a:latin typeface="Arial" panose="020B0604020202020204"/>
                          <a:ea typeface="宋体" panose="02010600030101010101" pitchFamily="2" charset="-122"/>
                        </a:defRPr>
                      </a:lvl7pPr>
                      <a:lvl8pPr marL="3199765" algn="l" defTabSz="913765" rtl="0" eaLnBrk="1" latinLnBrk="0" hangingPunct="1">
                        <a:defRPr sz="1800" kern="1200">
                          <a:solidFill>
                            <a:schemeClr val="tx1"/>
                          </a:solidFill>
                          <a:latin typeface="Arial" panose="020B0604020202020204"/>
                          <a:ea typeface="宋体" panose="02010600030101010101" pitchFamily="2" charset="-122"/>
                        </a:defRPr>
                      </a:lvl8pPr>
                      <a:lvl9pPr marL="3656965" algn="l" defTabSz="913765" rtl="0" eaLnBrk="1" latinLnBrk="0" hangingPunct="1">
                        <a:defRPr sz="1800" kern="1200">
                          <a:solidFill>
                            <a:schemeClr val="tx1"/>
                          </a:solidFill>
                          <a:latin typeface="Arial" panose="020B0604020202020204"/>
                          <a:ea typeface="宋体" panose="02010600030101010101" pitchFamily="2" charset="-122"/>
                        </a:defRPr>
                      </a:lvl9pPr>
                    </a:lstStyle>
                    <a:p>
                      <a:pPr marL="0" lvl="0" indent="0" algn="ctr">
                        <a:spcBef>
                          <a:spcPct val="0"/>
                        </a:spcBef>
                        <a:buNone/>
                      </a:pPr>
                      <a:r>
                        <a:rPr lang="en-US" altLang="x-none" sz="2000" b="1">
                          <a:solidFill>
                            <a:srgbClr val="0000CC"/>
                          </a:solidFill>
                          <a:latin typeface="黑体" panose="02010609060101010101" pitchFamily="49" charset="-122"/>
                          <a:ea typeface="黑体" panose="02010609060101010101" pitchFamily="49" charset="-122"/>
                        </a:rPr>
                        <a:t>Z</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464185">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3765" rtl="0" eaLnBrk="1" latinLnBrk="0" hangingPunct="1">
                        <a:buClr>
                          <a:schemeClr val="tx2"/>
                        </a:buClr>
                        <a:buSzPct val="85000"/>
                        <a:defRPr sz="2400" kern="1200">
                          <a:solidFill>
                            <a:schemeClr val="tx1"/>
                          </a:solidFill>
                          <a:latin typeface="Arial" panose="020B0604020202020204"/>
                          <a:ea typeface="宋体" panose="02010600030101010101" pitchFamily="2" charset="-122"/>
                        </a:defRPr>
                      </a:lvl2pPr>
                      <a:lvl3pPr marL="1143000" lvl="2" indent="-228600" algn="l" defTabSz="913765" rtl="0" eaLnBrk="1" latinLnBrk="0" hangingPunct="1">
                        <a:buClr>
                          <a:schemeClr val="hlink"/>
                        </a:buClr>
                        <a:defRPr sz="2000" kern="1200">
                          <a:solidFill>
                            <a:schemeClr val="tx1"/>
                          </a:solidFill>
                          <a:latin typeface="Arial" panose="020B0604020202020204"/>
                          <a:ea typeface="宋体" panose="02010600030101010101" pitchFamily="2" charset="-122"/>
                        </a:defRPr>
                      </a:lvl3pPr>
                      <a:lvl4pPr marL="1600200" lvl="3" indent="-228600" algn="l" defTabSz="913765" rtl="0" eaLnBrk="1" latinLnBrk="0" hangingPunct="1">
                        <a:buClr>
                          <a:schemeClr val="tx2"/>
                        </a:buClr>
                        <a:defRPr sz="1800" kern="1200">
                          <a:solidFill>
                            <a:schemeClr val="tx1"/>
                          </a:solidFill>
                          <a:latin typeface="Arial" panose="020B0604020202020204"/>
                          <a:ea typeface="宋体" panose="02010600030101010101" pitchFamily="2" charset="-122"/>
                        </a:defRPr>
                      </a:lvl4pPr>
                      <a:lvl5pPr marL="2057400" lvl="4" indent="-228600" algn="l" defTabSz="913765" rtl="0" eaLnBrk="1" latinLnBrk="0" hangingPunct="1">
                        <a:buClr>
                          <a:schemeClr val="hlink"/>
                        </a:buClr>
                        <a:buFont typeface="Wingdings 2" panose="05020102010507070707" pitchFamily="18" charset="2"/>
                        <a:defRPr sz="1800" kern="1200">
                          <a:solidFill>
                            <a:schemeClr val="tx1"/>
                          </a:solidFill>
                          <a:latin typeface="Arial" panose="020B0604020202020204"/>
                          <a:ea typeface="宋体" panose="02010600030101010101" pitchFamily="2" charset="-122"/>
                        </a:defRPr>
                      </a:lvl5pPr>
                      <a:lvl6pPr marL="2286000" algn="l" defTabSz="913765" rtl="0" eaLnBrk="1" latinLnBrk="0" hangingPunct="1">
                        <a:defRPr sz="1800" kern="1200">
                          <a:solidFill>
                            <a:schemeClr val="tx1"/>
                          </a:solidFill>
                          <a:latin typeface="Arial" panose="020B0604020202020204"/>
                          <a:ea typeface="宋体" panose="02010600030101010101" pitchFamily="2" charset="-122"/>
                        </a:defRPr>
                      </a:lvl6pPr>
                      <a:lvl7pPr marL="2743200" algn="l" defTabSz="913765" rtl="0" eaLnBrk="1" latinLnBrk="0" hangingPunct="1">
                        <a:defRPr sz="1800" kern="1200">
                          <a:solidFill>
                            <a:schemeClr val="tx1"/>
                          </a:solidFill>
                          <a:latin typeface="Arial" panose="020B0604020202020204"/>
                          <a:ea typeface="宋体" panose="02010600030101010101" pitchFamily="2" charset="-122"/>
                        </a:defRPr>
                      </a:lvl7pPr>
                      <a:lvl8pPr marL="3199765" algn="l" defTabSz="913765" rtl="0" eaLnBrk="1" latinLnBrk="0" hangingPunct="1">
                        <a:defRPr sz="1800" kern="1200">
                          <a:solidFill>
                            <a:schemeClr val="tx1"/>
                          </a:solidFill>
                          <a:latin typeface="Arial" panose="020B0604020202020204"/>
                          <a:ea typeface="宋体" panose="02010600030101010101" pitchFamily="2" charset="-122"/>
                        </a:defRPr>
                      </a:lvl8pPr>
                      <a:lvl9pPr marL="3656965" algn="l" defTabSz="913765" rtl="0" eaLnBrk="1" latinLnBrk="0" hangingPunct="1">
                        <a:defRPr sz="1800" kern="1200">
                          <a:solidFill>
                            <a:schemeClr val="tx1"/>
                          </a:solidFill>
                          <a:latin typeface="Arial" panose="020B0604020202020204"/>
                          <a:ea typeface="宋体" panose="02010600030101010101" pitchFamily="2" charset="-122"/>
                        </a:defRPr>
                      </a:lvl9pPr>
                    </a:lstStyle>
                    <a:p>
                      <a:pPr marL="0" lvl="0" indent="0" algn="ctr">
                        <a:spcBef>
                          <a:spcPct val="0"/>
                        </a:spcBef>
                        <a:buNone/>
                      </a:pPr>
                      <a:r>
                        <a:rPr lang="en-US" altLang="x-none" sz="2000" b="1">
                          <a:latin typeface="Calibri" panose="020F0502020204030204" charset="0"/>
                          <a:ea typeface="Times New Roman" panose="02020603050405020304" charset="0"/>
                        </a:rPr>
                        <a:t>48</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3765" rtl="0" eaLnBrk="1" latinLnBrk="0" hangingPunct="1">
                        <a:buClr>
                          <a:schemeClr val="tx2"/>
                        </a:buClr>
                        <a:buSzPct val="85000"/>
                        <a:defRPr sz="2400" kern="1200">
                          <a:solidFill>
                            <a:schemeClr val="tx1"/>
                          </a:solidFill>
                          <a:latin typeface="Arial" panose="020B0604020202020204"/>
                          <a:ea typeface="宋体" panose="02010600030101010101" pitchFamily="2" charset="-122"/>
                        </a:defRPr>
                      </a:lvl2pPr>
                      <a:lvl3pPr marL="1143000" lvl="2" indent="-228600" algn="l" defTabSz="913765" rtl="0" eaLnBrk="1" latinLnBrk="0" hangingPunct="1">
                        <a:buClr>
                          <a:schemeClr val="hlink"/>
                        </a:buClr>
                        <a:defRPr sz="2000" kern="1200">
                          <a:solidFill>
                            <a:schemeClr val="tx1"/>
                          </a:solidFill>
                          <a:latin typeface="Arial" panose="020B0604020202020204"/>
                          <a:ea typeface="宋体" panose="02010600030101010101" pitchFamily="2" charset="-122"/>
                        </a:defRPr>
                      </a:lvl3pPr>
                      <a:lvl4pPr marL="1600200" lvl="3" indent="-228600" algn="l" defTabSz="913765" rtl="0" eaLnBrk="1" latinLnBrk="0" hangingPunct="1">
                        <a:buClr>
                          <a:schemeClr val="tx2"/>
                        </a:buClr>
                        <a:defRPr sz="1800" kern="1200">
                          <a:solidFill>
                            <a:schemeClr val="tx1"/>
                          </a:solidFill>
                          <a:latin typeface="Arial" panose="020B0604020202020204"/>
                          <a:ea typeface="宋体" panose="02010600030101010101" pitchFamily="2" charset="-122"/>
                        </a:defRPr>
                      </a:lvl4pPr>
                      <a:lvl5pPr marL="2057400" lvl="4" indent="-228600" algn="l" defTabSz="913765" rtl="0" eaLnBrk="1" latinLnBrk="0" hangingPunct="1">
                        <a:buClr>
                          <a:schemeClr val="hlink"/>
                        </a:buClr>
                        <a:buFont typeface="Wingdings 2" panose="05020102010507070707" pitchFamily="18" charset="2"/>
                        <a:defRPr sz="1800" kern="1200">
                          <a:solidFill>
                            <a:schemeClr val="tx1"/>
                          </a:solidFill>
                          <a:latin typeface="Arial" panose="020B0604020202020204"/>
                          <a:ea typeface="宋体" panose="02010600030101010101" pitchFamily="2" charset="-122"/>
                        </a:defRPr>
                      </a:lvl5pPr>
                      <a:lvl6pPr marL="2286000" algn="l" defTabSz="913765" rtl="0" eaLnBrk="1" latinLnBrk="0" hangingPunct="1">
                        <a:defRPr sz="1800" kern="1200">
                          <a:solidFill>
                            <a:schemeClr val="tx1"/>
                          </a:solidFill>
                          <a:latin typeface="Arial" panose="020B0604020202020204"/>
                          <a:ea typeface="宋体" panose="02010600030101010101" pitchFamily="2" charset="-122"/>
                        </a:defRPr>
                      </a:lvl6pPr>
                      <a:lvl7pPr marL="2743200" algn="l" defTabSz="913765" rtl="0" eaLnBrk="1" latinLnBrk="0" hangingPunct="1">
                        <a:defRPr sz="1800" kern="1200">
                          <a:solidFill>
                            <a:schemeClr val="tx1"/>
                          </a:solidFill>
                          <a:latin typeface="Arial" panose="020B0604020202020204"/>
                          <a:ea typeface="宋体" panose="02010600030101010101" pitchFamily="2" charset="-122"/>
                        </a:defRPr>
                      </a:lvl7pPr>
                      <a:lvl8pPr marL="3199765" algn="l" defTabSz="913765" rtl="0" eaLnBrk="1" latinLnBrk="0" hangingPunct="1">
                        <a:defRPr sz="1800" kern="1200">
                          <a:solidFill>
                            <a:schemeClr val="tx1"/>
                          </a:solidFill>
                          <a:latin typeface="Arial" panose="020B0604020202020204"/>
                          <a:ea typeface="宋体" panose="02010600030101010101" pitchFamily="2" charset="-122"/>
                        </a:defRPr>
                      </a:lvl8pPr>
                      <a:lvl9pPr marL="3656965" algn="l" defTabSz="913765" rtl="0" eaLnBrk="1" latinLnBrk="0" hangingPunct="1">
                        <a:defRPr sz="1800" kern="1200">
                          <a:solidFill>
                            <a:schemeClr val="tx1"/>
                          </a:solidFill>
                          <a:latin typeface="Arial" panose="020B0604020202020204"/>
                          <a:ea typeface="宋体" panose="02010600030101010101" pitchFamily="2" charset="-122"/>
                        </a:defRPr>
                      </a:lvl9pPr>
                    </a:lstStyle>
                    <a:p>
                      <a:pPr marL="0" lvl="0" indent="0" algn="ctr">
                        <a:spcBef>
                          <a:spcPct val="0"/>
                        </a:spcBef>
                        <a:buNone/>
                      </a:pPr>
                      <a:r>
                        <a:rPr lang="en-US" altLang="x-none" sz="2000" b="1" dirty="0">
                          <a:latin typeface="Calibri" panose="020F0502020204030204" charset="0"/>
                          <a:ea typeface="Times New Roman" panose="02020603050405020304" charset="0"/>
                        </a:rPr>
                        <a:t>0</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3765" rtl="0" eaLnBrk="1" latinLnBrk="0" hangingPunct="1">
                        <a:buClr>
                          <a:schemeClr val="tx2"/>
                        </a:buClr>
                        <a:buSzPct val="85000"/>
                        <a:defRPr sz="2400" kern="1200">
                          <a:solidFill>
                            <a:schemeClr val="tx1"/>
                          </a:solidFill>
                          <a:latin typeface="Arial" panose="020B0604020202020204"/>
                          <a:ea typeface="宋体" panose="02010600030101010101" pitchFamily="2" charset="-122"/>
                        </a:defRPr>
                      </a:lvl2pPr>
                      <a:lvl3pPr marL="1143000" lvl="2" indent="-228600" algn="l" defTabSz="913765" rtl="0" eaLnBrk="1" latinLnBrk="0" hangingPunct="1">
                        <a:buClr>
                          <a:schemeClr val="hlink"/>
                        </a:buClr>
                        <a:defRPr sz="2000" kern="1200">
                          <a:solidFill>
                            <a:schemeClr val="tx1"/>
                          </a:solidFill>
                          <a:latin typeface="Arial" panose="020B0604020202020204"/>
                          <a:ea typeface="宋体" panose="02010600030101010101" pitchFamily="2" charset="-122"/>
                        </a:defRPr>
                      </a:lvl3pPr>
                      <a:lvl4pPr marL="1600200" lvl="3" indent="-228600" algn="l" defTabSz="913765" rtl="0" eaLnBrk="1" latinLnBrk="0" hangingPunct="1">
                        <a:buClr>
                          <a:schemeClr val="tx2"/>
                        </a:buClr>
                        <a:defRPr sz="1800" kern="1200">
                          <a:solidFill>
                            <a:schemeClr val="tx1"/>
                          </a:solidFill>
                          <a:latin typeface="Arial" panose="020B0604020202020204"/>
                          <a:ea typeface="宋体" panose="02010600030101010101" pitchFamily="2" charset="-122"/>
                        </a:defRPr>
                      </a:lvl4pPr>
                      <a:lvl5pPr marL="2057400" lvl="4" indent="-228600" algn="l" defTabSz="913765" rtl="0" eaLnBrk="1" latinLnBrk="0" hangingPunct="1">
                        <a:buClr>
                          <a:schemeClr val="hlink"/>
                        </a:buClr>
                        <a:buFont typeface="Wingdings 2" panose="05020102010507070707" pitchFamily="18" charset="2"/>
                        <a:defRPr sz="1800" kern="1200">
                          <a:solidFill>
                            <a:schemeClr val="tx1"/>
                          </a:solidFill>
                          <a:latin typeface="Arial" panose="020B0604020202020204"/>
                          <a:ea typeface="宋体" panose="02010600030101010101" pitchFamily="2" charset="-122"/>
                        </a:defRPr>
                      </a:lvl5pPr>
                      <a:lvl6pPr marL="2286000" algn="l" defTabSz="913765" rtl="0" eaLnBrk="1" latinLnBrk="0" hangingPunct="1">
                        <a:defRPr sz="1800" kern="1200">
                          <a:solidFill>
                            <a:schemeClr val="tx1"/>
                          </a:solidFill>
                          <a:latin typeface="Arial" panose="020B0604020202020204"/>
                          <a:ea typeface="宋体" panose="02010600030101010101" pitchFamily="2" charset="-122"/>
                        </a:defRPr>
                      </a:lvl6pPr>
                      <a:lvl7pPr marL="2743200" algn="l" defTabSz="913765" rtl="0" eaLnBrk="1" latinLnBrk="0" hangingPunct="1">
                        <a:defRPr sz="1800" kern="1200">
                          <a:solidFill>
                            <a:schemeClr val="tx1"/>
                          </a:solidFill>
                          <a:latin typeface="Arial" panose="020B0604020202020204"/>
                          <a:ea typeface="宋体" panose="02010600030101010101" pitchFamily="2" charset="-122"/>
                        </a:defRPr>
                      </a:lvl7pPr>
                      <a:lvl8pPr marL="3199765" algn="l" defTabSz="913765" rtl="0" eaLnBrk="1" latinLnBrk="0" hangingPunct="1">
                        <a:defRPr sz="1800" kern="1200">
                          <a:solidFill>
                            <a:schemeClr val="tx1"/>
                          </a:solidFill>
                          <a:latin typeface="Arial" panose="020B0604020202020204"/>
                          <a:ea typeface="宋体" panose="02010600030101010101" pitchFamily="2" charset="-122"/>
                        </a:defRPr>
                      </a:lvl8pPr>
                      <a:lvl9pPr marL="3656965" algn="l" defTabSz="913765" rtl="0" eaLnBrk="1" latinLnBrk="0" hangingPunct="1">
                        <a:defRPr sz="1800" kern="1200">
                          <a:solidFill>
                            <a:schemeClr val="tx1"/>
                          </a:solidFill>
                          <a:latin typeface="Arial" panose="020B0604020202020204"/>
                          <a:ea typeface="宋体" panose="02010600030101010101" pitchFamily="2" charset="-122"/>
                        </a:defRPr>
                      </a:lvl9pPr>
                    </a:lstStyle>
                    <a:p>
                      <a:pPr marL="0" lvl="0" indent="0" algn="ctr">
                        <a:spcBef>
                          <a:spcPct val="0"/>
                        </a:spcBef>
                        <a:buNone/>
                      </a:pPr>
                      <a:r>
                        <a:rPr lang="en-US" altLang="x-none" sz="2000" b="1" dirty="0">
                          <a:solidFill>
                            <a:srgbClr val="0000CC"/>
                          </a:solidFill>
                          <a:latin typeface="黑体" panose="02010609060101010101" pitchFamily="49" charset="-122"/>
                          <a:ea typeface="黑体" panose="02010609060101010101" pitchFamily="49" charset="-122"/>
                        </a:rPr>
                        <a:t>97</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3765" rtl="0" eaLnBrk="1" latinLnBrk="0" hangingPunct="1">
                        <a:buClr>
                          <a:schemeClr val="tx2"/>
                        </a:buClr>
                        <a:buSzPct val="85000"/>
                        <a:defRPr sz="2400" kern="1200">
                          <a:solidFill>
                            <a:schemeClr val="tx1"/>
                          </a:solidFill>
                          <a:latin typeface="Arial" panose="020B0604020202020204"/>
                          <a:ea typeface="宋体" panose="02010600030101010101" pitchFamily="2" charset="-122"/>
                        </a:defRPr>
                      </a:lvl2pPr>
                      <a:lvl3pPr marL="1143000" lvl="2" indent="-228600" algn="l" defTabSz="913765" rtl="0" eaLnBrk="1" latinLnBrk="0" hangingPunct="1">
                        <a:buClr>
                          <a:schemeClr val="hlink"/>
                        </a:buClr>
                        <a:defRPr sz="2000" kern="1200">
                          <a:solidFill>
                            <a:schemeClr val="tx1"/>
                          </a:solidFill>
                          <a:latin typeface="Arial" panose="020B0604020202020204"/>
                          <a:ea typeface="宋体" panose="02010600030101010101" pitchFamily="2" charset="-122"/>
                        </a:defRPr>
                      </a:lvl3pPr>
                      <a:lvl4pPr marL="1600200" lvl="3" indent="-228600" algn="l" defTabSz="913765" rtl="0" eaLnBrk="1" latinLnBrk="0" hangingPunct="1">
                        <a:buClr>
                          <a:schemeClr val="tx2"/>
                        </a:buClr>
                        <a:defRPr sz="1800" kern="1200">
                          <a:solidFill>
                            <a:schemeClr val="tx1"/>
                          </a:solidFill>
                          <a:latin typeface="Arial" panose="020B0604020202020204"/>
                          <a:ea typeface="宋体" panose="02010600030101010101" pitchFamily="2" charset="-122"/>
                        </a:defRPr>
                      </a:lvl4pPr>
                      <a:lvl5pPr marL="2057400" lvl="4" indent="-228600" algn="l" defTabSz="913765" rtl="0" eaLnBrk="1" latinLnBrk="0" hangingPunct="1">
                        <a:buClr>
                          <a:schemeClr val="hlink"/>
                        </a:buClr>
                        <a:buFont typeface="Wingdings 2" panose="05020102010507070707" pitchFamily="18" charset="2"/>
                        <a:defRPr sz="1800" kern="1200">
                          <a:solidFill>
                            <a:schemeClr val="tx1"/>
                          </a:solidFill>
                          <a:latin typeface="Arial" panose="020B0604020202020204"/>
                          <a:ea typeface="宋体" panose="02010600030101010101" pitchFamily="2" charset="-122"/>
                        </a:defRPr>
                      </a:lvl5pPr>
                      <a:lvl6pPr marL="2286000" algn="l" defTabSz="913765" rtl="0" eaLnBrk="1" latinLnBrk="0" hangingPunct="1">
                        <a:defRPr sz="1800" kern="1200">
                          <a:solidFill>
                            <a:schemeClr val="tx1"/>
                          </a:solidFill>
                          <a:latin typeface="Arial" panose="020B0604020202020204"/>
                          <a:ea typeface="宋体" panose="02010600030101010101" pitchFamily="2" charset="-122"/>
                        </a:defRPr>
                      </a:lvl6pPr>
                      <a:lvl7pPr marL="2743200" algn="l" defTabSz="913765" rtl="0" eaLnBrk="1" latinLnBrk="0" hangingPunct="1">
                        <a:defRPr sz="1800" kern="1200">
                          <a:solidFill>
                            <a:schemeClr val="tx1"/>
                          </a:solidFill>
                          <a:latin typeface="Arial" panose="020B0604020202020204"/>
                          <a:ea typeface="宋体" panose="02010600030101010101" pitchFamily="2" charset="-122"/>
                        </a:defRPr>
                      </a:lvl7pPr>
                      <a:lvl8pPr marL="3199765" algn="l" defTabSz="913765" rtl="0" eaLnBrk="1" latinLnBrk="0" hangingPunct="1">
                        <a:defRPr sz="1800" kern="1200">
                          <a:solidFill>
                            <a:schemeClr val="tx1"/>
                          </a:solidFill>
                          <a:latin typeface="Arial" panose="020B0604020202020204"/>
                          <a:ea typeface="宋体" panose="02010600030101010101" pitchFamily="2" charset="-122"/>
                        </a:defRPr>
                      </a:lvl8pPr>
                      <a:lvl9pPr marL="3656965" algn="l" defTabSz="913765" rtl="0" eaLnBrk="1" latinLnBrk="0" hangingPunct="1">
                        <a:defRPr sz="1800" kern="1200">
                          <a:solidFill>
                            <a:schemeClr val="tx1"/>
                          </a:solidFill>
                          <a:latin typeface="Arial" panose="020B0604020202020204"/>
                          <a:ea typeface="宋体" panose="02010600030101010101" pitchFamily="2" charset="-122"/>
                        </a:defRPr>
                      </a:lvl9pPr>
                    </a:lstStyle>
                    <a:p>
                      <a:pPr marL="0" lvl="0" indent="0" algn="ctr">
                        <a:spcBef>
                          <a:spcPct val="0"/>
                        </a:spcBef>
                        <a:buNone/>
                      </a:pPr>
                      <a:r>
                        <a:rPr lang="en-US" altLang="x-none" sz="2000" b="1" dirty="0">
                          <a:solidFill>
                            <a:srgbClr val="0000CC"/>
                          </a:solidFill>
                          <a:latin typeface="黑体" panose="02010609060101010101" pitchFamily="49" charset="-122"/>
                          <a:ea typeface="黑体" panose="02010609060101010101" pitchFamily="49" charset="-122"/>
                        </a:rPr>
                        <a:t>a</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r h="465455">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3765" rtl="0" eaLnBrk="1" latinLnBrk="0" hangingPunct="1">
                        <a:buClr>
                          <a:schemeClr val="tx2"/>
                        </a:buClr>
                        <a:buSzPct val="85000"/>
                        <a:defRPr sz="2400" kern="1200">
                          <a:solidFill>
                            <a:schemeClr val="tx1"/>
                          </a:solidFill>
                          <a:latin typeface="Arial" panose="020B0604020202020204"/>
                          <a:ea typeface="宋体" panose="02010600030101010101" pitchFamily="2" charset="-122"/>
                        </a:defRPr>
                      </a:lvl2pPr>
                      <a:lvl3pPr marL="1143000" lvl="2" indent="-228600" algn="l" defTabSz="913765" rtl="0" eaLnBrk="1" latinLnBrk="0" hangingPunct="1">
                        <a:buClr>
                          <a:schemeClr val="hlink"/>
                        </a:buClr>
                        <a:defRPr sz="2000" kern="1200">
                          <a:solidFill>
                            <a:schemeClr val="tx1"/>
                          </a:solidFill>
                          <a:latin typeface="Arial" panose="020B0604020202020204"/>
                          <a:ea typeface="宋体" panose="02010600030101010101" pitchFamily="2" charset="-122"/>
                        </a:defRPr>
                      </a:lvl3pPr>
                      <a:lvl4pPr marL="1600200" lvl="3" indent="-228600" algn="l" defTabSz="913765" rtl="0" eaLnBrk="1" latinLnBrk="0" hangingPunct="1">
                        <a:buClr>
                          <a:schemeClr val="tx2"/>
                        </a:buClr>
                        <a:defRPr sz="1800" kern="1200">
                          <a:solidFill>
                            <a:schemeClr val="tx1"/>
                          </a:solidFill>
                          <a:latin typeface="Arial" panose="020B0604020202020204"/>
                          <a:ea typeface="宋体" panose="02010600030101010101" pitchFamily="2" charset="-122"/>
                        </a:defRPr>
                      </a:lvl4pPr>
                      <a:lvl5pPr marL="2057400" lvl="4" indent="-228600" algn="l" defTabSz="913765" rtl="0" eaLnBrk="1" latinLnBrk="0" hangingPunct="1">
                        <a:buClr>
                          <a:schemeClr val="hlink"/>
                        </a:buClr>
                        <a:buFont typeface="Wingdings 2" panose="05020102010507070707" pitchFamily="18" charset="2"/>
                        <a:defRPr sz="1800" kern="1200">
                          <a:solidFill>
                            <a:schemeClr val="tx1"/>
                          </a:solidFill>
                          <a:latin typeface="Arial" panose="020B0604020202020204"/>
                          <a:ea typeface="宋体" panose="02010600030101010101" pitchFamily="2" charset="-122"/>
                        </a:defRPr>
                      </a:lvl5pPr>
                      <a:lvl6pPr marL="2286000" algn="l" defTabSz="913765" rtl="0" eaLnBrk="1" latinLnBrk="0" hangingPunct="1">
                        <a:defRPr sz="1800" kern="1200">
                          <a:solidFill>
                            <a:schemeClr val="tx1"/>
                          </a:solidFill>
                          <a:latin typeface="Arial" panose="020B0604020202020204"/>
                          <a:ea typeface="宋体" panose="02010600030101010101" pitchFamily="2" charset="-122"/>
                        </a:defRPr>
                      </a:lvl6pPr>
                      <a:lvl7pPr marL="2743200" algn="l" defTabSz="913765" rtl="0" eaLnBrk="1" latinLnBrk="0" hangingPunct="1">
                        <a:defRPr sz="1800" kern="1200">
                          <a:solidFill>
                            <a:schemeClr val="tx1"/>
                          </a:solidFill>
                          <a:latin typeface="Arial" panose="020B0604020202020204"/>
                          <a:ea typeface="宋体" panose="02010600030101010101" pitchFamily="2" charset="-122"/>
                        </a:defRPr>
                      </a:lvl7pPr>
                      <a:lvl8pPr marL="3199765" algn="l" defTabSz="913765" rtl="0" eaLnBrk="1" latinLnBrk="0" hangingPunct="1">
                        <a:defRPr sz="1800" kern="1200">
                          <a:solidFill>
                            <a:schemeClr val="tx1"/>
                          </a:solidFill>
                          <a:latin typeface="Arial" panose="020B0604020202020204"/>
                          <a:ea typeface="宋体" panose="02010600030101010101" pitchFamily="2" charset="-122"/>
                        </a:defRPr>
                      </a:lvl8pPr>
                      <a:lvl9pPr marL="3656965" algn="l" defTabSz="913765" rtl="0" eaLnBrk="1" latinLnBrk="0" hangingPunct="1">
                        <a:defRPr sz="1800" kern="1200">
                          <a:solidFill>
                            <a:schemeClr val="tx1"/>
                          </a:solidFill>
                          <a:latin typeface="Arial" panose="020B0604020202020204"/>
                          <a:ea typeface="宋体" panose="02010600030101010101" pitchFamily="2" charset="-122"/>
                        </a:defRPr>
                      </a:lvl9pPr>
                    </a:lstStyle>
                    <a:p>
                      <a:pPr marL="0" lvl="0" indent="0" algn="ctr">
                        <a:spcBef>
                          <a:spcPct val="0"/>
                        </a:spcBef>
                        <a:buNone/>
                      </a:pPr>
                      <a:r>
                        <a:rPr lang="en-US" altLang="x-none" sz="2000" b="1">
                          <a:latin typeface="Calibri" panose="020F0502020204030204" charset="0"/>
                          <a:ea typeface="Times New Roman" panose="02020603050405020304" charset="0"/>
                        </a:rPr>
                        <a:t>57</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3765" rtl="0" eaLnBrk="1" latinLnBrk="0" hangingPunct="1">
                        <a:buClr>
                          <a:schemeClr val="tx2"/>
                        </a:buClr>
                        <a:buSzPct val="85000"/>
                        <a:defRPr sz="2400" kern="1200">
                          <a:solidFill>
                            <a:schemeClr val="tx1"/>
                          </a:solidFill>
                          <a:latin typeface="Arial" panose="020B0604020202020204"/>
                          <a:ea typeface="宋体" panose="02010600030101010101" pitchFamily="2" charset="-122"/>
                        </a:defRPr>
                      </a:lvl2pPr>
                      <a:lvl3pPr marL="1143000" lvl="2" indent="-228600" algn="l" defTabSz="913765" rtl="0" eaLnBrk="1" latinLnBrk="0" hangingPunct="1">
                        <a:buClr>
                          <a:schemeClr val="hlink"/>
                        </a:buClr>
                        <a:defRPr sz="2000" kern="1200">
                          <a:solidFill>
                            <a:schemeClr val="tx1"/>
                          </a:solidFill>
                          <a:latin typeface="Arial" panose="020B0604020202020204"/>
                          <a:ea typeface="宋体" panose="02010600030101010101" pitchFamily="2" charset="-122"/>
                        </a:defRPr>
                      </a:lvl3pPr>
                      <a:lvl4pPr marL="1600200" lvl="3" indent="-228600" algn="l" defTabSz="913765" rtl="0" eaLnBrk="1" latinLnBrk="0" hangingPunct="1">
                        <a:buClr>
                          <a:schemeClr val="tx2"/>
                        </a:buClr>
                        <a:defRPr sz="1800" kern="1200">
                          <a:solidFill>
                            <a:schemeClr val="tx1"/>
                          </a:solidFill>
                          <a:latin typeface="Arial" panose="020B0604020202020204"/>
                          <a:ea typeface="宋体" panose="02010600030101010101" pitchFamily="2" charset="-122"/>
                        </a:defRPr>
                      </a:lvl4pPr>
                      <a:lvl5pPr marL="2057400" lvl="4" indent="-228600" algn="l" defTabSz="913765" rtl="0" eaLnBrk="1" latinLnBrk="0" hangingPunct="1">
                        <a:buClr>
                          <a:schemeClr val="hlink"/>
                        </a:buClr>
                        <a:buFont typeface="Wingdings 2" panose="05020102010507070707" pitchFamily="18" charset="2"/>
                        <a:defRPr sz="1800" kern="1200">
                          <a:solidFill>
                            <a:schemeClr val="tx1"/>
                          </a:solidFill>
                          <a:latin typeface="Arial" panose="020B0604020202020204"/>
                          <a:ea typeface="宋体" panose="02010600030101010101" pitchFamily="2" charset="-122"/>
                        </a:defRPr>
                      </a:lvl5pPr>
                      <a:lvl6pPr marL="2286000" algn="l" defTabSz="913765" rtl="0" eaLnBrk="1" latinLnBrk="0" hangingPunct="1">
                        <a:defRPr sz="1800" kern="1200">
                          <a:solidFill>
                            <a:schemeClr val="tx1"/>
                          </a:solidFill>
                          <a:latin typeface="Arial" panose="020B0604020202020204"/>
                          <a:ea typeface="宋体" panose="02010600030101010101" pitchFamily="2" charset="-122"/>
                        </a:defRPr>
                      </a:lvl6pPr>
                      <a:lvl7pPr marL="2743200" algn="l" defTabSz="913765" rtl="0" eaLnBrk="1" latinLnBrk="0" hangingPunct="1">
                        <a:defRPr sz="1800" kern="1200">
                          <a:solidFill>
                            <a:schemeClr val="tx1"/>
                          </a:solidFill>
                          <a:latin typeface="Arial" panose="020B0604020202020204"/>
                          <a:ea typeface="宋体" panose="02010600030101010101" pitchFamily="2" charset="-122"/>
                        </a:defRPr>
                      </a:lvl7pPr>
                      <a:lvl8pPr marL="3199765" algn="l" defTabSz="913765" rtl="0" eaLnBrk="1" latinLnBrk="0" hangingPunct="1">
                        <a:defRPr sz="1800" kern="1200">
                          <a:solidFill>
                            <a:schemeClr val="tx1"/>
                          </a:solidFill>
                          <a:latin typeface="Arial" panose="020B0604020202020204"/>
                          <a:ea typeface="宋体" panose="02010600030101010101" pitchFamily="2" charset="-122"/>
                        </a:defRPr>
                      </a:lvl8pPr>
                      <a:lvl9pPr marL="3656965" algn="l" defTabSz="913765" rtl="0" eaLnBrk="1" latinLnBrk="0" hangingPunct="1">
                        <a:defRPr sz="1800" kern="1200">
                          <a:solidFill>
                            <a:schemeClr val="tx1"/>
                          </a:solidFill>
                          <a:latin typeface="Arial" panose="020B0604020202020204"/>
                          <a:ea typeface="宋体" panose="02010600030101010101" pitchFamily="2" charset="-122"/>
                        </a:defRPr>
                      </a:lvl9pPr>
                    </a:lstStyle>
                    <a:p>
                      <a:pPr marL="0" lvl="0" indent="0" algn="ctr">
                        <a:spcBef>
                          <a:spcPct val="0"/>
                        </a:spcBef>
                        <a:buNone/>
                      </a:pPr>
                      <a:r>
                        <a:rPr lang="en-US" altLang="x-none" sz="2000" b="1" dirty="0">
                          <a:latin typeface="Calibri" panose="020F0502020204030204" charset="0"/>
                          <a:ea typeface="Times New Roman" panose="02020603050405020304" charset="0"/>
                        </a:rPr>
                        <a:t>9</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3765" rtl="0" eaLnBrk="1" latinLnBrk="0" hangingPunct="1">
                        <a:buClr>
                          <a:schemeClr val="tx2"/>
                        </a:buClr>
                        <a:buSzPct val="85000"/>
                        <a:defRPr sz="2400" kern="1200">
                          <a:solidFill>
                            <a:schemeClr val="tx1"/>
                          </a:solidFill>
                          <a:latin typeface="Arial" panose="020B0604020202020204"/>
                          <a:ea typeface="宋体" panose="02010600030101010101" pitchFamily="2" charset="-122"/>
                        </a:defRPr>
                      </a:lvl2pPr>
                      <a:lvl3pPr marL="1143000" lvl="2" indent="-228600" algn="l" defTabSz="913765" rtl="0" eaLnBrk="1" latinLnBrk="0" hangingPunct="1">
                        <a:buClr>
                          <a:schemeClr val="hlink"/>
                        </a:buClr>
                        <a:defRPr sz="2000" kern="1200">
                          <a:solidFill>
                            <a:schemeClr val="tx1"/>
                          </a:solidFill>
                          <a:latin typeface="Arial" panose="020B0604020202020204"/>
                          <a:ea typeface="宋体" panose="02010600030101010101" pitchFamily="2" charset="-122"/>
                        </a:defRPr>
                      </a:lvl3pPr>
                      <a:lvl4pPr marL="1600200" lvl="3" indent="-228600" algn="l" defTabSz="913765" rtl="0" eaLnBrk="1" latinLnBrk="0" hangingPunct="1">
                        <a:buClr>
                          <a:schemeClr val="tx2"/>
                        </a:buClr>
                        <a:defRPr sz="1800" kern="1200">
                          <a:solidFill>
                            <a:schemeClr val="tx1"/>
                          </a:solidFill>
                          <a:latin typeface="Arial" panose="020B0604020202020204"/>
                          <a:ea typeface="宋体" panose="02010600030101010101" pitchFamily="2" charset="-122"/>
                        </a:defRPr>
                      </a:lvl4pPr>
                      <a:lvl5pPr marL="2057400" lvl="4" indent="-228600" algn="l" defTabSz="913765" rtl="0" eaLnBrk="1" latinLnBrk="0" hangingPunct="1">
                        <a:buClr>
                          <a:schemeClr val="hlink"/>
                        </a:buClr>
                        <a:buFont typeface="Wingdings 2" panose="05020102010507070707" pitchFamily="18" charset="2"/>
                        <a:defRPr sz="1800" kern="1200">
                          <a:solidFill>
                            <a:schemeClr val="tx1"/>
                          </a:solidFill>
                          <a:latin typeface="Arial" panose="020B0604020202020204"/>
                          <a:ea typeface="宋体" panose="02010600030101010101" pitchFamily="2" charset="-122"/>
                        </a:defRPr>
                      </a:lvl5pPr>
                      <a:lvl6pPr marL="2286000" algn="l" defTabSz="913765" rtl="0" eaLnBrk="1" latinLnBrk="0" hangingPunct="1">
                        <a:defRPr sz="1800" kern="1200">
                          <a:solidFill>
                            <a:schemeClr val="tx1"/>
                          </a:solidFill>
                          <a:latin typeface="Arial" panose="020B0604020202020204"/>
                          <a:ea typeface="宋体" panose="02010600030101010101" pitchFamily="2" charset="-122"/>
                        </a:defRPr>
                      </a:lvl6pPr>
                      <a:lvl7pPr marL="2743200" algn="l" defTabSz="913765" rtl="0" eaLnBrk="1" latinLnBrk="0" hangingPunct="1">
                        <a:defRPr sz="1800" kern="1200">
                          <a:solidFill>
                            <a:schemeClr val="tx1"/>
                          </a:solidFill>
                          <a:latin typeface="Arial" panose="020B0604020202020204"/>
                          <a:ea typeface="宋体" panose="02010600030101010101" pitchFamily="2" charset="-122"/>
                        </a:defRPr>
                      </a:lvl7pPr>
                      <a:lvl8pPr marL="3199765" algn="l" defTabSz="913765" rtl="0" eaLnBrk="1" latinLnBrk="0" hangingPunct="1">
                        <a:defRPr sz="1800" kern="1200">
                          <a:solidFill>
                            <a:schemeClr val="tx1"/>
                          </a:solidFill>
                          <a:latin typeface="Arial" panose="020B0604020202020204"/>
                          <a:ea typeface="宋体" panose="02010600030101010101" pitchFamily="2" charset="-122"/>
                        </a:defRPr>
                      </a:lvl8pPr>
                      <a:lvl9pPr marL="3656965" algn="l" defTabSz="913765" rtl="0" eaLnBrk="1" latinLnBrk="0" hangingPunct="1">
                        <a:defRPr sz="1800" kern="1200">
                          <a:solidFill>
                            <a:schemeClr val="tx1"/>
                          </a:solidFill>
                          <a:latin typeface="Arial" panose="020B0604020202020204"/>
                          <a:ea typeface="宋体" panose="02010600030101010101" pitchFamily="2" charset="-122"/>
                        </a:defRPr>
                      </a:lvl9pPr>
                    </a:lstStyle>
                    <a:p>
                      <a:pPr marL="0" lvl="0" indent="0" algn="ctr">
                        <a:spcBef>
                          <a:spcPct val="0"/>
                        </a:spcBef>
                        <a:buNone/>
                      </a:pPr>
                      <a:r>
                        <a:rPr lang="en-US" altLang="x-none" sz="2000" b="1">
                          <a:solidFill>
                            <a:srgbClr val="0000CC"/>
                          </a:solidFill>
                          <a:latin typeface="黑体" panose="02010609060101010101" pitchFamily="49" charset="-122"/>
                          <a:ea typeface="黑体" panose="02010609060101010101" pitchFamily="49" charset="-122"/>
                        </a:rPr>
                        <a:t>122</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3765" rtl="0" eaLnBrk="1" latinLnBrk="0" hangingPunct="1">
                        <a:buClr>
                          <a:schemeClr val="tx2"/>
                        </a:buClr>
                        <a:buSzPct val="85000"/>
                        <a:defRPr sz="2400" kern="1200">
                          <a:solidFill>
                            <a:schemeClr val="tx1"/>
                          </a:solidFill>
                          <a:latin typeface="Arial" panose="020B0604020202020204"/>
                          <a:ea typeface="宋体" panose="02010600030101010101" pitchFamily="2" charset="-122"/>
                        </a:defRPr>
                      </a:lvl2pPr>
                      <a:lvl3pPr marL="1143000" lvl="2" indent="-228600" algn="l" defTabSz="913765" rtl="0" eaLnBrk="1" latinLnBrk="0" hangingPunct="1">
                        <a:buClr>
                          <a:schemeClr val="hlink"/>
                        </a:buClr>
                        <a:defRPr sz="2000" kern="1200">
                          <a:solidFill>
                            <a:schemeClr val="tx1"/>
                          </a:solidFill>
                          <a:latin typeface="Arial" panose="020B0604020202020204"/>
                          <a:ea typeface="宋体" panose="02010600030101010101" pitchFamily="2" charset="-122"/>
                        </a:defRPr>
                      </a:lvl3pPr>
                      <a:lvl4pPr marL="1600200" lvl="3" indent="-228600" algn="l" defTabSz="913765" rtl="0" eaLnBrk="1" latinLnBrk="0" hangingPunct="1">
                        <a:buClr>
                          <a:schemeClr val="tx2"/>
                        </a:buClr>
                        <a:defRPr sz="1800" kern="1200">
                          <a:solidFill>
                            <a:schemeClr val="tx1"/>
                          </a:solidFill>
                          <a:latin typeface="Arial" panose="020B0604020202020204"/>
                          <a:ea typeface="宋体" panose="02010600030101010101" pitchFamily="2" charset="-122"/>
                        </a:defRPr>
                      </a:lvl4pPr>
                      <a:lvl5pPr marL="2057400" lvl="4" indent="-228600" algn="l" defTabSz="913765" rtl="0" eaLnBrk="1" latinLnBrk="0" hangingPunct="1">
                        <a:buClr>
                          <a:schemeClr val="hlink"/>
                        </a:buClr>
                        <a:buFont typeface="Wingdings 2" panose="05020102010507070707" pitchFamily="18" charset="2"/>
                        <a:defRPr sz="1800" kern="1200">
                          <a:solidFill>
                            <a:schemeClr val="tx1"/>
                          </a:solidFill>
                          <a:latin typeface="Arial" panose="020B0604020202020204"/>
                          <a:ea typeface="宋体" panose="02010600030101010101" pitchFamily="2" charset="-122"/>
                        </a:defRPr>
                      </a:lvl5pPr>
                      <a:lvl6pPr marL="2286000" algn="l" defTabSz="913765" rtl="0" eaLnBrk="1" latinLnBrk="0" hangingPunct="1">
                        <a:defRPr sz="1800" kern="1200">
                          <a:solidFill>
                            <a:schemeClr val="tx1"/>
                          </a:solidFill>
                          <a:latin typeface="Arial" panose="020B0604020202020204"/>
                          <a:ea typeface="宋体" panose="02010600030101010101" pitchFamily="2" charset="-122"/>
                        </a:defRPr>
                      </a:lvl6pPr>
                      <a:lvl7pPr marL="2743200" algn="l" defTabSz="913765" rtl="0" eaLnBrk="1" latinLnBrk="0" hangingPunct="1">
                        <a:defRPr sz="1800" kern="1200">
                          <a:solidFill>
                            <a:schemeClr val="tx1"/>
                          </a:solidFill>
                          <a:latin typeface="Arial" panose="020B0604020202020204"/>
                          <a:ea typeface="宋体" panose="02010600030101010101" pitchFamily="2" charset="-122"/>
                        </a:defRPr>
                      </a:lvl7pPr>
                      <a:lvl8pPr marL="3199765" algn="l" defTabSz="913765" rtl="0" eaLnBrk="1" latinLnBrk="0" hangingPunct="1">
                        <a:defRPr sz="1800" kern="1200">
                          <a:solidFill>
                            <a:schemeClr val="tx1"/>
                          </a:solidFill>
                          <a:latin typeface="Arial" panose="020B0604020202020204"/>
                          <a:ea typeface="宋体" panose="02010600030101010101" pitchFamily="2" charset="-122"/>
                        </a:defRPr>
                      </a:lvl8pPr>
                      <a:lvl9pPr marL="3656965" algn="l" defTabSz="913765" rtl="0" eaLnBrk="1" latinLnBrk="0" hangingPunct="1">
                        <a:defRPr sz="1800" kern="1200">
                          <a:solidFill>
                            <a:schemeClr val="tx1"/>
                          </a:solidFill>
                          <a:latin typeface="Arial" panose="020B0604020202020204"/>
                          <a:ea typeface="宋体" panose="02010600030101010101" pitchFamily="2" charset="-122"/>
                        </a:defRPr>
                      </a:lvl9pPr>
                    </a:lstStyle>
                    <a:p>
                      <a:pPr marL="0" lvl="0" indent="0" algn="ctr">
                        <a:spcBef>
                          <a:spcPct val="0"/>
                        </a:spcBef>
                        <a:buNone/>
                      </a:pPr>
                      <a:r>
                        <a:rPr lang="en-US" altLang="x-none" sz="2000" b="1" dirty="0">
                          <a:solidFill>
                            <a:srgbClr val="0000CC"/>
                          </a:solidFill>
                          <a:latin typeface="黑体" panose="02010609060101010101" pitchFamily="49" charset="-122"/>
                          <a:ea typeface="黑体" panose="02010609060101010101" pitchFamily="49" charset="-122"/>
                        </a:rPr>
                        <a:t>z</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4"/>
                  </a:ext>
                </a:extLst>
              </a:tr>
            </a:tbl>
          </a:graphicData>
        </a:graphic>
      </p:graphicFrame>
      <p:pic>
        <p:nvPicPr>
          <p:cNvPr id="19473" name="Picture 9" descr="F:\ppt素材\图标\我收集的图标\字体\3.png"/>
          <p:cNvPicPr>
            <a:picLocks noChangeAspect="1"/>
          </p:cNvPicPr>
          <p:nvPr/>
        </p:nvPicPr>
        <p:blipFill>
          <a:blip r:embed="rId5"/>
          <a:stretch>
            <a:fillRect/>
          </a:stretch>
        </p:blipFill>
        <p:spPr>
          <a:xfrm rot="5400000">
            <a:off x="1990461" y="-2031629"/>
            <a:ext cx="646323" cy="4674235"/>
          </a:xfrm>
          <a:prstGeom prst="rect">
            <a:avLst/>
          </a:prstGeom>
          <a:noFill/>
          <a:ln w="9525">
            <a:noFill/>
          </a:ln>
        </p:spPr>
      </p:pic>
      <p:pic>
        <p:nvPicPr>
          <p:cNvPr id="8" name="Picture 6" descr="F:\超棒ppt模板\中国风\中国风物件\maobi.png"/>
          <p:cNvPicPr>
            <a:picLocks noChangeAspect="1"/>
          </p:cNvPicPr>
          <p:nvPr/>
        </p:nvPicPr>
        <p:blipFill>
          <a:blip r:embed="rId6"/>
          <a:stretch>
            <a:fillRect/>
          </a:stretch>
        </p:blipFill>
        <p:spPr>
          <a:xfrm>
            <a:off x="55875" y="-113665"/>
            <a:ext cx="578401" cy="556690"/>
          </a:xfrm>
          <a:prstGeom prst="rect">
            <a:avLst/>
          </a:prstGeom>
          <a:noFill/>
          <a:ln w="9525">
            <a:noFill/>
          </a:ln>
        </p:spPr>
      </p:pic>
      <p:sp>
        <p:nvSpPr>
          <p:cNvPr id="9" name="TextBox 2"/>
          <p:cNvSpPr txBox="1"/>
          <p:nvPr/>
        </p:nvSpPr>
        <p:spPr>
          <a:xfrm>
            <a:off x="634475" y="152226"/>
            <a:ext cx="2122328" cy="521970"/>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eaLnBrk="1" hangingPunct="1">
              <a:lnSpc>
                <a:spcPct val="100000"/>
              </a:lnSpc>
              <a:spcBef>
                <a:spcPct val="0"/>
              </a:spcBef>
              <a:buNone/>
            </a:pPr>
            <a:r>
              <a:rPr lang="zh-CN" altLang="en-US" b="1" dirty="0">
                <a:solidFill>
                  <a:schemeClr val="bg1"/>
                </a:solidFill>
                <a:latin typeface="楷体" panose="02010609060101010101" pitchFamily="1" charset="-122"/>
                <a:ea typeface="楷体" panose="02010609060101010101" pitchFamily="1" charset="-122"/>
              </a:rPr>
              <a:t>字 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4"/>
                                        </p:tgtEl>
                                        <p:attrNameLst>
                                          <p:attrName>style.visibility</p:attrName>
                                        </p:attrNameLst>
                                      </p:cBhvr>
                                      <p:to>
                                        <p:strVal val="visible"/>
                                      </p:to>
                                    </p:set>
                                    <p:anim calcmode="discrete" valueType="clr">
                                      <p:cBhvr override="childStyle">
                                        <p:cTn id="7" dur="80"/>
                                        <p:tgtEl>
                                          <p:spTgt spid="4"/>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4"/>
                                        </p:tgtEl>
                                        <p:attrNameLst>
                                          <p:attrName>fillcolor</p:attrName>
                                        </p:attrNameLst>
                                      </p:cBhvr>
                                      <p:tavLst>
                                        <p:tav tm="0">
                                          <p:val>
                                            <p:clrVal>
                                              <a:schemeClr val="accent2"/>
                                            </p:clrVal>
                                          </p:val>
                                        </p:tav>
                                        <p:tav tm="50000">
                                          <p:val>
                                            <p:clrVal>
                                              <a:schemeClr val="hlink"/>
                                            </p:clrVal>
                                          </p:val>
                                        </p:tav>
                                      </p:tavLst>
                                    </p:anim>
                                    <p:set>
                                      <p:cBhvr>
                                        <p:cTn id="9" dur="80"/>
                                        <p:tgtEl>
                                          <p:spTgt spid="4"/>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4"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 to="" calcmode="lin" valueType="num">
                                      <p:cBhvr>
                                        <p:cTn id="14" dur="1" fill="hold"/>
                                        <p:tgtEl>
                                          <p:spTgt spid="7"/>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组合 3"/>
          <p:cNvGrpSpPr/>
          <p:nvPr/>
        </p:nvGrpSpPr>
        <p:grpSpPr>
          <a:xfrm>
            <a:off x="-23495" y="-113665"/>
            <a:ext cx="4674235" cy="787861"/>
            <a:chOff x="201757" y="129906"/>
            <a:chExt cx="6264696" cy="1096834"/>
          </a:xfrm>
        </p:grpSpPr>
        <p:pic>
          <p:nvPicPr>
            <p:cNvPr id="19473" name="Picture 9" descr="F:\ppt素材\图标\我收集的图标\字体\3.png"/>
            <p:cNvPicPr>
              <a:picLocks noChangeAspect="1"/>
            </p:cNvPicPr>
            <p:nvPr/>
          </p:nvPicPr>
          <p:blipFill>
            <a:blip r:embed="rId2"/>
            <a:stretch>
              <a:fillRect/>
            </a:stretch>
          </p:blipFill>
          <p:spPr>
            <a:xfrm rot="5400000">
              <a:off x="2884210" y="-2418911"/>
              <a:ext cx="899790" cy="6264696"/>
            </a:xfrm>
            <a:prstGeom prst="rect">
              <a:avLst/>
            </a:prstGeom>
            <a:noFill/>
            <a:ln w="9525">
              <a:noFill/>
            </a:ln>
          </p:spPr>
        </p:pic>
        <p:pic>
          <p:nvPicPr>
            <p:cNvPr id="19474" name="Picture 6" descr="F:\超棒ppt模板\中国风\中国风物件\maobi.png"/>
            <p:cNvPicPr>
              <a:picLocks noChangeAspect="1"/>
            </p:cNvPicPr>
            <p:nvPr/>
          </p:nvPicPr>
          <p:blipFill>
            <a:blip r:embed="rId3"/>
            <a:stretch>
              <a:fillRect/>
            </a:stretch>
          </p:blipFill>
          <p:spPr>
            <a:xfrm>
              <a:off x="308134" y="129906"/>
              <a:ext cx="775209" cy="775006"/>
            </a:xfrm>
            <a:prstGeom prst="rect">
              <a:avLst/>
            </a:prstGeom>
            <a:noFill/>
            <a:ln w="9525">
              <a:noFill/>
            </a:ln>
          </p:spPr>
        </p:pic>
        <p:sp>
          <p:nvSpPr>
            <p:cNvPr id="19475" name="TextBox 2"/>
            <p:cNvSpPr txBox="1"/>
            <p:nvPr/>
          </p:nvSpPr>
          <p:spPr>
            <a:xfrm>
              <a:off x="1083609" y="500071"/>
              <a:ext cx="2844474" cy="726669"/>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eaLnBrk="1" hangingPunct="1">
                <a:lnSpc>
                  <a:spcPct val="100000"/>
                </a:lnSpc>
                <a:spcBef>
                  <a:spcPct val="0"/>
                </a:spcBef>
                <a:buNone/>
              </a:pPr>
              <a:r>
                <a:rPr lang="zh-CN" altLang="en-US" b="1" dirty="0">
                  <a:solidFill>
                    <a:schemeClr val="bg1"/>
                  </a:solidFill>
                  <a:latin typeface="楷体" panose="02010609060101010101" pitchFamily="1" charset="-122"/>
                  <a:ea typeface="楷体" panose="02010609060101010101" pitchFamily="1" charset="-122"/>
                </a:rPr>
                <a:t>字 符</a:t>
              </a:r>
            </a:p>
          </p:txBody>
        </p:sp>
      </p:grpSp>
      <p:pic>
        <p:nvPicPr>
          <p:cNvPr id="4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4835" y="4641215"/>
            <a:ext cx="965200" cy="50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文本框 1"/>
          <p:cNvSpPr txBox="1"/>
          <p:nvPr/>
        </p:nvSpPr>
        <p:spPr>
          <a:xfrm>
            <a:off x="226060" y="716280"/>
            <a:ext cx="8472170" cy="706755"/>
          </a:xfrm>
          <a:prstGeom prst="rect">
            <a:avLst/>
          </a:prstGeom>
          <a:noFill/>
        </p:spPr>
        <p:txBody>
          <a:bodyPr wrap="square" rtlCol="0" anchor="t">
            <a:spAutoFit/>
          </a:bodyPr>
          <a:lstStyle/>
          <a:p>
            <a:r>
              <a:rPr lang="zh-CN" altLang="en-US" sz="2000" dirty="0">
                <a:solidFill>
                  <a:schemeClr val="tx1"/>
                </a:solidFill>
                <a:latin typeface="隶书" panose="02010509060101010101" charset="-122"/>
                <a:ea typeface="隶书" panose="02010509060101010101" charset="-122"/>
                <a:sym typeface="+mn-ea"/>
              </a:rPr>
              <a:t>例</a:t>
            </a:r>
            <a:r>
              <a:rPr lang="en-US" altLang="zh-CN" sz="2000" dirty="0">
                <a:solidFill>
                  <a:schemeClr val="tx1"/>
                </a:solidFill>
                <a:latin typeface="隶书" panose="02010509060101010101" charset="-122"/>
                <a:ea typeface="隶书" panose="02010509060101010101" charset="-122"/>
                <a:sym typeface="+mn-ea"/>
              </a:rPr>
              <a:t>1</a:t>
            </a:r>
            <a:r>
              <a:rPr lang="zh-CN" altLang="en-US" sz="2000" dirty="0">
                <a:solidFill>
                  <a:schemeClr val="tx1"/>
                </a:solidFill>
                <a:latin typeface="隶书" panose="02010509060101010101" charset="-122"/>
                <a:ea typeface="隶书" panose="02010509060101010101" charset="-122"/>
                <a:sym typeface="+mn-ea"/>
              </a:rPr>
              <a:t>：给字符赋值，</a:t>
            </a:r>
            <a:r>
              <a:rPr lang="zh-CN" altLang="en-US" sz="2000" dirty="0" smtClean="0">
                <a:solidFill>
                  <a:schemeClr val="tx1"/>
                </a:solidFill>
                <a:latin typeface="隶书" panose="02010509060101010101" charset="-122"/>
                <a:ea typeface="隶书" panose="02010509060101010101" charset="-122"/>
                <a:sym typeface="+mn-ea"/>
              </a:rPr>
              <a:t>将字符原样输出；按整数输出；或进行强制类型转化，转化成对应的整数，输出。</a:t>
            </a:r>
          </a:p>
        </p:txBody>
      </p:sp>
      <p:pic>
        <p:nvPicPr>
          <p:cNvPr id="3" name="图片 2"/>
          <p:cNvPicPr>
            <a:picLocks noChangeAspect="1"/>
          </p:cNvPicPr>
          <p:nvPr/>
        </p:nvPicPr>
        <p:blipFill>
          <a:blip r:embed="rId5"/>
          <a:stretch>
            <a:fillRect/>
          </a:stretch>
        </p:blipFill>
        <p:spPr>
          <a:xfrm>
            <a:off x="3606800" y="1264920"/>
            <a:ext cx="4323080" cy="3752215"/>
          </a:xfrm>
          <a:prstGeom prst="rect">
            <a:avLst/>
          </a:prstGeom>
        </p:spPr>
      </p:pic>
      <p:pic>
        <p:nvPicPr>
          <p:cNvPr id="69635" name="Picture 3" descr="C:\Users\Lenovo\AppData\Roaming\Tencent\Users\646680306\QQ\WinTemp\RichOle\W0T3)AXQ1CZYZHKUF)}40@1.png"/>
          <p:cNvPicPr>
            <a:picLocks noChangeAspect="1" noChangeArrowheads="1"/>
          </p:cNvPicPr>
          <p:nvPr/>
        </p:nvPicPr>
        <p:blipFill>
          <a:blip r:embed="rId6"/>
          <a:srcRect/>
          <a:stretch>
            <a:fillRect/>
          </a:stretch>
        </p:blipFill>
        <p:spPr bwMode="auto">
          <a:xfrm>
            <a:off x="1071538" y="2643188"/>
            <a:ext cx="904875" cy="914400"/>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2"/>
                                        </p:tgtEl>
                                        <p:attrNameLst>
                                          <p:attrName>style.visibility</p:attrName>
                                        </p:attrNameLst>
                                      </p:cBhvr>
                                      <p:to>
                                        <p:strVal val="visible"/>
                                      </p:to>
                                    </p:set>
                                    <p:anim calcmode="discrete" valueType="clr">
                                      <p:cBhvr override="childStyle">
                                        <p:cTn id="7" dur="80"/>
                                        <p:tgtEl>
                                          <p:spTgt spid="2"/>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
                                        </p:tgtEl>
                                        <p:attrNameLst>
                                          <p:attrName>fillcolor</p:attrName>
                                        </p:attrNameLst>
                                      </p:cBhvr>
                                      <p:tavLst>
                                        <p:tav tm="0">
                                          <p:val>
                                            <p:clrVal>
                                              <a:schemeClr val="accent2"/>
                                            </p:clrVal>
                                          </p:val>
                                        </p:tav>
                                        <p:tav tm="50000">
                                          <p:val>
                                            <p:clrVal>
                                              <a:schemeClr val="hlink"/>
                                            </p:clrVal>
                                          </p:val>
                                        </p:tav>
                                      </p:tavLst>
                                    </p:anim>
                                    <p:set>
                                      <p:cBhvr>
                                        <p:cTn id="9" dur="80"/>
                                        <p:tgtEl>
                                          <p:spTgt spid="2"/>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4" presetClass="entr" presetSubtype="0"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 to="" calcmode="lin" valueType="num">
                                      <p:cBhvr>
                                        <p:cTn id="14" dur="1" fill="hold"/>
                                        <p:tgtEl>
                                          <p:spTgt spid="3"/>
                                        </p:tgtEl>
                                      </p:cBhvr>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9635"/>
                                        </p:tgtEl>
                                        <p:attrNameLst>
                                          <p:attrName>style.visibility</p:attrName>
                                        </p:attrNameLst>
                                      </p:cBhvr>
                                      <p:to>
                                        <p:strVal val="visible"/>
                                      </p:to>
                                    </p:set>
                                    <p:anim calcmode="lin" valueType="num">
                                      <p:cBhvr additive="base">
                                        <p:cTn id="19" dur="500" fill="hold"/>
                                        <p:tgtEl>
                                          <p:spTgt spid="69635"/>
                                        </p:tgtEl>
                                        <p:attrNameLst>
                                          <p:attrName>ppt_x</p:attrName>
                                        </p:attrNameLst>
                                      </p:cBhvr>
                                      <p:tavLst>
                                        <p:tav tm="0">
                                          <p:val>
                                            <p:strVal val="#ppt_x"/>
                                          </p:val>
                                        </p:tav>
                                        <p:tav tm="100000">
                                          <p:val>
                                            <p:strVal val="#ppt_x"/>
                                          </p:val>
                                        </p:tav>
                                      </p:tavLst>
                                    </p:anim>
                                    <p:anim calcmode="lin" valueType="num">
                                      <p:cBhvr additive="base">
                                        <p:cTn id="20" dur="500" fill="hold"/>
                                        <p:tgtEl>
                                          <p:spTgt spid="696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组合 3"/>
          <p:cNvGrpSpPr/>
          <p:nvPr/>
        </p:nvGrpSpPr>
        <p:grpSpPr>
          <a:xfrm>
            <a:off x="-23495" y="-113665"/>
            <a:ext cx="4674235" cy="787861"/>
            <a:chOff x="201757" y="129906"/>
            <a:chExt cx="6264696" cy="1096834"/>
          </a:xfrm>
        </p:grpSpPr>
        <p:pic>
          <p:nvPicPr>
            <p:cNvPr id="19473" name="Picture 9" descr="F:\ppt素材\图标\我收集的图标\字体\3.png"/>
            <p:cNvPicPr>
              <a:picLocks noChangeAspect="1"/>
            </p:cNvPicPr>
            <p:nvPr/>
          </p:nvPicPr>
          <p:blipFill>
            <a:blip r:embed="rId3"/>
            <a:stretch>
              <a:fillRect/>
            </a:stretch>
          </p:blipFill>
          <p:spPr>
            <a:xfrm rot="5400000">
              <a:off x="2884210" y="-2418911"/>
              <a:ext cx="899790" cy="6264696"/>
            </a:xfrm>
            <a:prstGeom prst="rect">
              <a:avLst/>
            </a:prstGeom>
            <a:noFill/>
            <a:ln w="9525">
              <a:noFill/>
            </a:ln>
          </p:spPr>
        </p:pic>
        <p:pic>
          <p:nvPicPr>
            <p:cNvPr id="19474" name="Picture 6" descr="F:\超棒ppt模板\中国风\中国风物件\maobi.png"/>
            <p:cNvPicPr>
              <a:picLocks noChangeAspect="1"/>
            </p:cNvPicPr>
            <p:nvPr/>
          </p:nvPicPr>
          <p:blipFill>
            <a:blip r:embed="rId4"/>
            <a:stretch>
              <a:fillRect/>
            </a:stretch>
          </p:blipFill>
          <p:spPr>
            <a:xfrm>
              <a:off x="308134" y="129906"/>
              <a:ext cx="775209" cy="775006"/>
            </a:xfrm>
            <a:prstGeom prst="rect">
              <a:avLst/>
            </a:prstGeom>
            <a:noFill/>
            <a:ln w="9525">
              <a:noFill/>
            </a:ln>
          </p:spPr>
        </p:pic>
        <p:sp>
          <p:nvSpPr>
            <p:cNvPr id="19475" name="TextBox 2"/>
            <p:cNvSpPr txBox="1"/>
            <p:nvPr/>
          </p:nvSpPr>
          <p:spPr>
            <a:xfrm>
              <a:off x="1083609" y="500071"/>
              <a:ext cx="2844474" cy="726669"/>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eaLnBrk="1" hangingPunct="1">
                <a:lnSpc>
                  <a:spcPct val="100000"/>
                </a:lnSpc>
                <a:spcBef>
                  <a:spcPct val="0"/>
                </a:spcBef>
                <a:buNone/>
              </a:pPr>
              <a:r>
                <a:rPr lang="zh-CN" altLang="en-US" b="1" dirty="0">
                  <a:solidFill>
                    <a:schemeClr val="bg1"/>
                  </a:solidFill>
                  <a:latin typeface="楷体" panose="02010609060101010101" pitchFamily="1" charset="-122"/>
                  <a:ea typeface="楷体" panose="02010609060101010101" pitchFamily="1" charset="-122"/>
                </a:rPr>
                <a:t>字 符</a:t>
              </a:r>
            </a:p>
          </p:txBody>
        </p:sp>
      </p:grpSp>
      <p:pic>
        <p:nvPicPr>
          <p:cNvPr id="46" name="Picture 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204835" y="4641215"/>
            <a:ext cx="965200" cy="50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框 2"/>
          <p:cNvSpPr txBox="1"/>
          <p:nvPr/>
        </p:nvSpPr>
        <p:spPr>
          <a:xfrm>
            <a:off x="222885" y="674370"/>
            <a:ext cx="8637270" cy="1014730"/>
          </a:xfrm>
          <a:prstGeom prst="rect">
            <a:avLst/>
          </a:prstGeom>
          <a:noFill/>
        </p:spPr>
        <p:txBody>
          <a:bodyPr wrap="square" rtlCol="0">
            <a:spAutoFit/>
          </a:bodyPr>
          <a:lstStyle/>
          <a:p>
            <a:r>
              <a:rPr lang="zh-CN" altLang="en-US" sz="2000" dirty="0">
                <a:latin typeface="隶书" panose="02010509060101010101" charset="-122"/>
                <a:ea typeface="隶书" panose="02010509060101010101" charset="-122"/>
                <a:cs typeface="隶书" panose="02010509060101010101" charset="-122"/>
                <a:sym typeface="+mn-ea"/>
              </a:rPr>
              <a:t>例</a:t>
            </a:r>
            <a:r>
              <a:rPr lang="en-US" altLang="zh-CN" sz="2000" dirty="0">
                <a:latin typeface="隶书" panose="02010509060101010101" charset="-122"/>
                <a:ea typeface="隶书" panose="02010509060101010101" charset="-122"/>
                <a:cs typeface="隶书" panose="02010509060101010101" charset="-122"/>
                <a:sym typeface="+mn-ea"/>
              </a:rPr>
              <a:t>2</a:t>
            </a:r>
            <a:r>
              <a:rPr lang="zh-CN" altLang="en-US" sz="2000" dirty="0">
                <a:latin typeface="隶书" panose="02010509060101010101" charset="-122"/>
                <a:ea typeface="隶书" panose="02010509060101010101" charset="-122"/>
                <a:cs typeface="隶书" panose="02010509060101010101" charset="-122"/>
                <a:sym typeface="+mn-ea"/>
              </a:rPr>
              <a:t>：将从键盘接收的一串英文字母进行大小写的转换，如何编写代码（假设我们输入的字符除了作为键盘字符输入结束’</a:t>
            </a:r>
            <a:r>
              <a:rPr lang="en-US" altLang="zh-CN" sz="2000" dirty="0">
                <a:latin typeface="隶书" panose="02010509060101010101" charset="-122"/>
                <a:ea typeface="隶书" panose="02010509060101010101" charset="-122"/>
                <a:cs typeface="隶书" panose="02010509060101010101" charset="-122"/>
                <a:sym typeface="+mn-ea"/>
              </a:rPr>
              <a:t>#’</a:t>
            </a:r>
            <a:r>
              <a:rPr lang="zh-CN" altLang="en-US" sz="2000" dirty="0">
                <a:latin typeface="隶书" panose="02010509060101010101" charset="-122"/>
                <a:ea typeface="隶书" panose="02010509060101010101" charset="-122"/>
                <a:cs typeface="隶书" panose="02010509060101010101" charset="-122"/>
                <a:sym typeface="+mn-ea"/>
              </a:rPr>
              <a:t>外都是英文字母），如何编写实现？</a:t>
            </a:r>
            <a:endParaRPr lang="zh-CN" altLang="en-US" sz="2000" dirty="0">
              <a:latin typeface="隶书" panose="02010509060101010101" charset="-122"/>
              <a:ea typeface="隶书" panose="02010509060101010101" charset="-122"/>
              <a:cs typeface="隶书" panose="02010509060101010101" charset="-122"/>
            </a:endParaRPr>
          </a:p>
        </p:txBody>
      </p:sp>
      <p:pic>
        <p:nvPicPr>
          <p:cNvPr id="4" name="图片 3"/>
          <p:cNvPicPr>
            <a:picLocks noChangeAspect="1"/>
          </p:cNvPicPr>
          <p:nvPr/>
        </p:nvPicPr>
        <p:blipFill>
          <a:blip r:embed="rId6"/>
          <a:stretch>
            <a:fillRect/>
          </a:stretch>
        </p:blipFill>
        <p:spPr>
          <a:xfrm>
            <a:off x="3878580" y="1374775"/>
            <a:ext cx="3477260" cy="3746500"/>
          </a:xfrm>
          <a:prstGeom prst="rect">
            <a:avLst/>
          </a:prstGeom>
        </p:spPr>
      </p:pic>
      <p:pic>
        <p:nvPicPr>
          <p:cNvPr id="68609" name="Picture 1" descr="C:\Users\Lenovo\AppData\Roaming\Tencent\Users\646680306\QQ\WinTemp\RichOle\Z5]E8[3]JMU1@E)JRKJZJGW.png"/>
          <p:cNvPicPr>
            <a:picLocks noChangeAspect="1" noChangeArrowheads="1"/>
          </p:cNvPicPr>
          <p:nvPr/>
        </p:nvPicPr>
        <p:blipFill>
          <a:blip r:embed="rId7"/>
          <a:srcRect/>
          <a:stretch>
            <a:fillRect/>
          </a:stretch>
        </p:blipFill>
        <p:spPr bwMode="auto">
          <a:xfrm>
            <a:off x="857224" y="2643188"/>
            <a:ext cx="1428750" cy="5810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3"/>
                                        </p:tgtEl>
                                        <p:attrNameLst>
                                          <p:attrName>style.visibility</p:attrName>
                                        </p:attrNameLst>
                                      </p:cBhvr>
                                      <p:to>
                                        <p:strVal val="visible"/>
                                      </p:to>
                                    </p:set>
                                    <p:anim calcmode="discrete" valueType="clr">
                                      <p:cBhvr override="childStyle">
                                        <p:cTn id="7" dur="80"/>
                                        <p:tgtEl>
                                          <p:spTgt spid="3"/>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3"/>
                                        </p:tgtEl>
                                        <p:attrNameLst>
                                          <p:attrName>fillcolor</p:attrName>
                                        </p:attrNameLst>
                                      </p:cBhvr>
                                      <p:tavLst>
                                        <p:tav tm="0">
                                          <p:val>
                                            <p:clrVal>
                                              <a:schemeClr val="accent2"/>
                                            </p:clrVal>
                                          </p:val>
                                        </p:tav>
                                        <p:tav tm="50000">
                                          <p:val>
                                            <p:clrVal>
                                              <a:schemeClr val="hlink"/>
                                            </p:clrVal>
                                          </p:val>
                                        </p:tav>
                                      </p:tavLst>
                                    </p:anim>
                                    <p:set>
                                      <p:cBhvr>
                                        <p:cTn id="9" dur="80"/>
                                        <p:tgtEl>
                                          <p:spTgt spid="3"/>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4"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 to="" calcmode="lin" valueType="num">
                                      <p:cBhvr>
                                        <p:cTn id="14" dur="1" fill="hold"/>
                                        <p:tgtEl>
                                          <p:spTgt spid="4"/>
                                        </p:tgtEl>
                                      </p:cBhvr>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8609"/>
                                        </p:tgtEl>
                                        <p:attrNameLst>
                                          <p:attrName>style.visibility</p:attrName>
                                        </p:attrNameLst>
                                      </p:cBhvr>
                                      <p:to>
                                        <p:strVal val="visible"/>
                                      </p:to>
                                    </p:set>
                                    <p:anim calcmode="lin" valueType="num">
                                      <p:cBhvr additive="base">
                                        <p:cTn id="19" dur="500" fill="hold"/>
                                        <p:tgtEl>
                                          <p:spTgt spid="68609"/>
                                        </p:tgtEl>
                                        <p:attrNameLst>
                                          <p:attrName>ppt_x</p:attrName>
                                        </p:attrNameLst>
                                      </p:cBhvr>
                                      <p:tavLst>
                                        <p:tav tm="0">
                                          <p:val>
                                            <p:strVal val="#ppt_x"/>
                                          </p:val>
                                        </p:tav>
                                        <p:tav tm="100000">
                                          <p:val>
                                            <p:strVal val="#ppt_x"/>
                                          </p:val>
                                        </p:tav>
                                      </p:tavLst>
                                    </p:anim>
                                    <p:anim calcmode="lin" valueType="num">
                                      <p:cBhvr additive="base">
                                        <p:cTn id="20" dur="500" fill="hold"/>
                                        <p:tgtEl>
                                          <p:spTgt spid="6860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04835" y="4641215"/>
            <a:ext cx="965200" cy="50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文本框 1"/>
          <p:cNvSpPr txBox="1"/>
          <p:nvPr/>
        </p:nvSpPr>
        <p:spPr>
          <a:xfrm>
            <a:off x="240665" y="865505"/>
            <a:ext cx="8397875" cy="2585323"/>
          </a:xfrm>
          <a:prstGeom prst="rect">
            <a:avLst/>
          </a:prstGeom>
          <a:noFill/>
        </p:spPr>
        <p:txBody>
          <a:bodyPr wrap="square" rtlCol="0" anchor="t">
            <a:spAutoFit/>
          </a:bodyPr>
          <a:lstStyle/>
          <a:p>
            <a:pPr marL="342900" lvl="0" indent="-342900">
              <a:lnSpc>
                <a:spcPct val="125000"/>
              </a:lnSpc>
              <a:spcBef>
                <a:spcPct val="20000"/>
              </a:spcBef>
              <a:buClr>
                <a:srgbClr val="0066CC"/>
              </a:buClr>
              <a:buFont typeface="Wingdings" panose="05000000000000000000" pitchFamily="2" charset="2"/>
              <a:buChar char="§"/>
            </a:pPr>
            <a:r>
              <a:rPr lang="zh-CN" altLang="en-US" sz="2000" dirty="0">
                <a:solidFill>
                  <a:schemeClr val="tx1"/>
                </a:solidFill>
                <a:latin typeface="隶书" panose="02010509060101010101" charset="-122"/>
                <a:ea typeface="隶书" panose="02010509060101010101" charset="-122"/>
                <a:cs typeface="隶书" panose="02010509060101010101" charset="-122"/>
                <a:sym typeface="+mn-ea"/>
              </a:rPr>
              <a:t>以上为单个字符的基本知识与处理，如果是连续的多个字符需要处理，我们将如何解决</a:t>
            </a:r>
            <a:r>
              <a:rPr lang="zh-CN" altLang="en-US" sz="2000" dirty="0" smtClean="0">
                <a:solidFill>
                  <a:schemeClr val="tx1"/>
                </a:solidFill>
                <a:latin typeface="隶书" panose="02010509060101010101" charset="-122"/>
                <a:ea typeface="隶书" panose="02010509060101010101" charset="-122"/>
                <a:cs typeface="隶书" panose="02010509060101010101" charset="-122"/>
                <a:sym typeface="+mn-ea"/>
              </a:rPr>
              <a:t>？</a:t>
            </a:r>
            <a:endParaRPr lang="en-US" altLang="zh-CN" sz="2000" dirty="0" smtClean="0">
              <a:solidFill>
                <a:schemeClr val="tx1"/>
              </a:solidFill>
              <a:latin typeface="隶书" panose="02010509060101010101" charset="-122"/>
              <a:ea typeface="隶书" panose="02010509060101010101" charset="-122"/>
              <a:cs typeface="隶书" panose="02010509060101010101" charset="-122"/>
              <a:sym typeface="+mn-ea"/>
            </a:endParaRPr>
          </a:p>
          <a:p>
            <a:pPr marL="342900" lvl="0" indent="-342900">
              <a:lnSpc>
                <a:spcPct val="125000"/>
              </a:lnSpc>
              <a:spcBef>
                <a:spcPct val="20000"/>
              </a:spcBef>
              <a:buClr>
                <a:srgbClr val="0066CC"/>
              </a:buClr>
              <a:buFont typeface="Wingdings" panose="05000000000000000000" pitchFamily="2" charset="2"/>
              <a:buChar char="§"/>
            </a:pPr>
            <a:r>
              <a:rPr lang="zh-CN" altLang="en-US" sz="2000" b="1" dirty="0" smtClean="0">
                <a:solidFill>
                  <a:srgbClr val="0000CC"/>
                </a:solidFill>
                <a:latin typeface="隶书" panose="02010509060101010101" charset="-122"/>
                <a:ea typeface="隶书" panose="02010509060101010101" charset="-122"/>
                <a:cs typeface="隶书" panose="02010509060101010101" charset="-122"/>
                <a:sym typeface="+mn-ea"/>
              </a:rPr>
              <a:t>有两种方案：</a:t>
            </a:r>
            <a:endParaRPr lang="zh-CN" altLang="en-US" sz="2000" b="1" dirty="0">
              <a:solidFill>
                <a:srgbClr val="0000CC"/>
              </a:solidFill>
              <a:latin typeface="隶书" panose="02010509060101010101" charset="-122"/>
              <a:ea typeface="隶书" panose="02010509060101010101" charset="-122"/>
              <a:cs typeface="隶书" panose="02010509060101010101" charset="-122"/>
            </a:endParaRPr>
          </a:p>
          <a:p>
            <a:pPr marL="342900" lvl="0" indent="-342900">
              <a:lnSpc>
                <a:spcPct val="125000"/>
              </a:lnSpc>
              <a:spcBef>
                <a:spcPct val="20000"/>
              </a:spcBef>
              <a:buClr>
                <a:srgbClr val="0066CC"/>
              </a:buClr>
              <a:buFont typeface="Wingdings" panose="05000000000000000000" pitchFamily="2" charset="2"/>
              <a:buChar char="§"/>
            </a:pPr>
            <a:r>
              <a:rPr lang="en-US" altLang="zh-CN" sz="2000" dirty="0" smtClean="0">
                <a:latin typeface="隶书" panose="02010509060101010101" charset="-122"/>
                <a:ea typeface="隶书" panose="02010509060101010101" charset="-122"/>
                <a:cs typeface="隶书" panose="02010509060101010101" charset="-122"/>
                <a:sym typeface="+mn-ea"/>
              </a:rPr>
              <a:t>1</a:t>
            </a:r>
            <a:r>
              <a:rPr lang="zh-CN" altLang="en-US" sz="2000" dirty="0" smtClean="0">
                <a:latin typeface="隶书" panose="02010509060101010101" charset="-122"/>
                <a:ea typeface="隶书" panose="02010509060101010101" charset="-122"/>
                <a:cs typeface="隶书" panose="02010509060101010101" charset="-122"/>
                <a:sym typeface="+mn-ea"/>
              </a:rPr>
              <a:t>、</a:t>
            </a:r>
            <a:r>
              <a:rPr lang="zh-CN" altLang="en-US" sz="2000" dirty="0" smtClean="0">
                <a:solidFill>
                  <a:schemeClr val="tx1"/>
                </a:solidFill>
                <a:latin typeface="隶书" panose="02010509060101010101" charset="-122"/>
                <a:ea typeface="隶书" panose="02010509060101010101" charset="-122"/>
                <a:cs typeface="隶书" panose="02010509060101010101" charset="-122"/>
                <a:sym typeface="+mn-ea"/>
              </a:rPr>
              <a:t>逐一</a:t>
            </a:r>
            <a:r>
              <a:rPr lang="zh-CN" altLang="en-US" sz="2000" dirty="0">
                <a:solidFill>
                  <a:schemeClr val="tx1"/>
                </a:solidFill>
                <a:latin typeface="隶书" panose="02010509060101010101" charset="-122"/>
                <a:ea typeface="隶书" panose="02010509060101010101" charset="-122"/>
                <a:cs typeface="隶书" panose="02010509060101010101" charset="-122"/>
                <a:sym typeface="+mn-ea"/>
              </a:rPr>
              <a:t>处理</a:t>
            </a:r>
            <a:r>
              <a:rPr lang="en-US" altLang="zh-CN" sz="2000" dirty="0">
                <a:solidFill>
                  <a:schemeClr val="tx1"/>
                </a:solidFill>
                <a:latin typeface="隶书" panose="02010509060101010101" charset="-122"/>
                <a:ea typeface="隶书" panose="02010509060101010101" charset="-122"/>
                <a:cs typeface="隶书" panose="02010509060101010101" charset="-122"/>
                <a:sym typeface="+mn-ea"/>
              </a:rPr>
              <a:t>—</a:t>
            </a:r>
            <a:r>
              <a:rPr lang="zh-CN" altLang="en-US" sz="2000" dirty="0">
                <a:solidFill>
                  <a:schemeClr val="tx1"/>
                </a:solidFill>
                <a:latin typeface="隶书" panose="02010509060101010101" charset="-122"/>
                <a:ea typeface="隶书" panose="02010509060101010101" charset="-122"/>
                <a:cs typeface="隶书" panose="02010509060101010101" charset="-122"/>
                <a:sym typeface="+mn-ea"/>
              </a:rPr>
              <a:t>将字符看做一个元素集（整体），然后</a:t>
            </a:r>
            <a:r>
              <a:rPr lang="en-US" altLang="zh-CN" sz="2000" dirty="0" err="1">
                <a:solidFill>
                  <a:schemeClr val="tx1"/>
                </a:solidFill>
                <a:latin typeface="隶书" panose="02010509060101010101" charset="-122"/>
                <a:ea typeface="隶书" panose="02010509060101010101" charset="-122"/>
                <a:cs typeface="隶书" panose="02010509060101010101" charset="-122"/>
                <a:sym typeface="+mn-ea"/>
              </a:rPr>
              <a:t>分别对其中的每一个字符进行分别处理</a:t>
            </a:r>
            <a:r>
              <a:rPr lang="en-US" altLang="zh-CN" sz="2000" dirty="0">
                <a:solidFill>
                  <a:schemeClr val="tx1"/>
                </a:solidFill>
                <a:latin typeface="隶书" panose="02010509060101010101" charset="-122"/>
                <a:ea typeface="隶书" panose="02010509060101010101" charset="-122"/>
                <a:cs typeface="隶书" panose="02010509060101010101" charset="-122"/>
                <a:sym typeface="+mn-ea"/>
              </a:rPr>
              <a:t>—</a:t>
            </a:r>
            <a:r>
              <a:rPr lang="zh-CN" altLang="en-US" sz="2000" dirty="0">
                <a:solidFill>
                  <a:srgbClr val="0000CC"/>
                </a:solidFill>
                <a:latin typeface="隶书" panose="02010509060101010101" charset="-122"/>
                <a:ea typeface="隶书" panose="02010509060101010101" charset="-122"/>
                <a:cs typeface="隶书" panose="02010509060101010101" charset="-122"/>
                <a:sym typeface="+mn-ea"/>
              </a:rPr>
              <a:t>字符数组</a:t>
            </a:r>
            <a:endParaRPr lang="zh-CN" altLang="en-US" sz="2000" dirty="0">
              <a:solidFill>
                <a:srgbClr val="0000CC"/>
              </a:solidFill>
              <a:latin typeface="隶书" panose="02010509060101010101" charset="-122"/>
              <a:ea typeface="隶书" panose="02010509060101010101" charset="-122"/>
              <a:cs typeface="隶书" panose="02010509060101010101" charset="-122"/>
            </a:endParaRPr>
          </a:p>
          <a:p>
            <a:pPr marL="342900" lvl="0" indent="-342900">
              <a:lnSpc>
                <a:spcPct val="125000"/>
              </a:lnSpc>
              <a:spcBef>
                <a:spcPct val="20000"/>
              </a:spcBef>
              <a:buClr>
                <a:srgbClr val="0066CC"/>
              </a:buClr>
              <a:buFont typeface="Wingdings" panose="05000000000000000000" pitchFamily="2" charset="2"/>
              <a:buChar char="§"/>
            </a:pPr>
            <a:r>
              <a:rPr lang="en-US" altLang="zh-CN" sz="2000" dirty="0" smtClean="0">
                <a:solidFill>
                  <a:schemeClr val="tx1"/>
                </a:solidFill>
                <a:latin typeface="隶书" panose="02010509060101010101" charset="-122"/>
                <a:ea typeface="隶书" panose="02010509060101010101" charset="-122"/>
                <a:cs typeface="隶书" panose="02010509060101010101" charset="-122"/>
                <a:sym typeface="+mn-ea"/>
              </a:rPr>
              <a:t>2</a:t>
            </a:r>
            <a:r>
              <a:rPr lang="zh-CN" altLang="en-US" sz="2000" dirty="0" smtClean="0">
                <a:solidFill>
                  <a:schemeClr val="tx1"/>
                </a:solidFill>
                <a:latin typeface="隶书" panose="02010509060101010101" charset="-122"/>
                <a:ea typeface="隶书" panose="02010509060101010101" charset="-122"/>
                <a:cs typeface="隶书" panose="02010509060101010101" charset="-122"/>
                <a:sym typeface="+mn-ea"/>
              </a:rPr>
              <a:t>、整体</a:t>
            </a:r>
            <a:r>
              <a:rPr lang="zh-CN" altLang="en-US" sz="2000" dirty="0">
                <a:solidFill>
                  <a:schemeClr val="tx1"/>
                </a:solidFill>
                <a:latin typeface="隶书" panose="02010509060101010101" charset="-122"/>
                <a:ea typeface="隶书" panose="02010509060101010101" charset="-122"/>
                <a:cs typeface="隶书" panose="02010509060101010101" charset="-122"/>
                <a:sym typeface="+mn-ea"/>
              </a:rPr>
              <a:t>处理</a:t>
            </a:r>
            <a:r>
              <a:rPr lang="en-US" altLang="zh-CN" sz="2000" dirty="0">
                <a:solidFill>
                  <a:schemeClr val="tx1"/>
                </a:solidFill>
                <a:latin typeface="隶书" panose="02010509060101010101" charset="-122"/>
                <a:ea typeface="隶书" panose="02010509060101010101" charset="-122"/>
                <a:cs typeface="隶书" panose="02010509060101010101" charset="-122"/>
                <a:sym typeface="+mn-ea"/>
              </a:rPr>
              <a:t>—</a:t>
            </a:r>
            <a:r>
              <a:rPr lang="zh-CN" altLang="en-US" sz="2000" dirty="0">
                <a:solidFill>
                  <a:schemeClr val="tx1"/>
                </a:solidFill>
                <a:latin typeface="隶书" panose="02010509060101010101" charset="-122"/>
                <a:ea typeface="隶书" panose="02010509060101010101" charset="-122"/>
                <a:cs typeface="隶书" panose="02010509060101010101" charset="-122"/>
                <a:sym typeface="+mn-ea"/>
              </a:rPr>
              <a:t>将连续的字符看做一个整体进行处理</a:t>
            </a:r>
            <a:r>
              <a:rPr lang="en-US" altLang="zh-CN" sz="2000" dirty="0">
                <a:solidFill>
                  <a:schemeClr val="tx1"/>
                </a:solidFill>
                <a:latin typeface="隶书" panose="02010509060101010101" charset="-122"/>
                <a:ea typeface="隶书" panose="02010509060101010101" charset="-122"/>
                <a:cs typeface="隶书" panose="02010509060101010101" charset="-122"/>
                <a:sym typeface="+mn-ea"/>
              </a:rPr>
              <a:t>——</a:t>
            </a:r>
            <a:r>
              <a:rPr lang="zh-CN" altLang="en-US" sz="2000" dirty="0">
                <a:solidFill>
                  <a:srgbClr val="0000CC"/>
                </a:solidFill>
                <a:latin typeface="隶书" panose="02010509060101010101" charset="-122"/>
                <a:ea typeface="隶书" panose="02010509060101010101" charset="-122"/>
                <a:cs typeface="隶书" panose="02010509060101010101" charset="-122"/>
                <a:sym typeface="+mn-ea"/>
              </a:rPr>
              <a:t>字符串</a:t>
            </a:r>
          </a:p>
        </p:txBody>
      </p:sp>
      <p:pic>
        <p:nvPicPr>
          <p:cNvPr id="3" name="Picture 2" descr="E:\倪彩清特美天文档资料\2014年资料汇总\20141219华商参考资料\PPT资料\素材收集\羊年素材系列\羊年素材处理\红梅带福字.pn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59426" b="63450"/>
          <a:stretch>
            <a:fillRect/>
          </a:stretch>
        </p:blipFill>
        <p:spPr bwMode="auto">
          <a:xfrm>
            <a:off x="0" y="0"/>
            <a:ext cx="1223645" cy="72771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2"/>
                                        </p:tgtEl>
                                        <p:attrNameLst>
                                          <p:attrName>style.visibility</p:attrName>
                                        </p:attrNameLst>
                                      </p:cBhvr>
                                      <p:to>
                                        <p:strVal val="visible"/>
                                      </p:to>
                                    </p:set>
                                    <p:anim calcmode="discrete" valueType="clr">
                                      <p:cBhvr override="childStyle">
                                        <p:cTn id="7" dur="80"/>
                                        <p:tgtEl>
                                          <p:spTgt spid="2"/>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
                                        </p:tgtEl>
                                        <p:attrNameLst>
                                          <p:attrName>fillcolor</p:attrName>
                                        </p:attrNameLst>
                                      </p:cBhvr>
                                      <p:tavLst>
                                        <p:tav tm="0">
                                          <p:val>
                                            <p:clrVal>
                                              <a:schemeClr val="accent2"/>
                                            </p:clrVal>
                                          </p:val>
                                        </p:tav>
                                        <p:tav tm="50000">
                                          <p:val>
                                            <p:clrVal>
                                              <a:schemeClr val="hlink"/>
                                            </p:clrVal>
                                          </p:val>
                                        </p:tav>
                                      </p:tavLst>
                                    </p:anim>
                                    <p:set>
                                      <p:cBhvr>
                                        <p:cTn id="9" dur="80"/>
                                        <p:tgtEl>
                                          <p:spTgt spid="2"/>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组合 3"/>
          <p:cNvGrpSpPr/>
          <p:nvPr/>
        </p:nvGrpSpPr>
        <p:grpSpPr>
          <a:xfrm>
            <a:off x="-23495" y="-113665"/>
            <a:ext cx="4674235" cy="787861"/>
            <a:chOff x="201757" y="129906"/>
            <a:chExt cx="6264696" cy="1096834"/>
          </a:xfrm>
        </p:grpSpPr>
        <p:pic>
          <p:nvPicPr>
            <p:cNvPr id="19473" name="Picture 9" descr="F:\ppt素材\图标\我收集的图标\字体\3.png"/>
            <p:cNvPicPr>
              <a:picLocks noChangeAspect="1"/>
            </p:cNvPicPr>
            <p:nvPr/>
          </p:nvPicPr>
          <p:blipFill>
            <a:blip r:embed="rId2"/>
            <a:stretch>
              <a:fillRect/>
            </a:stretch>
          </p:blipFill>
          <p:spPr>
            <a:xfrm rot="5400000">
              <a:off x="2884210" y="-2418911"/>
              <a:ext cx="899790" cy="6264696"/>
            </a:xfrm>
            <a:prstGeom prst="rect">
              <a:avLst/>
            </a:prstGeom>
            <a:noFill/>
            <a:ln w="9525">
              <a:noFill/>
            </a:ln>
          </p:spPr>
        </p:pic>
        <p:pic>
          <p:nvPicPr>
            <p:cNvPr id="19474" name="Picture 6" descr="F:\超棒ppt模板\中国风\中国风物件\maobi.png"/>
            <p:cNvPicPr>
              <a:picLocks noChangeAspect="1"/>
            </p:cNvPicPr>
            <p:nvPr/>
          </p:nvPicPr>
          <p:blipFill>
            <a:blip r:embed="rId3"/>
            <a:stretch>
              <a:fillRect/>
            </a:stretch>
          </p:blipFill>
          <p:spPr>
            <a:xfrm>
              <a:off x="308134" y="129906"/>
              <a:ext cx="775209" cy="775006"/>
            </a:xfrm>
            <a:prstGeom prst="rect">
              <a:avLst/>
            </a:prstGeom>
            <a:noFill/>
            <a:ln w="9525">
              <a:noFill/>
            </a:ln>
          </p:spPr>
        </p:pic>
        <p:sp>
          <p:nvSpPr>
            <p:cNvPr id="19475" name="TextBox 2"/>
            <p:cNvSpPr txBox="1"/>
            <p:nvPr/>
          </p:nvSpPr>
          <p:spPr>
            <a:xfrm>
              <a:off x="1083609" y="500071"/>
              <a:ext cx="2844474" cy="726669"/>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eaLnBrk="1" hangingPunct="1">
                <a:lnSpc>
                  <a:spcPct val="100000"/>
                </a:lnSpc>
                <a:spcBef>
                  <a:spcPct val="0"/>
                </a:spcBef>
                <a:buNone/>
              </a:pPr>
              <a:r>
                <a:rPr lang="zh-CN" altLang="en-US" b="1" dirty="0">
                  <a:solidFill>
                    <a:schemeClr val="bg1"/>
                  </a:solidFill>
                  <a:latin typeface="楷体" panose="02010609060101010101" pitchFamily="1" charset="-122"/>
                  <a:ea typeface="楷体" panose="02010609060101010101" pitchFamily="1" charset="-122"/>
                </a:rPr>
                <a:t>字符数组</a:t>
              </a:r>
            </a:p>
          </p:txBody>
        </p:sp>
      </p:grpSp>
      <p:pic>
        <p:nvPicPr>
          <p:cNvPr id="4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4835" y="4641215"/>
            <a:ext cx="965200" cy="50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文本框 1"/>
          <p:cNvSpPr txBox="1"/>
          <p:nvPr/>
        </p:nvSpPr>
        <p:spPr>
          <a:xfrm>
            <a:off x="348615" y="673100"/>
            <a:ext cx="8498840" cy="3797300"/>
          </a:xfrm>
          <a:prstGeom prst="rect">
            <a:avLst/>
          </a:prstGeom>
          <a:noFill/>
        </p:spPr>
        <p:txBody>
          <a:bodyPr wrap="square" rtlCol="0" anchor="t">
            <a:spAutoFit/>
          </a:bodyPr>
          <a:lstStyle/>
          <a:p>
            <a:pPr lvl="0" indent="0">
              <a:lnSpc>
                <a:spcPct val="120000"/>
              </a:lnSpc>
              <a:spcBef>
                <a:spcPts val="20"/>
              </a:spcBef>
              <a:spcAft>
                <a:spcPts val="0"/>
              </a:spcAft>
              <a:buClr>
                <a:srgbClr val="0066CC"/>
              </a:buClr>
              <a:buFont typeface="Wingdings" panose="05000000000000000000" pitchFamily="2" charset="2"/>
              <a:buNone/>
            </a:pPr>
            <a:r>
              <a:rPr lang="en-US" altLang="zh-CN" sz="2000" dirty="0" smtClean="0">
                <a:solidFill>
                  <a:srgbClr val="000000"/>
                </a:solidFill>
                <a:latin typeface="隶书" panose="02010509060101010101" charset="-122"/>
                <a:ea typeface="隶书" panose="02010509060101010101" charset="-122"/>
                <a:cs typeface="隶书" panose="02010509060101010101" charset="-122"/>
                <a:sym typeface="+mn-ea"/>
              </a:rPr>
              <a:t>    </a:t>
            </a:r>
            <a:r>
              <a:rPr lang="en-US" altLang="zh-CN" sz="2000" dirty="0" err="1" smtClean="0">
                <a:solidFill>
                  <a:srgbClr val="000000"/>
                </a:solidFill>
                <a:latin typeface="隶书" panose="02010509060101010101" charset="-122"/>
                <a:ea typeface="隶书" panose="02010509060101010101" charset="-122"/>
                <a:cs typeface="隶书" panose="02010509060101010101" charset="-122"/>
                <a:sym typeface="+mn-ea"/>
              </a:rPr>
              <a:t>我们</a:t>
            </a:r>
            <a:r>
              <a:rPr lang="zh-CN" altLang="en-US" sz="2000" dirty="0">
                <a:solidFill>
                  <a:srgbClr val="000000"/>
                </a:solidFill>
                <a:latin typeface="隶书" panose="02010509060101010101" charset="-122"/>
                <a:ea typeface="隶书" panose="02010509060101010101" charset="-122"/>
                <a:cs typeface="隶书" panose="02010509060101010101" charset="-122"/>
                <a:sym typeface="+mn-ea"/>
              </a:rPr>
              <a:t>前面学习数组时已经知道：无论数组的元素有多少个，数组中每个元素的</a:t>
            </a:r>
            <a:r>
              <a:rPr lang="zh-CN" altLang="en-US" sz="2000" dirty="0">
                <a:solidFill>
                  <a:srgbClr val="0000CC"/>
                </a:solidFill>
                <a:latin typeface="隶书" panose="02010509060101010101" charset="-122"/>
                <a:ea typeface="隶书" panose="02010509060101010101" charset="-122"/>
                <a:cs typeface="隶书" panose="02010509060101010101" charset="-122"/>
                <a:sym typeface="+mn-ea"/>
              </a:rPr>
              <a:t>类型必须相同</a:t>
            </a:r>
            <a:r>
              <a:rPr lang="zh-CN" altLang="en-US" sz="2000" dirty="0">
                <a:solidFill>
                  <a:srgbClr val="000000"/>
                </a:solidFill>
                <a:latin typeface="隶书" panose="02010509060101010101" charset="-122"/>
                <a:ea typeface="隶书" panose="02010509060101010101" charset="-122"/>
                <a:cs typeface="隶书" panose="02010509060101010101" charset="-122"/>
                <a:sym typeface="+mn-ea"/>
              </a:rPr>
              <a:t>，而且数组元素的类型可以是任何已定义的数据类型，如整形、字符型、实型等。当一个数组的元素类型为字符型时，我们称这个数组为字符数组。</a:t>
            </a:r>
            <a:r>
              <a:rPr lang="zh-CN" altLang="en-US" sz="2000" b="1" dirty="0">
                <a:solidFill>
                  <a:srgbClr val="0000CC"/>
                </a:solidFill>
                <a:latin typeface="隶书" panose="02010509060101010101" charset="-122"/>
                <a:ea typeface="隶书" panose="02010509060101010101" charset="-122"/>
                <a:cs typeface="隶书" panose="02010509060101010101" charset="-122"/>
                <a:sym typeface="+mn-ea"/>
              </a:rPr>
              <a:t>字符数组的每一个元素都是一个字符</a:t>
            </a:r>
            <a:r>
              <a:rPr lang="zh-CN" altLang="en-US" sz="2000" b="1" dirty="0">
                <a:solidFill>
                  <a:srgbClr val="000000"/>
                </a:solidFill>
                <a:latin typeface="隶书" panose="02010509060101010101" charset="-122"/>
                <a:ea typeface="隶书" panose="02010509060101010101" charset="-122"/>
                <a:cs typeface="隶书" panose="02010509060101010101" charset="-122"/>
                <a:sym typeface="+mn-ea"/>
              </a:rPr>
              <a:t>。</a:t>
            </a:r>
            <a:r>
              <a:rPr lang="en-US" altLang="zh-CN" sz="2000" b="1" dirty="0">
                <a:solidFill>
                  <a:srgbClr val="000000"/>
                </a:solidFill>
                <a:latin typeface="隶书" panose="02010509060101010101" charset="-122"/>
                <a:ea typeface="隶书" panose="02010509060101010101" charset="-122"/>
                <a:cs typeface="隶书" panose="02010509060101010101" charset="-122"/>
                <a:sym typeface="+mn-ea"/>
              </a:rPr>
              <a:t>( </a:t>
            </a:r>
            <a:r>
              <a:rPr lang="zh-CN" altLang="en-US" sz="2000" b="1" dirty="0">
                <a:solidFill>
                  <a:srgbClr val="000000"/>
                </a:solidFill>
                <a:latin typeface="隶书" panose="02010509060101010101" charset="-122"/>
                <a:ea typeface="隶书" panose="02010509060101010101" charset="-122"/>
                <a:cs typeface="隶书" panose="02010509060101010101" charset="-122"/>
                <a:sym typeface="+mn-ea"/>
              </a:rPr>
              <a:t>连续的单个字符）</a:t>
            </a:r>
            <a:endParaRPr lang="zh-CN" altLang="en-US" sz="2000" b="1" dirty="0">
              <a:solidFill>
                <a:srgbClr val="000000"/>
              </a:solidFill>
              <a:latin typeface="隶书" panose="02010509060101010101" charset="-122"/>
              <a:ea typeface="隶书" panose="02010509060101010101" charset="-122"/>
              <a:cs typeface="隶书" panose="02010509060101010101" charset="-122"/>
            </a:endParaRPr>
          </a:p>
          <a:p>
            <a:pPr lvl="0" indent="0">
              <a:lnSpc>
                <a:spcPct val="120000"/>
              </a:lnSpc>
              <a:spcBef>
                <a:spcPts val="20"/>
              </a:spcBef>
              <a:spcAft>
                <a:spcPts val="0"/>
              </a:spcAft>
              <a:buClr>
                <a:srgbClr val="0066CC"/>
              </a:buClr>
              <a:buFont typeface="Wingdings" panose="05000000000000000000" pitchFamily="2" charset="2"/>
              <a:buNone/>
            </a:pPr>
            <a:r>
              <a:rPr lang="zh-CN" altLang="en-US" sz="2000" dirty="0" smtClean="0">
                <a:solidFill>
                  <a:srgbClr val="000000"/>
                </a:solidFill>
                <a:latin typeface="隶书" panose="02010509060101010101" charset="-122"/>
                <a:ea typeface="隶书" panose="02010509060101010101" charset="-122"/>
                <a:cs typeface="隶书" panose="02010509060101010101" charset="-122"/>
                <a:sym typeface="+mn-ea"/>
              </a:rPr>
              <a:t>    </a:t>
            </a:r>
            <a:r>
              <a:rPr lang="zh-CN" altLang="en-US" sz="2000" dirty="0" smtClean="0">
                <a:solidFill>
                  <a:srgbClr val="0000CC"/>
                </a:solidFill>
                <a:latin typeface="隶书" panose="02010509060101010101" charset="-122"/>
                <a:ea typeface="隶书" panose="02010509060101010101" charset="-122"/>
                <a:cs typeface="隶书" panose="02010509060101010101" charset="-122"/>
                <a:sym typeface="+mn-ea"/>
              </a:rPr>
              <a:t>字符</a:t>
            </a:r>
            <a:r>
              <a:rPr lang="zh-CN" altLang="en-US" sz="2000" dirty="0">
                <a:solidFill>
                  <a:srgbClr val="0000CC"/>
                </a:solidFill>
                <a:latin typeface="隶书" panose="02010509060101010101" charset="-122"/>
                <a:ea typeface="隶书" panose="02010509060101010101" charset="-122"/>
                <a:cs typeface="隶书" panose="02010509060101010101" charset="-122"/>
                <a:sym typeface="+mn-ea"/>
              </a:rPr>
              <a:t>数组</a:t>
            </a:r>
            <a:r>
              <a:rPr lang="zh-CN" altLang="en-US" sz="2000" dirty="0">
                <a:solidFill>
                  <a:srgbClr val="000000"/>
                </a:solidFill>
                <a:latin typeface="隶书" panose="02010509060101010101" charset="-122"/>
                <a:ea typeface="隶书" panose="02010509060101010101" charset="-122"/>
                <a:cs typeface="隶书" panose="02010509060101010101" charset="-122"/>
                <a:sym typeface="+mn-ea"/>
              </a:rPr>
              <a:t>是计算机非数值处理的基本实现方式之一。</a:t>
            </a:r>
            <a:endParaRPr lang="zh-CN" altLang="en-US" sz="2000" b="1" dirty="0">
              <a:solidFill>
                <a:srgbClr val="000000"/>
              </a:solidFill>
              <a:latin typeface="隶书" panose="02010509060101010101" charset="-122"/>
              <a:ea typeface="隶书" panose="02010509060101010101" charset="-122"/>
              <a:cs typeface="隶书" panose="02010509060101010101" charset="-122"/>
            </a:endParaRPr>
          </a:p>
          <a:p>
            <a:pPr lvl="0" indent="0">
              <a:lnSpc>
                <a:spcPct val="120000"/>
              </a:lnSpc>
              <a:spcBef>
                <a:spcPts val="20"/>
              </a:spcBef>
              <a:spcAft>
                <a:spcPts val="0"/>
              </a:spcAft>
              <a:buClr>
                <a:srgbClr val="0066CC"/>
              </a:buClr>
              <a:buFont typeface="Wingdings" panose="05000000000000000000" pitchFamily="2" charset="2"/>
              <a:buNone/>
            </a:pPr>
            <a:r>
              <a:rPr lang="zh-CN" altLang="en-US" sz="2000" b="1" dirty="0">
                <a:solidFill>
                  <a:srgbClr val="000000"/>
                </a:solidFill>
                <a:latin typeface="隶书" panose="02010509060101010101" charset="-122"/>
                <a:ea typeface="隶书" panose="02010509060101010101" charset="-122"/>
                <a:cs typeface="隶书" panose="02010509060101010101" charset="-122"/>
                <a:sym typeface="+mn-ea"/>
              </a:rPr>
              <a:t>例如：</a:t>
            </a:r>
            <a:endParaRPr lang="zh-CN" altLang="en-US" sz="2000" b="1" dirty="0">
              <a:solidFill>
                <a:srgbClr val="000000"/>
              </a:solidFill>
              <a:latin typeface="隶书" panose="02010509060101010101" charset="-122"/>
              <a:ea typeface="隶书" panose="02010509060101010101" charset="-122"/>
              <a:cs typeface="隶书" panose="02010509060101010101" charset="-122"/>
            </a:endParaRPr>
          </a:p>
          <a:p>
            <a:pPr lvl="0" indent="0">
              <a:lnSpc>
                <a:spcPct val="120000"/>
              </a:lnSpc>
              <a:spcBef>
                <a:spcPts val="20"/>
              </a:spcBef>
              <a:spcAft>
                <a:spcPts val="0"/>
              </a:spcAft>
              <a:buClr>
                <a:srgbClr val="0066CC"/>
              </a:buClr>
              <a:buFont typeface="Wingdings" panose="05000000000000000000" pitchFamily="2" charset="2"/>
              <a:buNone/>
            </a:pPr>
            <a:r>
              <a:rPr lang="en-US" altLang="zh-CN" sz="2000" b="1" dirty="0">
                <a:solidFill>
                  <a:srgbClr val="FF0000"/>
                </a:solidFill>
                <a:latin typeface="隶书" panose="02010509060101010101" charset="-122"/>
                <a:ea typeface="隶书" panose="02010509060101010101" charset="-122"/>
                <a:cs typeface="隶书" panose="02010509060101010101" charset="-122"/>
                <a:sym typeface="+mn-ea"/>
              </a:rPr>
              <a:t>char c[5];</a:t>
            </a:r>
            <a:endParaRPr lang="en-US" altLang="zh-CN" sz="2000" b="1" dirty="0">
              <a:solidFill>
                <a:srgbClr val="FF0000"/>
              </a:solidFill>
              <a:latin typeface="隶书" panose="02010509060101010101" charset="-122"/>
              <a:ea typeface="隶书" panose="02010509060101010101" charset="-122"/>
              <a:cs typeface="隶书" panose="02010509060101010101" charset="-122"/>
            </a:endParaRPr>
          </a:p>
          <a:p>
            <a:pPr lvl="0" indent="0">
              <a:lnSpc>
                <a:spcPct val="120000"/>
              </a:lnSpc>
              <a:spcBef>
                <a:spcPts val="20"/>
              </a:spcBef>
              <a:spcAft>
                <a:spcPts val="0"/>
              </a:spcAft>
              <a:buClr>
                <a:srgbClr val="0066CC"/>
              </a:buClr>
              <a:buFont typeface="Wingdings" panose="05000000000000000000" pitchFamily="2" charset="2"/>
              <a:buNone/>
            </a:pPr>
            <a:r>
              <a:rPr lang="en-US" altLang="zh-CN" sz="2000" b="1" dirty="0">
                <a:solidFill>
                  <a:srgbClr val="FF0000"/>
                </a:solidFill>
                <a:latin typeface="隶书" panose="02010509060101010101" charset="-122"/>
                <a:ea typeface="隶书" panose="02010509060101010101" charset="-122"/>
                <a:cs typeface="隶书" panose="02010509060101010101" charset="-122"/>
                <a:sym typeface="+mn-ea"/>
              </a:rPr>
              <a:t>c[0]='</a:t>
            </a:r>
            <a:r>
              <a:rPr lang="en-US" altLang="zh-CN" sz="2000" b="1" dirty="0" err="1">
                <a:solidFill>
                  <a:srgbClr val="FF0000"/>
                </a:solidFill>
                <a:latin typeface="隶书" panose="02010509060101010101" charset="-122"/>
                <a:ea typeface="隶书" panose="02010509060101010101" charset="-122"/>
                <a:cs typeface="隶书" panose="02010509060101010101" charset="-122"/>
                <a:sym typeface="+mn-ea"/>
              </a:rPr>
              <a:t>H';</a:t>
            </a:r>
            <a:r>
              <a:rPr lang="en-US" altLang="zh-CN" sz="2000" b="1" dirty="0" err="1" smtClean="0">
                <a:solidFill>
                  <a:srgbClr val="FF0000"/>
                </a:solidFill>
                <a:latin typeface="隶书" panose="02010509060101010101" charset="-122"/>
                <a:ea typeface="隶书" panose="02010509060101010101" charset="-122"/>
                <a:cs typeface="隶书" panose="02010509060101010101" charset="-122"/>
                <a:sym typeface="+mn-ea"/>
              </a:rPr>
              <a:t>c</a:t>
            </a:r>
            <a:r>
              <a:rPr lang="en-US" altLang="zh-CN" sz="2000" b="1" dirty="0" smtClean="0">
                <a:solidFill>
                  <a:srgbClr val="FF0000"/>
                </a:solidFill>
                <a:latin typeface="隶书" panose="02010509060101010101" charset="-122"/>
                <a:ea typeface="隶书" panose="02010509060101010101" charset="-122"/>
                <a:cs typeface="隶书" panose="02010509060101010101" charset="-122"/>
                <a:sym typeface="+mn-ea"/>
              </a:rPr>
              <a:t>[1]=</a:t>
            </a:r>
            <a:r>
              <a:rPr lang="en-US" altLang="zh-CN" sz="2000" b="1" dirty="0">
                <a:solidFill>
                  <a:srgbClr val="FF0000"/>
                </a:solidFill>
                <a:latin typeface="隶书" panose="02010509060101010101" charset="-122"/>
                <a:ea typeface="隶书" panose="02010509060101010101" charset="-122"/>
                <a:cs typeface="隶书" panose="02010509060101010101" charset="-122"/>
                <a:sym typeface="+mn-ea"/>
              </a:rPr>
              <a:t>'</a:t>
            </a:r>
            <a:r>
              <a:rPr lang="en-US" altLang="zh-CN" sz="2000" b="1" dirty="0" err="1">
                <a:solidFill>
                  <a:srgbClr val="FF0000"/>
                </a:solidFill>
                <a:latin typeface="隶书" panose="02010509060101010101" charset="-122"/>
                <a:ea typeface="隶书" panose="02010509060101010101" charset="-122"/>
                <a:cs typeface="隶书" panose="02010509060101010101" charset="-122"/>
                <a:sym typeface="+mn-ea"/>
              </a:rPr>
              <a:t>e';</a:t>
            </a:r>
            <a:r>
              <a:rPr lang="en-US" altLang="zh-CN" sz="2000" b="1" dirty="0" err="1" smtClean="0">
                <a:solidFill>
                  <a:srgbClr val="FF0000"/>
                </a:solidFill>
                <a:latin typeface="隶书" panose="02010509060101010101" charset="-122"/>
                <a:ea typeface="隶书" panose="02010509060101010101" charset="-122"/>
                <a:cs typeface="隶书" panose="02010509060101010101" charset="-122"/>
                <a:sym typeface="+mn-ea"/>
              </a:rPr>
              <a:t>c</a:t>
            </a:r>
            <a:r>
              <a:rPr lang="en-US" altLang="zh-CN" sz="2000" b="1" dirty="0" smtClean="0">
                <a:solidFill>
                  <a:srgbClr val="FF0000"/>
                </a:solidFill>
                <a:latin typeface="隶书" panose="02010509060101010101" charset="-122"/>
                <a:ea typeface="隶书" panose="02010509060101010101" charset="-122"/>
                <a:cs typeface="隶书" panose="02010509060101010101" charset="-122"/>
                <a:sym typeface="+mn-ea"/>
              </a:rPr>
              <a:t>[2]=</a:t>
            </a:r>
            <a:r>
              <a:rPr lang="en-US" altLang="zh-CN" sz="2000" b="1" dirty="0">
                <a:solidFill>
                  <a:srgbClr val="FF0000"/>
                </a:solidFill>
                <a:latin typeface="隶书" panose="02010509060101010101" charset="-122"/>
                <a:ea typeface="隶书" panose="02010509060101010101" charset="-122"/>
                <a:cs typeface="隶书" panose="02010509060101010101" charset="-122"/>
                <a:sym typeface="+mn-ea"/>
              </a:rPr>
              <a:t>'</a:t>
            </a:r>
            <a:r>
              <a:rPr lang="en-US" altLang="zh-CN" sz="2000" b="1" dirty="0" err="1">
                <a:solidFill>
                  <a:srgbClr val="FF0000"/>
                </a:solidFill>
                <a:latin typeface="隶书" panose="02010509060101010101" charset="-122"/>
                <a:ea typeface="隶书" panose="02010509060101010101" charset="-122"/>
                <a:cs typeface="隶书" panose="02010509060101010101" charset="-122"/>
                <a:sym typeface="+mn-ea"/>
              </a:rPr>
              <a:t>l';</a:t>
            </a:r>
            <a:r>
              <a:rPr lang="en-US" altLang="zh-CN" sz="2000" b="1" dirty="0" err="1" smtClean="0">
                <a:solidFill>
                  <a:srgbClr val="FF0000"/>
                </a:solidFill>
                <a:latin typeface="隶书" panose="02010509060101010101" charset="-122"/>
                <a:ea typeface="隶书" panose="02010509060101010101" charset="-122"/>
                <a:cs typeface="隶书" panose="02010509060101010101" charset="-122"/>
                <a:sym typeface="+mn-ea"/>
              </a:rPr>
              <a:t>c</a:t>
            </a:r>
            <a:r>
              <a:rPr lang="en-US" altLang="zh-CN" sz="2000" b="1" dirty="0" smtClean="0">
                <a:solidFill>
                  <a:srgbClr val="FF0000"/>
                </a:solidFill>
                <a:latin typeface="隶书" panose="02010509060101010101" charset="-122"/>
                <a:ea typeface="隶书" panose="02010509060101010101" charset="-122"/>
                <a:cs typeface="隶书" panose="02010509060101010101" charset="-122"/>
                <a:sym typeface="+mn-ea"/>
              </a:rPr>
              <a:t>[3]=</a:t>
            </a:r>
            <a:r>
              <a:rPr lang="en-US" altLang="zh-CN" sz="2000" b="1" dirty="0">
                <a:solidFill>
                  <a:srgbClr val="FF0000"/>
                </a:solidFill>
                <a:latin typeface="隶书" panose="02010509060101010101" charset="-122"/>
                <a:ea typeface="隶书" panose="02010509060101010101" charset="-122"/>
                <a:cs typeface="隶书" panose="02010509060101010101" charset="-122"/>
                <a:sym typeface="+mn-ea"/>
              </a:rPr>
              <a:t>'</a:t>
            </a:r>
            <a:r>
              <a:rPr lang="en-US" altLang="zh-CN" sz="2000" b="1" dirty="0" err="1">
                <a:solidFill>
                  <a:srgbClr val="FF0000"/>
                </a:solidFill>
                <a:latin typeface="隶书" panose="02010509060101010101" charset="-122"/>
                <a:ea typeface="隶书" panose="02010509060101010101" charset="-122"/>
                <a:cs typeface="隶书" panose="02010509060101010101" charset="-122"/>
                <a:sym typeface="+mn-ea"/>
              </a:rPr>
              <a:t>l';</a:t>
            </a:r>
            <a:r>
              <a:rPr lang="en-US" altLang="zh-CN" sz="2000" b="1" dirty="0" err="1" smtClean="0">
                <a:solidFill>
                  <a:srgbClr val="FF0000"/>
                </a:solidFill>
                <a:latin typeface="隶书" panose="02010509060101010101" charset="-122"/>
                <a:ea typeface="隶书" panose="02010509060101010101" charset="-122"/>
                <a:cs typeface="隶书" panose="02010509060101010101" charset="-122"/>
                <a:sym typeface="+mn-ea"/>
              </a:rPr>
              <a:t>c</a:t>
            </a:r>
            <a:r>
              <a:rPr lang="en-US" altLang="zh-CN" sz="2000" b="1" dirty="0" smtClean="0">
                <a:solidFill>
                  <a:srgbClr val="FF0000"/>
                </a:solidFill>
                <a:latin typeface="隶书" panose="02010509060101010101" charset="-122"/>
                <a:ea typeface="隶书" panose="02010509060101010101" charset="-122"/>
                <a:cs typeface="隶书" panose="02010509060101010101" charset="-122"/>
                <a:sym typeface="+mn-ea"/>
              </a:rPr>
              <a:t>[4]=</a:t>
            </a:r>
            <a:r>
              <a:rPr lang="en-US" altLang="zh-CN" sz="2000" b="1" dirty="0">
                <a:solidFill>
                  <a:srgbClr val="FF0000"/>
                </a:solidFill>
                <a:latin typeface="隶书" panose="02010509060101010101" charset="-122"/>
                <a:ea typeface="隶书" panose="02010509060101010101" charset="-122"/>
                <a:cs typeface="隶书" panose="02010509060101010101" charset="-122"/>
                <a:sym typeface="+mn-ea"/>
              </a:rPr>
              <a:t>'o';</a:t>
            </a:r>
            <a:endParaRPr lang="en-US" altLang="zh-CN" sz="2000" dirty="0">
              <a:solidFill>
                <a:srgbClr val="FF0000"/>
              </a:solidFill>
              <a:latin typeface="隶书" panose="02010509060101010101" charset="-122"/>
              <a:ea typeface="隶书" panose="02010509060101010101" charset="-122"/>
              <a:cs typeface="隶书" panose="02010509060101010101" charset="-122"/>
            </a:endParaRPr>
          </a:p>
          <a:p>
            <a:pPr lvl="0" indent="0">
              <a:lnSpc>
                <a:spcPct val="120000"/>
              </a:lnSpc>
              <a:spcBef>
                <a:spcPts val="20"/>
              </a:spcBef>
              <a:spcAft>
                <a:spcPts val="0"/>
              </a:spcAft>
              <a:buClr>
                <a:srgbClr val="0066CC"/>
              </a:buClr>
              <a:buFont typeface="Wingdings" panose="05000000000000000000" pitchFamily="2" charset="2"/>
              <a:buNone/>
            </a:pPr>
            <a:r>
              <a:rPr lang="zh-CN" altLang="en-US" sz="2000" dirty="0" smtClean="0">
                <a:solidFill>
                  <a:srgbClr val="000000"/>
                </a:solidFill>
                <a:latin typeface="隶书" panose="02010509060101010101" charset="-122"/>
                <a:ea typeface="隶书" panose="02010509060101010101" charset="-122"/>
                <a:cs typeface="隶书" panose="02010509060101010101" charset="-122"/>
                <a:sym typeface="+mn-ea"/>
              </a:rPr>
              <a:t>其在内存中的存储形式如图所示：</a:t>
            </a:r>
            <a:endParaRPr lang="zh-CN" altLang="en-US" sz="2000" dirty="0">
              <a:latin typeface="隶书" panose="02010509060101010101" charset="-122"/>
              <a:ea typeface="隶书" panose="02010509060101010101" charset="-122"/>
              <a:cs typeface="隶书" panose="02010509060101010101" charset="-122"/>
            </a:endParaRPr>
          </a:p>
        </p:txBody>
      </p:sp>
      <p:graphicFrame>
        <p:nvGraphicFramePr>
          <p:cNvPr id="17" name="内容占位符 14353"/>
          <p:cNvGraphicFramePr/>
          <p:nvPr/>
        </p:nvGraphicFramePr>
        <p:xfrm>
          <a:off x="589095" y="4470125"/>
          <a:ext cx="4752975" cy="457836"/>
        </p:xfrm>
        <a:graphic>
          <a:graphicData uri="http://schemas.openxmlformats.org/drawingml/2006/table">
            <a:tbl>
              <a:tblPr/>
              <a:tblGrid>
                <a:gridCol w="950913">
                  <a:extLst>
                    <a:ext uri="{9D8B030D-6E8A-4147-A177-3AD203B41FA5}">
                      <a16:colId xmlns="" xmlns:a16="http://schemas.microsoft.com/office/drawing/2014/main" val="20000"/>
                    </a:ext>
                  </a:extLst>
                </a:gridCol>
                <a:gridCol w="950912">
                  <a:extLst>
                    <a:ext uri="{9D8B030D-6E8A-4147-A177-3AD203B41FA5}">
                      <a16:colId xmlns="" xmlns:a16="http://schemas.microsoft.com/office/drawing/2014/main" val="20001"/>
                    </a:ext>
                  </a:extLst>
                </a:gridCol>
                <a:gridCol w="949325">
                  <a:extLst>
                    <a:ext uri="{9D8B030D-6E8A-4147-A177-3AD203B41FA5}">
                      <a16:colId xmlns="" xmlns:a16="http://schemas.microsoft.com/office/drawing/2014/main" val="20002"/>
                    </a:ext>
                  </a:extLst>
                </a:gridCol>
                <a:gridCol w="950913">
                  <a:extLst>
                    <a:ext uri="{9D8B030D-6E8A-4147-A177-3AD203B41FA5}">
                      <a16:colId xmlns="" xmlns:a16="http://schemas.microsoft.com/office/drawing/2014/main" val="20003"/>
                    </a:ext>
                  </a:extLst>
                </a:gridCol>
                <a:gridCol w="950912">
                  <a:extLst>
                    <a:ext uri="{9D8B030D-6E8A-4147-A177-3AD203B41FA5}">
                      <a16:colId xmlns="" xmlns:a16="http://schemas.microsoft.com/office/drawing/2014/main" val="20004"/>
                    </a:ext>
                  </a:extLst>
                </a:gridCol>
              </a:tblGrid>
              <a:tr h="452120">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3765" rtl="0" eaLnBrk="1" latinLnBrk="0" hangingPunct="1">
                        <a:buClr>
                          <a:schemeClr val="tx2"/>
                        </a:buClr>
                        <a:buSzPct val="85000"/>
                        <a:defRPr sz="2400" kern="1200">
                          <a:solidFill>
                            <a:schemeClr val="tx1"/>
                          </a:solidFill>
                          <a:latin typeface="Arial" panose="020B0604020202020204"/>
                          <a:ea typeface="宋体" panose="02010600030101010101" pitchFamily="2" charset="-122"/>
                        </a:defRPr>
                      </a:lvl2pPr>
                      <a:lvl3pPr marL="1143000" lvl="2" indent="-228600" algn="l" defTabSz="913765" rtl="0" eaLnBrk="1" latinLnBrk="0" hangingPunct="1">
                        <a:buClr>
                          <a:schemeClr val="hlink"/>
                        </a:buClr>
                        <a:defRPr sz="2000" kern="1200">
                          <a:solidFill>
                            <a:schemeClr val="tx1"/>
                          </a:solidFill>
                          <a:latin typeface="Arial" panose="020B0604020202020204"/>
                          <a:ea typeface="宋体" panose="02010600030101010101" pitchFamily="2" charset="-122"/>
                        </a:defRPr>
                      </a:lvl3pPr>
                      <a:lvl4pPr marL="1600200" lvl="3" indent="-228600" algn="l" defTabSz="913765" rtl="0" eaLnBrk="1" latinLnBrk="0" hangingPunct="1">
                        <a:buClr>
                          <a:schemeClr val="tx2"/>
                        </a:buClr>
                        <a:defRPr sz="1800" kern="1200">
                          <a:solidFill>
                            <a:schemeClr val="tx1"/>
                          </a:solidFill>
                          <a:latin typeface="Arial" panose="020B0604020202020204"/>
                          <a:ea typeface="宋体" panose="02010600030101010101" pitchFamily="2" charset="-122"/>
                        </a:defRPr>
                      </a:lvl4pPr>
                      <a:lvl5pPr marL="2057400" lvl="4" indent="-228600" algn="l" defTabSz="913765" rtl="0" eaLnBrk="1" latinLnBrk="0" hangingPunct="1">
                        <a:buClr>
                          <a:schemeClr val="hlink"/>
                        </a:buClr>
                        <a:buFont typeface="Wingdings 2" panose="05020102010507070707" pitchFamily="18" charset="2"/>
                        <a:defRPr sz="1800" kern="1200">
                          <a:solidFill>
                            <a:schemeClr val="tx1"/>
                          </a:solidFill>
                          <a:latin typeface="Arial" panose="020B0604020202020204"/>
                          <a:ea typeface="宋体" panose="02010600030101010101" pitchFamily="2" charset="-122"/>
                        </a:defRPr>
                      </a:lvl5pPr>
                      <a:lvl6pPr marL="2286000" algn="l" defTabSz="913765" rtl="0" eaLnBrk="1" latinLnBrk="0" hangingPunct="1">
                        <a:defRPr sz="1800" kern="1200">
                          <a:solidFill>
                            <a:schemeClr val="tx1"/>
                          </a:solidFill>
                          <a:latin typeface="Arial" panose="020B0604020202020204"/>
                          <a:ea typeface="宋体" panose="02010600030101010101" pitchFamily="2" charset="-122"/>
                        </a:defRPr>
                      </a:lvl6pPr>
                      <a:lvl7pPr marL="2743200" algn="l" defTabSz="913765" rtl="0" eaLnBrk="1" latinLnBrk="0" hangingPunct="1">
                        <a:defRPr sz="1800" kern="1200">
                          <a:solidFill>
                            <a:schemeClr val="tx1"/>
                          </a:solidFill>
                          <a:latin typeface="Arial" panose="020B0604020202020204"/>
                          <a:ea typeface="宋体" panose="02010600030101010101" pitchFamily="2" charset="-122"/>
                        </a:defRPr>
                      </a:lvl7pPr>
                      <a:lvl8pPr marL="3199765" algn="l" defTabSz="913765" rtl="0" eaLnBrk="1" latinLnBrk="0" hangingPunct="1">
                        <a:defRPr sz="1800" kern="1200">
                          <a:solidFill>
                            <a:schemeClr val="tx1"/>
                          </a:solidFill>
                          <a:latin typeface="Arial" panose="020B0604020202020204"/>
                          <a:ea typeface="宋体" panose="02010600030101010101" pitchFamily="2" charset="-122"/>
                        </a:defRPr>
                      </a:lvl8pPr>
                      <a:lvl9pPr marL="3656965" algn="l" defTabSz="913765" rtl="0" eaLnBrk="1" latinLnBrk="0" hangingPunct="1">
                        <a:defRPr sz="1800" kern="1200">
                          <a:solidFill>
                            <a:schemeClr val="tx1"/>
                          </a:solidFill>
                          <a:latin typeface="Arial" panose="020B0604020202020204"/>
                          <a:ea typeface="宋体" panose="02010600030101010101" pitchFamily="2" charset="-122"/>
                        </a:defRPr>
                      </a:lvl9pPr>
                    </a:lstStyle>
                    <a:p>
                      <a:pPr marL="0" lvl="0" indent="0" algn="ctr">
                        <a:spcBef>
                          <a:spcPct val="0"/>
                        </a:spcBef>
                        <a:buNone/>
                      </a:pPr>
                      <a:r>
                        <a:rPr lang="en-US" altLang="x-none" sz="2400" dirty="0">
                          <a:latin typeface="Calibri" panose="020F0502020204030204" charset="0"/>
                          <a:ea typeface="Times New Roman" panose="02020603050405020304" charset="0"/>
                        </a:rPr>
                        <a:t>H</a:t>
                      </a:r>
                      <a:endParaRPr lang="en-US" altLang="x-none" sz="2400" dirty="0"/>
                    </a:p>
                  </a:txBody>
                  <a:tcPr marT="46038" marB="4603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3765" rtl="0" eaLnBrk="1" latinLnBrk="0" hangingPunct="1">
                        <a:buClr>
                          <a:schemeClr val="tx2"/>
                        </a:buClr>
                        <a:buSzPct val="85000"/>
                        <a:defRPr sz="2400" kern="1200">
                          <a:solidFill>
                            <a:schemeClr val="tx1"/>
                          </a:solidFill>
                          <a:latin typeface="Arial" panose="020B0604020202020204"/>
                          <a:ea typeface="宋体" panose="02010600030101010101" pitchFamily="2" charset="-122"/>
                        </a:defRPr>
                      </a:lvl2pPr>
                      <a:lvl3pPr marL="1143000" lvl="2" indent="-228600" algn="l" defTabSz="913765" rtl="0" eaLnBrk="1" latinLnBrk="0" hangingPunct="1">
                        <a:buClr>
                          <a:schemeClr val="hlink"/>
                        </a:buClr>
                        <a:defRPr sz="2000" kern="1200">
                          <a:solidFill>
                            <a:schemeClr val="tx1"/>
                          </a:solidFill>
                          <a:latin typeface="Arial" panose="020B0604020202020204"/>
                          <a:ea typeface="宋体" panose="02010600030101010101" pitchFamily="2" charset="-122"/>
                        </a:defRPr>
                      </a:lvl3pPr>
                      <a:lvl4pPr marL="1600200" lvl="3" indent="-228600" algn="l" defTabSz="913765" rtl="0" eaLnBrk="1" latinLnBrk="0" hangingPunct="1">
                        <a:buClr>
                          <a:schemeClr val="tx2"/>
                        </a:buClr>
                        <a:defRPr sz="1800" kern="1200">
                          <a:solidFill>
                            <a:schemeClr val="tx1"/>
                          </a:solidFill>
                          <a:latin typeface="Arial" panose="020B0604020202020204"/>
                          <a:ea typeface="宋体" panose="02010600030101010101" pitchFamily="2" charset="-122"/>
                        </a:defRPr>
                      </a:lvl4pPr>
                      <a:lvl5pPr marL="2057400" lvl="4" indent="-228600" algn="l" defTabSz="913765" rtl="0" eaLnBrk="1" latinLnBrk="0" hangingPunct="1">
                        <a:buClr>
                          <a:schemeClr val="hlink"/>
                        </a:buClr>
                        <a:buFont typeface="Wingdings 2" panose="05020102010507070707" pitchFamily="18" charset="2"/>
                        <a:defRPr sz="1800" kern="1200">
                          <a:solidFill>
                            <a:schemeClr val="tx1"/>
                          </a:solidFill>
                          <a:latin typeface="Arial" panose="020B0604020202020204"/>
                          <a:ea typeface="宋体" panose="02010600030101010101" pitchFamily="2" charset="-122"/>
                        </a:defRPr>
                      </a:lvl5pPr>
                      <a:lvl6pPr marL="2286000" algn="l" defTabSz="913765" rtl="0" eaLnBrk="1" latinLnBrk="0" hangingPunct="1">
                        <a:defRPr sz="1800" kern="1200">
                          <a:solidFill>
                            <a:schemeClr val="tx1"/>
                          </a:solidFill>
                          <a:latin typeface="Arial" panose="020B0604020202020204"/>
                          <a:ea typeface="宋体" panose="02010600030101010101" pitchFamily="2" charset="-122"/>
                        </a:defRPr>
                      </a:lvl6pPr>
                      <a:lvl7pPr marL="2743200" algn="l" defTabSz="913765" rtl="0" eaLnBrk="1" latinLnBrk="0" hangingPunct="1">
                        <a:defRPr sz="1800" kern="1200">
                          <a:solidFill>
                            <a:schemeClr val="tx1"/>
                          </a:solidFill>
                          <a:latin typeface="Arial" panose="020B0604020202020204"/>
                          <a:ea typeface="宋体" panose="02010600030101010101" pitchFamily="2" charset="-122"/>
                        </a:defRPr>
                      </a:lvl7pPr>
                      <a:lvl8pPr marL="3199765" algn="l" defTabSz="913765" rtl="0" eaLnBrk="1" latinLnBrk="0" hangingPunct="1">
                        <a:defRPr sz="1800" kern="1200">
                          <a:solidFill>
                            <a:schemeClr val="tx1"/>
                          </a:solidFill>
                          <a:latin typeface="Arial" panose="020B0604020202020204"/>
                          <a:ea typeface="宋体" panose="02010600030101010101" pitchFamily="2" charset="-122"/>
                        </a:defRPr>
                      </a:lvl8pPr>
                      <a:lvl9pPr marL="3656965" algn="l" defTabSz="913765" rtl="0" eaLnBrk="1" latinLnBrk="0" hangingPunct="1">
                        <a:defRPr sz="1800" kern="1200">
                          <a:solidFill>
                            <a:schemeClr val="tx1"/>
                          </a:solidFill>
                          <a:latin typeface="Arial" panose="020B0604020202020204"/>
                          <a:ea typeface="宋体" panose="02010600030101010101" pitchFamily="2" charset="-122"/>
                        </a:defRPr>
                      </a:lvl9pPr>
                    </a:lstStyle>
                    <a:p>
                      <a:pPr marL="0" lvl="0" indent="0" algn="ctr">
                        <a:spcBef>
                          <a:spcPct val="0"/>
                        </a:spcBef>
                        <a:buNone/>
                      </a:pPr>
                      <a:r>
                        <a:rPr lang="en-US" altLang="x-none" sz="2400">
                          <a:latin typeface="Calibri" panose="020F0502020204030204" charset="0"/>
                          <a:ea typeface="Times New Roman" panose="02020603050405020304" charset="0"/>
                        </a:rPr>
                        <a:t>e</a:t>
                      </a:r>
                      <a:endParaRPr lang="en-US" altLang="x-none" sz="2400"/>
                    </a:p>
                  </a:txBody>
                  <a:tcPr marT="46038" marB="4603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3765" rtl="0" eaLnBrk="1" latinLnBrk="0" hangingPunct="1">
                        <a:buClr>
                          <a:schemeClr val="tx2"/>
                        </a:buClr>
                        <a:buSzPct val="85000"/>
                        <a:defRPr sz="2400" kern="1200">
                          <a:solidFill>
                            <a:schemeClr val="tx1"/>
                          </a:solidFill>
                          <a:latin typeface="Arial" panose="020B0604020202020204"/>
                          <a:ea typeface="宋体" panose="02010600030101010101" pitchFamily="2" charset="-122"/>
                        </a:defRPr>
                      </a:lvl2pPr>
                      <a:lvl3pPr marL="1143000" lvl="2" indent="-228600" algn="l" defTabSz="913765" rtl="0" eaLnBrk="1" latinLnBrk="0" hangingPunct="1">
                        <a:buClr>
                          <a:schemeClr val="hlink"/>
                        </a:buClr>
                        <a:defRPr sz="2000" kern="1200">
                          <a:solidFill>
                            <a:schemeClr val="tx1"/>
                          </a:solidFill>
                          <a:latin typeface="Arial" panose="020B0604020202020204"/>
                          <a:ea typeface="宋体" panose="02010600030101010101" pitchFamily="2" charset="-122"/>
                        </a:defRPr>
                      </a:lvl3pPr>
                      <a:lvl4pPr marL="1600200" lvl="3" indent="-228600" algn="l" defTabSz="913765" rtl="0" eaLnBrk="1" latinLnBrk="0" hangingPunct="1">
                        <a:buClr>
                          <a:schemeClr val="tx2"/>
                        </a:buClr>
                        <a:defRPr sz="1800" kern="1200">
                          <a:solidFill>
                            <a:schemeClr val="tx1"/>
                          </a:solidFill>
                          <a:latin typeface="Arial" panose="020B0604020202020204"/>
                          <a:ea typeface="宋体" panose="02010600030101010101" pitchFamily="2" charset="-122"/>
                        </a:defRPr>
                      </a:lvl4pPr>
                      <a:lvl5pPr marL="2057400" lvl="4" indent="-228600" algn="l" defTabSz="913765" rtl="0" eaLnBrk="1" latinLnBrk="0" hangingPunct="1">
                        <a:buClr>
                          <a:schemeClr val="hlink"/>
                        </a:buClr>
                        <a:buFont typeface="Wingdings 2" panose="05020102010507070707" pitchFamily="18" charset="2"/>
                        <a:defRPr sz="1800" kern="1200">
                          <a:solidFill>
                            <a:schemeClr val="tx1"/>
                          </a:solidFill>
                          <a:latin typeface="Arial" panose="020B0604020202020204"/>
                          <a:ea typeface="宋体" panose="02010600030101010101" pitchFamily="2" charset="-122"/>
                        </a:defRPr>
                      </a:lvl5pPr>
                      <a:lvl6pPr marL="2286000" algn="l" defTabSz="913765" rtl="0" eaLnBrk="1" latinLnBrk="0" hangingPunct="1">
                        <a:defRPr sz="1800" kern="1200">
                          <a:solidFill>
                            <a:schemeClr val="tx1"/>
                          </a:solidFill>
                          <a:latin typeface="Arial" panose="020B0604020202020204"/>
                          <a:ea typeface="宋体" panose="02010600030101010101" pitchFamily="2" charset="-122"/>
                        </a:defRPr>
                      </a:lvl6pPr>
                      <a:lvl7pPr marL="2743200" algn="l" defTabSz="913765" rtl="0" eaLnBrk="1" latinLnBrk="0" hangingPunct="1">
                        <a:defRPr sz="1800" kern="1200">
                          <a:solidFill>
                            <a:schemeClr val="tx1"/>
                          </a:solidFill>
                          <a:latin typeface="Arial" panose="020B0604020202020204"/>
                          <a:ea typeface="宋体" panose="02010600030101010101" pitchFamily="2" charset="-122"/>
                        </a:defRPr>
                      </a:lvl7pPr>
                      <a:lvl8pPr marL="3199765" algn="l" defTabSz="913765" rtl="0" eaLnBrk="1" latinLnBrk="0" hangingPunct="1">
                        <a:defRPr sz="1800" kern="1200">
                          <a:solidFill>
                            <a:schemeClr val="tx1"/>
                          </a:solidFill>
                          <a:latin typeface="Arial" panose="020B0604020202020204"/>
                          <a:ea typeface="宋体" panose="02010600030101010101" pitchFamily="2" charset="-122"/>
                        </a:defRPr>
                      </a:lvl8pPr>
                      <a:lvl9pPr marL="3656965" algn="l" defTabSz="913765" rtl="0" eaLnBrk="1" latinLnBrk="0" hangingPunct="1">
                        <a:defRPr sz="1800" kern="1200">
                          <a:solidFill>
                            <a:schemeClr val="tx1"/>
                          </a:solidFill>
                          <a:latin typeface="Arial" panose="020B0604020202020204"/>
                          <a:ea typeface="宋体" panose="02010600030101010101" pitchFamily="2" charset="-122"/>
                        </a:defRPr>
                      </a:lvl9pPr>
                    </a:lstStyle>
                    <a:p>
                      <a:pPr marL="0" lvl="0" indent="0" algn="ctr">
                        <a:spcBef>
                          <a:spcPct val="0"/>
                        </a:spcBef>
                        <a:buNone/>
                      </a:pPr>
                      <a:r>
                        <a:rPr lang="en-US" altLang="x-none" sz="2400">
                          <a:latin typeface="Calibri" panose="020F0502020204030204" charset="0"/>
                          <a:ea typeface="Times New Roman" panose="02020603050405020304" charset="0"/>
                        </a:rPr>
                        <a:t>l</a:t>
                      </a:r>
                      <a:endParaRPr lang="en-US" altLang="x-none" sz="2400"/>
                    </a:p>
                  </a:txBody>
                  <a:tcPr marT="46038" marB="4603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3765" rtl="0" eaLnBrk="1" latinLnBrk="0" hangingPunct="1">
                        <a:buClr>
                          <a:schemeClr val="tx2"/>
                        </a:buClr>
                        <a:buSzPct val="85000"/>
                        <a:defRPr sz="2400" kern="1200">
                          <a:solidFill>
                            <a:schemeClr val="tx1"/>
                          </a:solidFill>
                          <a:latin typeface="Arial" panose="020B0604020202020204"/>
                          <a:ea typeface="宋体" panose="02010600030101010101" pitchFamily="2" charset="-122"/>
                        </a:defRPr>
                      </a:lvl2pPr>
                      <a:lvl3pPr marL="1143000" lvl="2" indent="-228600" algn="l" defTabSz="913765" rtl="0" eaLnBrk="1" latinLnBrk="0" hangingPunct="1">
                        <a:buClr>
                          <a:schemeClr val="hlink"/>
                        </a:buClr>
                        <a:defRPr sz="2000" kern="1200">
                          <a:solidFill>
                            <a:schemeClr val="tx1"/>
                          </a:solidFill>
                          <a:latin typeface="Arial" panose="020B0604020202020204"/>
                          <a:ea typeface="宋体" panose="02010600030101010101" pitchFamily="2" charset="-122"/>
                        </a:defRPr>
                      </a:lvl3pPr>
                      <a:lvl4pPr marL="1600200" lvl="3" indent="-228600" algn="l" defTabSz="913765" rtl="0" eaLnBrk="1" latinLnBrk="0" hangingPunct="1">
                        <a:buClr>
                          <a:schemeClr val="tx2"/>
                        </a:buClr>
                        <a:defRPr sz="1800" kern="1200">
                          <a:solidFill>
                            <a:schemeClr val="tx1"/>
                          </a:solidFill>
                          <a:latin typeface="Arial" panose="020B0604020202020204"/>
                          <a:ea typeface="宋体" panose="02010600030101010101" pitchFamily="2" charset="-122"/>
                        </a:defRPr>
                      </a:lvl4pPr>
                      <a:lvl5pPr marL="2057400" lvl="4" indent="-228600" algn="l" defTabSz="913765" rtl="0" eaLnBrk="1" latinLnBrk="0" hangingPunct="1">
                        <a:buClr>
                          <a:schemeClr val="hlink"/>
                        </a:buClr>
                        <a:buFont typeface="Wingdings 2" panose="05020102010507070707" pitchFamily="18" charset="2"/>
                        <a:defRPr sz="1800" kern="1200">
                          <a:solidFill>
                            <a:schemeClr val="tx1"/>
                          </a:solidFill>
                          <a:latin typeface="Arial" panose="020B0604020202020204"/>
                          <a:ea typeface="宋体" panose="02010600030101010101" pitchFamily="2" charset="-122"/>
                        </a:defRPr>
                      </a:lvl5pPr>
                      <a:lvl6pPr marL="2286000" algn="l" defTabSz="913765" rtl="0" eaLnBrk="1" latinLnBrk="0" hangingPunct="1">
                        <a:defRPr sz="1800" kern="1200">
                          <a:solidFill>
                            <a:schemeClr val="tx1"/>
                          </a:solidFill>
                          <a:latin typeface="Arial" panose="020B0604020202020204"/>
                          <a:ea typeface="宋体" panose="02010600030101010101" pitchFamily="2" charset="-122"/>
                        </a:defRPr>
                      </a:lvl6pPr>
                      <a:lvl7pPr marL="2743200" algn="l" defTabSz="913765" rtl="0" eaLnBrk="1" latinLnBrk="0" hangingPunct="1">
                        <a:defRPr sz="1800" kern="1200">
                          <a:solidFill>
                            <a:schemeClr val="tx1"/>
                          </a:solidFill>
                          <a:latin typeface="Arial" panose="020B0604020202020204"/>
                          <a:ea typeface="宋体" panose="02010600030101010101" pitchFamily="2" charset="-122"/>
                        </a:defRPr>
                      </a:lvl7pPr>
                      <a:lvl8pPr marL="3199765" algn="l" defTabSz="913765" rtl="0" eaLnBrk="1" latinLnBrk="0" hangingPunct="1">
                        <a:defRPr sz="1800" kern="1200">
                          <a:solidFill>
                            <a:schemeClr val="tx1"/>
                          </a:solidFill>
                          <a:latin typeface="Arial" panose="020B0604020202020204"/>
                          <a:ea typeface="宋体" panose="02010600030101010101" pitchFamily="2" charset="-122"/>
                        </a:defRPr>
                      </a:lvl8pPr>
                      <a:lvl9pPr marL="3656965" algn="l" defTabSz="913765" rtl="0" eaLnBrk="1" latinLnBrk="0" hangingPunct="1">
                        <a:defRPr sz="1800" kern="1200">
                          <a:solidFill>
                            <a:schemeClr val="tx1"/>
                          </a:solidFill>
                          <a:latin typeface="Arial" panose="020B0604020202020204"/>
                          <a:ea typeface="宋体" panose="02010600030101010101" pitchFamily="2" charset="-122"/>
                        </a:defRPr>
                      </a:lvl9pPr>
                    </a:lstStyle>
                    <a:p>
                      <a:pPr marL="0" lvl="0" indent="0" algn="ctr">
                        <a:spcBef>
                          <a:spcPct val="0"/>
                        </a:spcBef>
                        <a:buNone/>
                      </a:pPr>
                      <a:r>
                        <a:rPr lang="en-US" altLang="x-none" sz="2400">
                          <a:latin typeface="Calibri" panose="020F0502020204030204" charset="0"/>
                          <a:ea typeface="Times New Roman" panose="02020603050405020304" charset="0"/>
                        </a:rPr>
                        <a:t>l</a:t>
                      </a:r>
                      <a:endParaRPr lang="en-US" altLang="x-none" sz="2400"/>
                    </a:p>
                  </a:txBody>
                  <a:tcPr marT="46038" marB="4603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3765" rtl="0" eaLnBrk="1" latinLnBrk="0" hangingPunct="1">
                        <a:buClr>
                          <a:schemeClr val="tx2"/>
                        </a:buClr>
                        <a:buSzPct val="85000"/>
                        <a:defRPr sz="2400" kern="1200">
                          <a:solidFill>
                            <a:schemeClr val="tx1"/>
                          </a:solidFill>
                          <a:latin typeface="Arial" panose="020B0604020202020204"/>
                          <a:ea typeface="宋体" panose="02010600030101010101" pitchFamily="2" charset="-122"/>
                        </a:defRPr>
                      </a:lvl2pPr>
                      <a:lvl3pPr marL="1143000" lvl="2" indent="-228600" algn="l" defTabSz="913765" rtl="0" eaLnBrk="1" latinLnBrk="0" hangingPunct="1">
                        <a:buClr>
                          <a:schemeClr val="hlink"/>
                        </a:buClr>
                        <a:defRPr sz="2000" kern="1200">
                          <a:solidFill>
                            <a:schemeClr val="tx1"/>
                          </a:solidFill>
                          <a:latin typeface="Arial" panose="020B0604020202020204"/>
                          <a:ea typeface="宋体" panose="02010600030101010101" pitchFamily="2" charset="-122"/>
                        </a:defRPr>
                      </a:lvl3pPr>
                      <a:lvl4pPr marL="1600200" lvl="3" indent="-228600" algn="l" defTabSz="913765" rtl="0" eaLnBrk="1" latinLnBrk="0" hangingPunct="1">
                        <a:buClr>
                          <a:schemeClr val="tx2"/>
                        </a:buClr>
                        <a:defRPr sz="1800" kern="1200">
                          <a:solidFill>
                            <a:schemeClr val="tx1"/>
                          </a:solidFill>
                          <a:latin typeface="Arial" panose="020B0604020202020204"/>
                          <a:ea typeface="宋体" panose="02010600030101010101" pitchFamily="2" charset="-122"/>
                        </a:defRPr>
                      </a:lvl4pPr>
                      <a:lvl5pPr marL="2057400" lvl="4" indent="-228600" algn="l" defTabSz="913765" rtl="0" eaLnBrk="1" latinLnBrk="0" hangingPunct="1">
                        <a:buClr>
                          <a:schemeClr val="hlink"/>
                        </a:buClr>
                        <a:buFont typeface="Wingdings 2" panose="05020102010507070707" pitchFamily="18" charset="2"/>
                        <a:defRPr sz="1800" kern="1200">
                          <a:solidFill>
                            <a:schemeClr val="tx1"/>
                          </a:solidFill>
                          <a:latin typeface="Arial" panose="020B0604020202020204"/>
                          <a:ea typeface="宋体" panose="02010600030101010101" pitchFamily="2" charset="-122"/>
                        </a:defRPr>
                      </a:lvl5pPr>
                      <a:lvl6pPr marL="2286000" algn="l" defTabSz="913765" rtl="0" eaLnBrk="1" latinLnBrk="0" hangingPunct="1">
                        <a:defRPr sz="1800" kern="1200">
                          <a:solidFill>
                            <a:schemeClr val="tx1"/>
                          </a:solidFill>
                          <a:latin typeface="Arial" panose="020B0604020202020204"/>
                          <a:ea typeface="宋体" panose="02010600030101010101" pitchFamily="2" charset="-122"/>
                        </a:defRPr>
                      </a:lvl6pPr>
                      <a:lvl7pPr marL="2743200" algn="l" defTabSz="913765" rtl="0" eaLnBrk="1" latinLnBrk="0" hangingPunct="1">
                        <a:defRPr sz="1800" kern="1200">
                          <a:solidFill>
                            <a:schemeClr val="tx1"/>
                          </a:solidFill>
                          <a:latin typeface="Arial" panose="020B0604020202020204"/>
                          <a:ea typeface="宋体" panose="02010600030101010101" pitchFamily="2" charset="-122"/>
                        </a:defRPr>
                      </a:lvl7pPr>
                      <a:lvl8pPr marL="3199765" algn="l" defTabSz="913765" rtl="0" eaLnBrk="1" latinLnBrk="0" hangingPunct="1">
                        <a:defRPr sz="1800" kern="1200">
                          <a:solidFill>
                            <a:schemeClr val="tx1"/>
                          </a:solidFill>
                          <a:latin typeface="Arial" panose="020B0604020202020204"/>
                          <a:ea typeface="宋体" panose="02010600030101010101" pitchFamily="2" charset="-122"/>
                        </a:defRPr>
                      </a:lvl8pPr>
                      <a:lvl9pPr marL="3656965" algn="l" defTabSz="913765" rtl="0" eaLnBrk="1" latinLnBrk="0" hangingPunct="1">
                        <a:defRPr sz="1800" kern="1200">
                          <a:solidFill>
                            <a:schemeClr val="tx1"/>
                          </a:solidFill>
                          <a:latin typeface="Arial" panose="020B0604020202020204"/>
                          <a:ea typeface="宋体" panose="02010600030101010101" pitchFamily="2" charset="-122"/>
                        </a:defRPr>
                      </a:lvl9pPr>
                    </a:lstStyle>
                    <a:p>
                      <a:pPr marL="0" lvl="0" indent="0" algn="ctr">
                        <a:spcBef>
                          <a:spcPct val="0"/>
                        </a:spcBef>
                        <a:buNone/>
                      </a:pPr>
                      <a:r>
                        <a:rPr lang="en-US" altLang="x-none" sz="2400" dirty="0">
                          <a:latin typeface="Calibri" panose="020F0502020204030204" charset="0"/>
                          <a:ea typeface="Times New Roman" panose="02020603050405020304" charset="0"/>
                        </a:rPr>
                        <a:t>o</a:t>
                      </a:r>
                      <a:endParaRPr lang="en-US" altLang="x-none" sz="2400" dirty="0"/>
                    </a:p>
                  </a:txBody>
                  <a:tcPr marT="46038" marB="4603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2"/>
                                        </p:tgtEl>
                                        <p:attrNameLst>
                                          <p:attrName>style.visibility</p:attrName>
                                        </p:attrNameLst>
                                      </p:cBhvr>
                                      <p:to>
                                        <p:strVal val="visible"/>
                                      </p:to>
                                    </p:set>
                                    <p:anim calcmode="discrete" valueType="clr">
                                      <p:cBhvr override="childStyle">
                                        <p:cTn id="7" dur="80"/>
                                        <p:tgtEl>
                                          <p:spTgt spid="2"/>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
                                        </p:tgtEl>
                                        <p:attrNameLst>
                                          <p:attrName>fillcolor</p:attrName>
                                        </p:attrNameLst>
                                      </p:cBhvr>
                                      <p:tavLst>
                                        <p:tav tm="0">
                                          <p:val>
                                            <p:clrVal>
                                              <a:schemeClr val="accent2"/>
                                            </p:clrVal>
                                          </p:val>
                                        </p:tav>
                                        <p:tav tm="50000">
                                          <p:val>
                                            <p:clrVal>
                                              <a:schemeClr val="hlink"/>
                                            </p:clrVal>
                                          </p:val>
                                        </p:tav>
                                      </p:tavLst>
                                    </p:anim>
                                    <p:set>
                                      <p:cBhvr>
                                        <p:cTn id="9" dur="80"/>
                                        <p:tgtEl>
                                          <p:spTgt spid="2"/>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4"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 to="" calcmode="lin" valueType="num">
                                      <p:cBhvr>
                                        <p:cTn id="14" dur="1" fill="hold"/>
                                        <p:tgtEl>
                                          <p:spTgt spid="17"/>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组合 3"/>
          <p:cNvGrpSpPr/>
          <p:nvPr/>
        </p:nvGrpSpPr>
        <p:grpSpPr>
          <a:xfrm>
            <a:off x="-23495" y="-113665"/>
            <a:ext cx="4674235" cy="787861"/>
            <a:chOff x="201757" y="129906"/>
            <a:chExt cx="6264696" cy="1096834"/>
          </a:xfrm>
        </p:grpSpPr>
        <p:pic>
          <p:nvPicPr>
            <p:cNvPr id="19473" name="Picture 9" descr="F:\ppt素材\图标\我收集的图标\字体\3.png"/>
            <p:cNvPicPr>
              <a:picLocks noChangeAspect="1"/>
            </p:cNvPicPr>
            <p:nvPr/>
          </p:nvPicPr>
          <p:blipFill>
            <a:blip r:embed="rId2"/>
            <a:stretch>
              <a:fillRect/>
            </a:stretch>
          </p:blipFill>
          <p:spPr>
            <a:xfrm rot="5400000">
              <a:off x="2884210" y="-2418911"/>
              <a:ext cx="899790" cy="6264696"/>
            </a:xfrm>
            <a:prstGeom prst="rect">
              <a:avLst/>
            </a:prstGeom>
            <a:noFill/>
            <a:ln w="9525">
              <a:noFill/>
            </a:ln>
          </p:spPr>
        </p:pic>
        <p:pic>
          <p:nvPicPr>
            <p:cNvPr id="19474" name="Picture 6" descr="F:\超棒ppt模板\中国风\中国风物件\maobi.png"/>
            <p:cNvPicPr>
              <a:picLocks noChangeAspect="1"/>
            </p:cNvPicPr>
            <p:nvPr/>
          </p:nvPicPr>
          <p:blipFill>
            <a:blip r:embed="rId3"/>
            <a:stretch>
              <a:fillRect/>
            </a:stretch>
          </p:blipFill>
          <p:spPr>
            <a:xfrm>
              <a:off x="308134" y="129906"/>
              <a:ext cx="775209" cy="775006"/>
            </a:xfrm>
            <a:prstGeom prst="rect">
              <a:avLst/>
            </a:prstGeom>
            <a:noFill/>
            <a:ln w="9525">
              <a:noFill/>
            </a:ln>
          </p:spPr>
        </p:pic>
        <p:sp>
          <p:nvSpPr>
            <p:cNvPr id="19475" name="TextBox 2"/>
            <p:cNvSpPr txBox="1"/>
            <p:nvPr/>
          </p:nvSpPr>
          <p:spPr>
            <a:xfrm>
              <a:off x="1083609" y="500071"/>
              <a:ext cx="2844474" cy="726669"/>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eaLnBrk="1" hangingPunct="1">
                <a:lnSpc>
                  <a:spcPct val="100000"/>
                </a:lnSpc>
                <a:spcBef>
                  <a:spcPct val="0"/>
                </a:spcBef>
                <a:buNone/>
              </a:pPr>
              <a:r>
                <a:rPr lang="zh-CN" altLang="en-US" b="1" dirty="0">
                  <a:solidFill>
                    <a:schemeClr val="bg1"/>
                  </a:solidFill>
                  <a:latin typeface="楷体" panose="02010609060101010101" pitchFamily="1" charset="-122"/>
                  <a:ea typeface="楷体" panose="02010609060101010101" pitchFamily="1" charset="-122"/>
                </a:rPr>
                <a:t>字符串</a:t>
              </a:r>
            </a:p>
          </p:txBody>
        </p:sp>
      </p:grpSp>
      <p:pic>
        <p:nvPicPr>
          <p:cNvPr id="4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4835" y="4641215"/>
            <a:ext cx="965200" cy="50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文本框 1"/>
          <p:cNvSpPr txBox="1"/>
          <p:nvPr/>
        </p:nvSpPr>
        <p:spPr>
          <a:xfrm>
            <a:off x="313055" y="674370"/>
            <a:ext cx="8362950" cy="3784600"/>
          </a:xfrm>
          <a:prstGeom prst="rect">
            <a:avLst/>
          </a:prstGeom>
          <a:noFill/>
        </p:spPr>
        <p:txBody>
          <a:bodyPr wrap="square" rtlCol="0" anchor="t">
            <a:spAutoFit/>
          </a:bodyPr>
          <a:lstStyle/>
          <a:p>
            <a:pPr>
              <a:lnSpc>
                <a:spcPct val="150000"/>
              </a:lnSpc>
            </a:pPr>
            <a:r>
              <a:rPr lang="zh-CN" altLang="en-US" sz="2000" dirty="0">
                <a:solidFill>
                  <a:srgbClr val="0000CC"/>
                </a:solidFill>
                <a:latin typeface="隶书" panose="02010509060101010101" charset="-122"/>
                <a:ea typeface="隶书" panose="02010509060101010101" charset="-122"/>
                <a:cs typeface="隶书" panose="02010509060101010101" charset="-122"/>
                <a:sym typeface="+mn-ea"/>
              </a:rPr>
              <a:t>字符串</a:t>
            </a:r>
            <a:r>
              <a:rPr lang="zh-CN" altLang="en-US" sz="2000" dirty="0">
                <a:latin typeface="隶书" panose="02010509060101010101" charset="-122"/>
                <a:ea typeface="隶书" panose="02010509060101010101" charset="-122"/>
                <a:cs typeface="隶书" panose="02010509060101010101" charset="-122"/>
                <a:sym typeface="+mn-ea"/>
              </a:rPr>
              <a:t>是一对双引号括起来的字符序列（字符组成的整体）</a:t>
            </a:r>
            <a:endParaRPr lang="zh-CN" altLang="en-US" sz="2000" dirty="0">
              <a:latin typeface="隶书" panose="02010509060101010101" charset="-122"/>
              <a:ea typeface="隶书" panose="02010509060101010101" charset="-122"/>
              <a:cs typeface="隶书" panose="02010509060101010101" charset="-122"/>
            </a:endParaRPr>
          </a:p>
          <a:p>
            <a:pPr>
              <a:lnSpc>
                <a:spcPct val="150000"/>
              </a:lnSpc>
            </a:pPr>
            <a:r>
              <a:rPr lang="zh-CN" altLang="en-US" sz="2000" dirty="0" smtClean="0">
                <a:latin typeface="隶书" panose="02010509060101010101" charset="-122"/>
                <a:ea typeface="隶书" panose="02010509060101010101" charset="-122"/>
                <a:cs typeface="隶书" panose="02010509060101010101" charset="-122"/>
                <a:sym typeface="+mn-ea"/>
              </a:rPr>
              <a:t>如</a:t>
            </a:r>
            <a:r>
              <a:rPr lang="en-US" altLang="zh-CN" sz="2000" dirty="0" smtClean="0">
                <a:latin typeface="隶书" panose="02010509060101010101" charset="-122"/>
                <a:ea typeface="隶书" panose="02010509060101010101" charset="-122"/>
                <a:cs typeface="隶书" panose="02010509060101010101" charset="-122"/>
                <a:sym typeface="+mn-ea"/>
              </a:rPr>
              <a:t>”</a:t>
            </a:r>
            <a:r>
              <a:rPr lang="en-US" altLang="zh-CN" sz="2000" dirty="0" smtClean="0">
                <a:solidFill>
                  <a:srgbClr val="FF0000"/>
                </a:solidFill>
                <a:latin typeface="隶书" panose="02010509060101010101" charset="-122"/>
                <a:ea typeface="隶书" panose="02010509060101010101" charset="-122"/>
                <a:cs typeface="隶书" panose="02010509060101010101" charset="-122"/>
                <a:sym typeface="+mn-ea"/>
              </a:rPr>
              <a:t>Hello </a:t>
            </a:r>
            <a:r>
              <a:rPr lang="en-US" altLang="zh-CN" sz="2000" dirty="0">
                <a:solidFill>
                  <a:srgbClr val="FF0000"/>
                </a:solidFill>
                <a:latin typeface="隶书" panose="02010509060101010101" charset="-122"/>
                <a:ea typeface="隶书" panose="02010509060101010101" charset="-122"/>
                <a:cs typeface="隶书" panose="02010509060101010101" charset="-122"/>
                <a:sym typeface="+mn-ea"/>
              </a:rPr>
              <a:t>world</a:t>
            </a:r>
            <a:r>
              <a:rPr lang="en-US" altLang="zh-CN" sz="2000" dirty="0" smtClean="0">
                <a:solidFill>
                  <a:srgbClr val="FF0000"/>
                </a:solidFill>
                <a:latin typeface="隶书" panose="02010509060101010101" charset="-122"/>
                <a:ea typeface="隶书" panose="02010509060101010101" charset="-122"/>
                <a:cs typeface="隶书" panose="02010509060101010101" charset="-122"/>
                <a:sym typeface="+mn-ea"/>
              </a:rPr>
              <a:t>!” </a:t>
            </a:r>
            <a:r>
              <a:rPr lang="zh-CN" altLang="en-US" sz="2000" dirty="0">
                <a:solidFill>
                  <a:srgbClr val="FF0000"/>
                </a:solidFill>
                <a:latin typeface="隶书" panose="02010509060101010101" charset="-122"/>
                <a:ea typeface="隶书" panose="02010509060101010101" charset="-122"/>
                <a:cs typeface="隶书" panose="02010509060101010101" charset="-122"/>
                <a:sym typeface="+mn-ea"/>
              </a:rPr>
              <a:t>、 </a:t>
            </a:r>
            <a:r>
              <a:rPr lang="en-US" altLang="zh-CN" sz="2000" dirty="0" smtClean="0">
                <a:solidFill>
                  <a:srgbClr val="FF0000"/>
                </a:solidFill>
                <a:latin typeface="隶书" panose="02010509060101010101" charset="-122"/>
                <a:ea typeface="隶书" panose="02010509060101010101" charset="-122"/>
                <a:cs typeface="隶书" panose="02010509060101010101" charset="-122"/>
                <a:sym typeface="+mn-ea"/>
              </a:rPr>
              <a:t>“a </a:t>
            </a:r>
            <a:r>
              <a:rPr lang="en-US" altLang="zh-CN" sz="2000" dirty="0">
                <a:solidFill>
                  <a:srgbClr val="FF0000"/>
                </a:solidFill>
                <a:latin typeface="隶书" panose="02010509060101010101" charset="-122"/>
                <a:ea typeface="隶书" panose="02010509060101010101" charset="-122"/>
                <a:cs typeface="隶书" panose="02010509060101010101" charset="-122"/>
                <a:sym typeface="+mn-ea"/>
              </a:rPr>
              <a:t>b c d e f g  ”</a:t>
            </a:r>
            <a:r>
              <a:rPr lang="zh-CN" altLang="en-US" sz="2000" dirty="0" smtClean="0">
                <a:solidFill>
                  <a:srgbClr val="FF0000"/>
                </a:solidFill>
                <a:latin typeface="隶书" panose="02010509060101010101" charset="-122"/>
                <a:ea typeface="隶书" panose="02010509060101010101" charset="-122"/>
                <a:cs typeface="隶书" panose="02010509060101010101" charset="-122"/>
                <a:sym typeface="+mn-ea"/>
              </a:rPr>
              <a:t>、</a:t>
            </a:r>
            <a:r>
              <a:rPr lang="en-US" altLang="zh-CN" sz="2000" dirty="0" smtClean="0">
                <a:solidFill>
                  <a:srgbClr val="FF0000"/>
                </a:solidFill>
                <a:latin typeface="隶书" panose="02010509060101010101" charset="-122"/>
                <a:ea typeface="隶书" panose="02010509060101010101" charset="-122"/>
                <a:cs typeface="隶书" panose="02010509060101010101" charset="-122"/>
                <a:sym typeface="+mn-ea"/>
              </a:rPr>
              <a:t>”a</a:t>
            </a:r>
            <a:r>
              <a:rPr lang="en-US" altLang="zh-CN" sz="2000" dirty="0">
                <a:solidFill>
                  <a:srgbClr val="FF0000"/>
                </a:solidFill>
                <a:latin typeface="隶书" panose="02010509060101010101" charset="-122"/>
                <a:ea typeface="隶书" panose="02010509060101010101" charset="-122"/>
                <a:cs typeface="隶书" panose="02010509060101010101" charset="-122"/>
                <a:sym typeface="+mn-ea"/>
              </a:rPr>
              <a:t>” </a:t>
            </a:r>
            <a:r>
              <a:rPr lang="zh-CN" altLang="en-US" sz="2000" dirty="0" smtClean="0">
                <a:solidFill>
                  <a:srgbClr val="FF0000"/>
                </a:solidFill>
                <a:latin typeface="隶书" panose="02010509060101010101" charset="-122"/>
                <a:ea typeface="隶书" panose="02010509060101010101" charset="-122"/>
                <a:cs typeface="隶书" panose="02010509060101010101" charset="-122"/>
                <a:sym typeface="+mn-ea"/>
              </a:rPr>
              <a:t>、</a:t>
            </a:r>
            <a:r>
              <a:rPr lang="en-US" altLang="zh-CN" sz="2000" dirty="0" smtClean="0">
                <a:solidFill>
                  <a:srgbClr val="FF0000"/>
                </a:solidFill>
                <a:latin typeface="隶书" panose="02010509060101010101" charset="-122"/>
                <a:ea typeface="隶书" panose="02010509060101010101" charset="-122"/>
                <a:cs typeface="隶书" panose="02010509060101010101" charset="-122"/>
                <a:sym typeface="+mn-ea"/>
              </a:rPr>
              <a:t>” ”</a:t>
            </a:r>
            <a:r>
              <a:rPr lang="zh-CN" altLang="en-US" sz="2000" dirty="0" smtClean="0">
                <a:latin typeface="隶书" panose="02010509060101010101" charset="-122"/>
                <a:ea typeface="隶书" panose="02010509060101010101" charset="-122"/>
                <a:cs typeface="隶书" panose="02010509060101010101" charset="-122"/>
                <a:sym typeface="+mn-ea"/>
              </a:rPr>
              <a:t>等</a:t>
            </a:r>
            <a:r>
              <a:rPr lang="zh-CN" altLang="en-US" sz="2000" dirty="0">
                <a:latin typeface="隶书" panose="02010509060101010101" charset="-122"/>
                <a:ea typeface="隶书" panose="02010509060101010101" charset="-122"/>
                <a:cs typeface="隶书" panose="02010509060101010101" charset="-122"/>
                <a:sym typeface="+mn-ea"/>
              </a:rPr>
              <a:t>。</a:t>
            </a:r>
            <a:endParaRPr lang="zh-CN" altLang="en-US" sz="2000" dirty="0">
              <a:latin typeface="隶书" panose="02010509060101010101" charset="-122"/>
              <a:ea typeface="隶书" panose="02010509060101010101" charset="-122"/>
              <a:cs typeface="隶书" panose="02010509060101010101" charset="-122"/>
            </a:endParaRPr>
          </a:p>
          <a:p>
            <a:pPr>
              <a:lnSpc>
                <a:spcPct val="150000"/>
              </a:lnSpc>
            </a:pPr>
            <a:r>
              <a:rPr lang="zh-CN" altLang="en-US" sz="2000" dirty="0">
                <a:latin typeface="隶书" panose="02010509060101010101" charset="-122"/>
                <a:ea typeface="隶书" panose="02010509060101010101" charset="-122"/>
                <a:cs typeface="隶书" panose="02010509060101010101" charset="-122"/>
                <a:sym typeface="+mn-ea"/>
              </a:rPr>
              <a:t>特别的是，每个字符串的结尾都有一个“字符串结束标志”，以便系统据此判断字符串是否结束。</a:t>
            </a:r>
            <a:r>
              <a:rPr lang="en-US" altLang="zh-CN" sz="2000" dirty="0">
                <a:latin typeface="隶书" panose="02010509060101010101" charset="-122"/>
                <a:ea typeface="隶书" panose="02010509060101010101" charset="-122"/>
                <a:cs typeface="隶书" panose="02010509060101010101" charset="-122"/>
                <a:sym typeface="+mn-ea"/>
              </a:rPr>
              <a:t>C++</a:t>
            </a:r>
            <a:r>
              <a:rPr lang="zh-CN" altLang="en-US" sz="2000" dirty="0">
                <a:latin typeface="隶书" panose="02010509060101010101" charset="-122"/>
                <a:ea typeface="隶书" panose="02010509060101010101" charset="-122"/>
                <a:cs typeface="隶书" panose="02010509060101010101" charset="-122"/>
                <a:sym typeface="+mn-ea"/>
              </a:rPr>
              <a:t>语言中用</a:t>
            </a:r>
            <a:r>
              <a:rPr lang="zh-CN" altLang="en-US" sz="2000" dirty="0" smtClean="0">
                <a:latin typeface="隶书" panose="02010509060101010101" charset="-122"/>
                <a:ea typeface="隶书" panose="02010509060101010101" charset="-122"/>
                <a:cs typeface="隶书" panose="02010509060101010101" charset="-122"/>
                <a:sym typeface="+mn-ea"/>
              </a:rPr>
              <a:t>字符</a:t>
            </a:r>
            <a:r>
              <a:rPr lang="en-US" altLang="zh-CN" sz="2000" dirty="0" smtClean="0">
                <a:solidFill>
                  <a:srgbClr val="FF0000"/>
                </a:solidFill>
                <a:latin typeface="隶书" panose="02010509060101010101" charset="-122"/>
                <a:ea typeface="隶书" panose="02010509060101010101" charset="-122"/>
                <a:cs typeface="隶书" panose="02010509060101010101" charset="-122"/>
                <a:sym typeface="+mn-ea"/>
              </a:rPr>
              <a:t>’\0’</a:t>
            </a:r>
            <a:r>
              <a:rPr lang="zh-CN" altLang="en-US" sz="2000" dirty="0" smtClean="0">
                <a:solidFill>
                  <a:srgbClr val="FF0000"/>
                </a:solidFill>
                <a:latin typeface="隶书" panose="02010509060101010101" charset="-122"/>
                <a:ea typeface="隶书" panose="02010509060101010101" charset="-122"/>
                <a:cs typeface="隶书" panose="02010509060101010101" charset="-122"/>
                <a:sym typeface="+mn-ea"/>
              </a:rPr>
              <a:t>作为</a:t>
            </a:r>
            <a:r>
              <a:rPr lang="zh-CN" altLang="en-US" sz="2000" dirty="0">
                <a:solidFill>
                  <a:srgbClr val="FF0000"/>
                </a:solidFill>
                <a:latin typeface="隶书" panose="02010509060101010101" charset="-122"/>
                <a:ea typeface="隶书" panose="02010509060101010101" charset="-122"/>
                <a:cs typeface="隶书" panose="02010509060101010101" charset="-122"/>
                <a:sym typeface="+mn-ea"/>
              </a:rPr>
              <a:t>字符串结束的标志</a:t>
            </a:r>
            <a:r>
              <a:rPr lang="zh-CN" altLang="en-US" sz="2000" dirty="0" smtClean="0">
                <a:latin typeface="隶书" panose="02010509060101010101" charset="-122"/>
                <a:ea typeface="隶书" panose="02010509060101010101" charset="-122"/>
                <a:cs typeface="隶书" panose="02010509060101010101" charset="-122"/>
                <a:sym typeface="+mn-ea"/>
              </a:rPr>
              <a:t>，</a:t>
            </a:r>
            <a:r>
              <a:rPr lang="en-US" altLang="zh-CN" sz="2000" dirty="0" smtClean="0">
                <a:latin typeface="隶书" panose="02010509060101010101" charset="-122"/>
                <a:ea typeface="隶书" panose="02010509060101010101" charset="-122"/>
                <a:cs typeface="隶书" panose="02010509060101010101" charset="-122"/>
                <a:sym typeface="+mn-ea"/>
              </a:rPr>
              <a:t>’\</a:t>
            </a:r>
            <a:r>
              <a:rPr lang="en-US" altLang="zh-CN" sz="2000" dirty="0">
                <a:latin typeface="隶书" panose="02010509060101010101" charset="-122"/>
                <a:ea typeface="隶书" panose="02010509060101010101" charset="-122"/>
                <a:cs typeface="隶书" panose="02010509060101010101" charset="-122"/>
                <a:sym typeface="+mn-ea"/>
              </a:rPr>
              <a:t>0’</a:t>
            </a:r>
            <a:r>
              <a:rPr lang="zh-CN" altLang="en-US" sz="2000" dirty="0">
                <a:latin typeface="隶书" panose="02010509060101010101" charset="-122"/>
                <a:ea typeface="隶书" panose="02010509060101010101" charset="-122"/>
                <a:cs typeface="隶书" panose="02010509060101010101" charset="-122"/>
                <a:sym typeface="+mn-ea"/>
              </a:rPr>
              <a:t>是一个</a:t>
            </a:r>
            <a:r>
              <a:rPr lang="en-US" altLang="zh-CN" sz="2000" dirty="0">
                <a:latin typeface="隶书" panose="02010509060101010101" charset="-122"/>
                <a:ea typeface="隶书" panose="02010509060101010101" charset="-122"/>
                <a:cs typeface="隶书" panose="02010509060101010101" charset="-122"/>
                <a:sym typeface="+mn-ea"/>
              </a:rPr>
              <a:t>ASCII</a:t>
            </a:r>
            <a:r>
              <a:rPr lang="zh-CN" altLang="en-US" sz="2000" dirty="0">
                <a:latin typeface="隶书" panose="02010509060101010101" charset="-122"/>
                <a:ea typeface="隶书" panose="02010509060101010101" charset="-122"/>
                <a:cs typeface="隶书" panose="02010509060101010101" charset="-122"/>
                <a:sym typeface="+mn-ea"/>
              </a:rPr>
              <a:t>码为</a:t>
            </a:r>
            <a:r>
              <a:rPr lang="en-US" altLang="zh-CN" sz="2000" dirty="0">
                <a:latin typeface="隶书" panose="02010509060101010101" charset="-122"/>
                <a:ea typeface="隶书" panose="02010509060101010101" charset="-122"/>
                <a:cs typeface="隶书" panose="02010509060101010101" charset="-122"/>
                <a:sym typeface="+mn-ea"/>
              </a:rPr>
              <a:t>0</a:t>
            </a:r>
            <a:r>
              <a:rPr lang="zh-CN" altLang="en-US" sz="2000" dirty="0">
                <a:latin typeface="隶书" panose="02010509060101010101" charset="-122"/>
                <a:ea typeface="隶书" panose="02010509060101010101" charset="-122"/>
                <a:cs typeface="隶书" panose="02010509060101010101" charset="-122"/>
                <a:sym typeface="+mn-ea"/>
              </a:rPr>
              <a:t>的字符，占用一个字节，例如有一个</a:t>
            </a:r>
            <a:r>
              <a:rPr lang="zh-CN" altLang="en-US" sz="2000" dirty="0" smtClean="0">
                <a:latin typeface="隶书" panose="02010509060101010101" charset="-122"/>
                <a:ea typeface="隶书" panose="02010509060101010101" charset="-122"/>
                <a:cs typeface="隶书" panose="02010509060101010101" charset="-122"/>
                <a:sym typeface="+mn-ea"/>
              </a:rPr>
              <a:t>字符串</a:t>
            </a:r>
            <a:r>
              <a:rPr lang="en-US" altLang="zh-CN" sz="2000" dirty="0" smtClean="0">
                <a:latin typeface="隶书" panose="02010509060101010101" charset="-122"/>
                <a:ea typeface="隶书" panose="02010509060101010101" charset="-122"/>
                <a:cs typeface="隶书" panose="02010509060101010101" charset="-122"/>
                <a:sym typeface="+mn-ea"/>
              </a:rPr>
              <a:t>”Hello</a:t>
            </a:r>
            <a:r>
              <a:rPr lang="en-US" altLang="zh-CN" sz="2000" dirty="0">
                <a:latin typeface="隶书" panose="02010509060101010101" charset="-122"/>
                <a:ea typeface="隶书" panose="02010509060101010101" charset="-122"/>
                <a:cs typeface="隶书" panose="02010509060101010101" charset="-122"/>
                <a:sym typeface="+mn-ea"/>
              </a:rPr>
              <a:t>”</a:t>
            </a:r>
            <a:r>
              <a:rPr lang="zh-CN" altLang="en-US" sz="2000" dirty="0">
                <a:latin typeface="隶书" panose="02010509060101010101" charset="-122"/>
                <a:ea typeface="隶书" panose="02010509060101010101" charset="-122"/>
                <a:cs typeface="隶书" panose="02010509060101010101" charset="-122"/>
                <a:sym typeface="+mn-ea"/>
              </a:rPr>
              <a:t>，在内存里的实际存储如下图所示：</a:t>
            </a:r>
            <a:endParaRPr lang="zh-CN" altLang="en-US" sz="2000" dirty="0">
              <a:latin typeface="隶书" panose="02010509060101010101" charset="-122"/>
              <a:ea typeface="隶书" panose="02010509060101010101" charset="-122"/>
              <a:cs typeface="隶书" panose="02010509060101010101" charset="-122"/>
            </a:endParaRPr>
          </a:p>
          <a:p>
            <a:pPr>
              <a:lnSpc>
                <a:spcPct val="150000"/>
              </a:lnSpc>
            </a:pPr>
            <a:r>
              <a:rPr lang="zh-CN" altLang="en-US" sz="2000" dirty="0">
                <a:latin typeface="隶书" panose="02010509060101010101" charset="-122"/>
                <a:ea typeface="隶书" panose="02010509060101010101" charset="-122"/>
                <a:cs typeface="隶书" panose="02010509060101010101" charset="-122"/>
                <a:sym typeface="+mn-ea"/>
              </a:rPr>
              <a:t>说明：这个字符串占用的不是</a:t>
            </a:r>
            <a:r>
              <a:rPr lang="en-US" altLang="zh-CN" sz="2000" dirty="0">
                <a:latin typeface="隶书" panose="02010509060101010101" charset="-122"/>
                <a:ea typeface="隶书" panose="02010509060101010101" charset="-122"/>
                <a:cs typeface="隶书" panose="02010509060101010101" charset="-122"/>
                <a:sym typeface="+mn-ea"/>
              </a:rPr>
              <a:t>5</a:t>
            </a:r>
            <a:r>
              <a:rPr lang="zh-CN" altLang="en-US" sz="2000" dirty="0">
                <a:latin typeface="隶书" panose="02010509060101010101" charset="-122"/>
                <a:ea typeface="隶书" panose="02010509060101010101" charset="-122"/>
                <a:cs typeface="隶书" panose="02010509060101010101" charset="-122"/>
                <a:sym typeface="+mn-ea"/>
              </a:rPr>
              <a:t>个字节，而是</a:t>
            </a:r>
            <a:r>
              <a:rPr lang="en-US" altLang="zh-CN" sz="2000" dirty="0">
                <a:latin typeface="隶书" panose="02010509060101010101" charset="-122"/>
                <a:ea typeface="隶书" panose="02010509060101010101" charset="-122"/>
                <a:cs typeface="隶书" panose="02010509060101010101" charset="-122"/>
                <a:sym typeface="+mn-ea"/>
              </a:rPr>
              <a:t>6</a:t>
            </a:r>
            <a:r>
              <a:rPr lang="zh-CN" altLang="en-US" sz="2000" dirty="0">
                <a:latin typeface="隶书" panose="02010509060101010101" charset="-122"/>
                <a:ea typeface="隶书" panose="02010509060101010101" charset="-122"/>
                <a:cs typeface="隶书" panose="02010509060101010101" charset="-122"/>
                <a:sym typeface="+mn-ea"/>
              </a:rPr>
              <a:t>个字节，最后一个字节里面存放的是字符串结束标志’</a:t>
            </a:r>
            <a:r>
              <a:rPr lang="en-US" altLang="zh-CN" sz="2000" dirty="0">
                <a:latin typeface="隶书" panose="02010509060101010101" charset="-122"/>
                <a:ea typeface="隶书" panose="02010509060101010101" charset="-122"/>
                <a:cs typeface="隶书" panose="02010509060101010101" charset="-122"/>
                <a:sym typeface="+mn-ea"/>
              </a:rPr>
              <a:t>\0’</a:t>
            </a:r>
            <a:r>
              <a:rPr lang="zh-CN" altLang="en-US" sz="2000" dirty="0">
                <a:latin typeface="隶书" panose="02010509060101010101" charset="-122"/>
                <a:ea typeface="隶书" panose="02010509060101010101" charset="-122"/>
                <a:cs typeface="隶书" panose="02010509060101010101" charset="-122"/>
                <a:sym typeface="+mn-ea"/>
              </a:rPr>
              <a:t>。但是在输出时不会输出’</a:t>
            </a:r>
            <a:r>
              <a:rPr lang="en-US" altLang="zh-CN" sz="2000" dirty="0">
                <a:latin typeface="隶书" panose="02010509060101010101" charset="-122"/>
                <a:ea typeface="隶书" panose="02010509060101010101" charset="-122"/>
                <a:cs typeface="隶书" panose="02010509060101010101" charset="-122"/>
                <a:sym typeface="+mn-ea"/>
              </a:rPr>
              <a:t>\0’</a:t>
            </a:r>
            <a:r>
              <a:rPr lang="zh-CN" altLang="en-US" sz="2000" dirty="0">
                <a:latin typeface="隶书" panose="02010509060101010101" charset="-122"/>
                <a:ea typeface="隶书" panose="02010509060101010101" charset="-122"/>
                <a:cs typeface="隶书" panose="02010509060101010101" charset="-122"/>
                <a:sym typeface="+mn-ea"/>
              </a:rPr>
              <a:t>。</a:t>
            </a:r>
            <a:endParaRPr lang="zh-CN" altLang="en-US" sz="2000" dirty="0">
              <a:latin typeface="隶书" panose="02010509060101010101" charset="-122"/>
              <a:ea typeface="隶书" panose="02010509060101010101" charset="-122"/>
              <a:cs typeface="隶书" panose="02010509060101010101" charset="-122"/>
            </a:endParaRPr>
          </a:p>
        </p:txBody>
      </p:sp>
      <p:graphicFrame>
        <p:nvGraphicFramePr>
          <p:cNvPr id="18" name="内容占位符 15379"/>
          <p:cNvGraphicFramePr/>
          <p:nvPr>
            <p:extLst>
              <p:ext uri="{D42A27DB-BD31-4B8C-83A1-F6EECF244321}">
                <p14:modId xmlns:p14="http://schemas.microsoft.com/office/powerpoint/2010/main" val="551886841"/>
              </p:ext>
            </p:extLst>
          </p:nvPr>
        </p:nvGraphicFramePr>
        <p:xfrm>
          <a:off x="1703993" y="4490178"/>
          <a:ext cx="4038600" cy="457836"/>
        </p:xfrm>
        <a:graphic>
          <a:graphicData uri="http://schemas.openxmlformats.org/drawingml/2006/table">
            <a:tbl>
              <a:tblPr/>
              <a:tblGrid>
                <a:gridCol w="655638">
                  <a:extLst>
                    <a:ext uri="{9D8B030D-6E8A-4147-A177-3AD203B41FA5}">
                      <a16:colId xmlns="" xmlns:a16="http://schemas.microsoft.com/office/drawing/2014/main" val="20000"/>
                    </a:ext>
                  </a:extLst>
                </a:gridCol>
                <a:gridCol w="655637">
                  <a:extLst>
                    <a:ext uri="{9D8B030D-6E8A-4147-A177-3AD203B41FA5}">
                      <a16:colId xmlns="" xmlns:a16="http://schemas.microsoft.com/office/drawing/2014/main" val="20001"/>
                    </a:ext>
                  </a:extLst>
                </a:gridCol>
                <a:gridCol w="654050">
                  <a:extLst>
                    <a:ext uri="{9D8B030D-6E8A-4147-A177-3AD203B41FA5}">
                      <a16:colId xmlns="" xmlns:a16="http://schemas.microsoft.com/office/drawing/2014/main" val="20002"/>
                    </a:ext>
                  </a:extLst>
                </a:gridCol>
                <a:gridCol w="657225">
                  <a:extLst>
                    <a:ext uri="{9D8B030D-6E8A-4147-A177-3AD203B41FA5}">
                      <a16:colId xmlns="" xmlns:a16="http://schemas.microsoft.com/office/drawing/2014/main" val="20003"/>
                    </a:ext>
                  </a:extLst>
                </a:gridCol>
                <a:gridCol w="654050">
                  <a:extLst>
                    <a:ext uri="{9D8B030D-6E8A-4147-A177-3AD203B41FA5}">
                      <a16:colId xmlns="" xmlns:a16="http://schemas.microsoft.com/office/drawing/2014/main" val="20004"/>
                    </a:ext>
                  </a:extLst>
                </a:gridCol>
                <a:gridCol w="762000">
                  <a:extLst>
                    <a:ext uri="{9D8B030D-6E8A-4147-A177-3AD203B41FA5}">
                      <a16:colId xmlns="" xmlns:a16="http://schemas.microsoft.com/office/drawing/2014/main" val="20005"/>
                    </a:ext>
                  </a:extLst>
                </a:gridCol>
              </a:tblGrid>
              <a:tr h="205105">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3765" rtl="0" eaLnBrk="1" latinLnBrk="0" hangingPunct="1">
                        <a:buClr>
                          <a:schemeClr val="tx2"/>
                        </a:buClr>
                        <a:buSzPct val="85000"/>
                        <a:defRPr sz="2400" kern="1200">
                          <a:solidFill>
                            <a:schemeClr val="tx1"/>
                          </a:solidFill>
                          <a:latin typeface="Arial" panose="020B0604020202020204"/>
                          <a:ea typeface="宋体" panose="02010600030101010101" pitchFamily="2" charset="-122"/>
                        </a:defRPr>
                      </a:lvl2pPr>
                      <a:lvl3pPr marL="1143000" lvl="2" indent="-228600" algn="l" defTabSz="913765" rtl="0" eaLnBrk="1" latinLnBrk="0" hangingPunct="1">
                        <a:buClr>
                          <a:schemeClr val="hlink"/>
                        </a:buClr>
                        <a:defRPr sz="2000" kern="1200">
                          <a:solidFill>
                            <a:schemeClr val="tx1"/>
                          </a:solidFill>
                          <a:latin typeface="Arial" panose="020B0604020202020204"/>
                          <a:ea typeface="宋体" panose="02010600030101010101" pitchFamily="2" charset="-122"/>
                        </a:defRPr>
                      </a:lvl3pPr>
                      <a:lvl4pPr marL="1600200" lvl="3" indent="-228600" algn="l" defTabSz="913765" rtl="0" eaLnBrk="1" latinLnBrk="0" hangingPunct="1">
                        <a:buClr>
                          <a:schemeClr val="tx2"/>
                        </a:buClr>
                        <a:defRPr sz="1800" kern="1200">
                          <a:solidFill>
                            <a:schemeClr val="tx1"/>
                          </a:solidFill>
                          <a:latin typeface="Arial" panose="020B0604020202020204"/>
                          <a:ea typeface="宋体" panose="02010600030101010101" pitchFamily="2" charset="-122"/>
                        </a:defRPr>
                      </a:lvl4pPr>
                      <a:lvl5pPr marL="2057400" lvl="4" indent="-228600" algn="l" defTabSz="913765" rtl="0" eaLnBrk="1" latinLnBrk="0" hangingPunct="1">
                        <a:buClr>
                          <a:schemeClr val="hlink"/>
                        </a:buClr>
                        <a:buFont typeface="Wingdings 2" panose="05020102010507070707" pitchFamily="18" charset="2"/>
                        <a:defRPr sz="1800" kern="1200">
                          <a:solidFill>
                            <a:schemeClr val="tx1"/>
                          </a:solidFill>
                          <a:latin typeface="Arial" panose="020B0604020202020204"/>
                          <a:ea typeface="宋体" panose="02010600030101010101" pitchFamily="2" charset="-122"/>
                        </a:defRPr>
                      </a:lvl5pPr>
                      <a:lvl6pPr marL="2286000" algn="l" defTabSz="913765" rtl="0" eaLnBrk="1" latinLnBrk="0" hangingPunct="1">
                        <a:defRPr sz="1800" kern="1200">
                          <a:solidFill>
                            <a:schemeClr val="tx1"/>
                          </a:solidFill>
                          <a:latin typeface="Arial" panose="020B0604020202020204"/>
                          <a:ea typeface="宋体" panose="02010600030101010101" pitchFamily="2" charset="-122"/>
                        </a:defRPr>
                      </a:lvl6pPr>
                      <a:lvl7pPr marL="2743200" algn="l" defTabSz="913765" rtl="0" eaLnBrk="1" latinLnBrk="0" hangingPunct="1">
                        <a:defRPr sz="1800" kern="1200">
                          <a:solidFill>
                            <a:schemeClr val="tx1"/>
                          </a:solidFill>
                          <a:latin typeface="Arial" panose="020B0604020202020204"/>
                          <a:ea typeface="宋体" panose="02010600030101010101" pitchFamily="2" charset="-122"/>
                        </a:defRPr>
                      </a:lvl7pPr>
                      <a:lvl8pPr marL="3199765" algn="l" defTabSz="913765" rtl="0" eaLnBrk="1" latinLnBrk="0" hangingPunct="1">
                        <a:defRPr sz="1800" kern="1200">
                          <a:solidFill>
                            <a:schemeClr val="tx1"/>
                          </a:solidFill>
                          <a:latin typeface="Arial" panose="020B0604020202020204"/>
                          <a:ea typeface="宋体" panose="02010600030101010101" pitchFamily="2" charset="-122"/>
                        </a:defRPr>
                      </a:lvl8pPr>
                      <a:lvl9pPr marL="3656965" algn="l" defTabSz="913765" rtl="0" eaLnBrk="1" latinLnBrk="0" hangingPunct="1">
                        <a:defRPr sz="1800" kern="1200">
                          <a:solidFill>
                            <a:schemeClr val="tx1"/>
                          </a:solidFill>
                          <a:latin typeface="Arial" panose="020B0604020202020204"/>
                          <a:ea typeface="宋体" panose="02010600030101010101" pitchFamily="2" charset="-122"/>
                        </a:defRPr>
                      </a:lvl9pPr>
                    </a:lstStyle>
                    <a:p>
                      <a:pPr marL="0" lvl="0" indent="0">
                        <a:spcBef>
                          <a:spcPct val="0"/>
                        </a:spcBef>
                        <a:buNone/>
                      </a:pPr>
                      <a:r>
                        <a:rPr lang="en-US" altLang="x-none" sz="2400">
                          <a:latin typeface="Calibri" panose="020F0502020204030204" charset="0"/>
                          <a:ea typeface="Times New Roman" panose="02020603050405020304" charset="0"/>
                        </a:rPr>
                        <a:t>H</a:t>
                      </a:r>
                      <a:endParaRPr lang="en-US" altLang="x-none" sz="2400"/>
                    </a:p>
                  </a:txBody>
                  <a:tcPr marT="46038" marB="4603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3765" rtl="0" eaLnBrk="1" latinLnBrk="0" hangingPunct="1">
                        <a:buClr>
                          <a:schemeClr val="tx2"/>
                        </a:buClr>
                        <a:buSzPct val="85000"/>
                        <a:defRPr sz="2400" kern="1200">
                          <a:solidFill>
                            <a:schemeClr val="tx1"/>
                          </a:solidFill>
                          <a:latin typeface="Arial" panose="020B0604020202020204"/>
                          <a:ea typeface="宋体" panose="02010600030101010101" pitchFamily="2" charset="-122"/>
                        </a:defRPr>
                      </a:lvl2pPr>
                      <a:lvl3pPr marL="1143000" lvl="2" indent="-228600" algn="l" defTabSz="913765" rtl="0" eaLnBrk="1" latinLnBrk="0" hangingPunct="1">
                        <a:buClr>
                          <a:schemeClr val="hlink"/>
                        </a:buClr>
                        <a:defRPr sz="2000" kern="1200">
                          <a:solidFill>
                            <a:schemeClr val="tx1"/>
                          </a:solidFill>
                          <a:latin typeface="Arial" panose="020B0604020202020204"/>
                          <a:ea typeface="宋体" panose="02010600030101010101" pitchFamily="2" charset="-122"/>
                        </a:defRPr>
                      </a:lvl3pPr>
                      <a:lvl4pPr marL="1600200" lvl="3" indent="-228600" algn="l" defTabSz="913765" rtl="0" eaLnBrk="1" latinLnBrk="0" hangingPunct="1">
                        <a:buClr>
                          <a:schemeClr val="tx2"/>
                        </a:buClr>
                        <a:defRPr sz="1800" kern="1200">
                          <a:solidFill>
                            <a:schemeClr val="tx1"/>
                          </a:solidFill>
                          <a:latin typeface="Arial" panose="020B0604020202020204"/>
                          <a:ea typeface="宋体" panose="02010600030101010101" pitchFamily="2" charset="-122"/>
                        </a:defRPr>
                      </a:lvl4pPr>
                      <a:lvl5pPr marL="2057400" lvl="4" indent="-228600" algn="l" defTabSz="913765" rtl="0" eaLnBrk="1" latinLnBrk="0" hangingPunct="1">
                        <a:buClr>
                          <a:schemeClr val="hlink"/>
                        </a:buClr>
                        <a:buFont typeface="Wingdings 2" panose="05020102010507070707" pitchFamily="18" charset="2"/>
                        <a:defRPr sz="1800" kern="1200">
                          <a:solidFill>
                            <a:schemeClr val="tx1"/>
                          </a:solidFill>
                          <a:latin typeface="Arial" panose="020B0604020202020204"/>
                          <a:ea typeface="宋体" panose="02010600030101010101" pitchFamily="2" charset="-122"/>
                        </a:defRPr>
                      </a:lvl5pPr>
                      <a:lvl6pPr marL="2286000" algn="l" defTabSz="913765" rtl="0" eaLnBrk="1" latinLnBrk="0" hangingPunct="1">
                        <a:defRPr sz="1800" kern="1200">
                          <a:solidFill>
                            <a:schemeClr val="tx1"/>
                          </a:solidFill>
                          <a:latin typeface="Arial" panose="020B0604020202020204"/>
                          <a:ea typeface="宋体" panose="02010600030101010101" pitchFamily="2" charset="-122"/>
                        </a:defRPr>
                      </a:lvl6pPr>
                      <a:lvl7pPr marL="2743200" algn="l" defTabSz="913765" rtl="0" eaLnBrk="1" latinLnBrk="0" hangingPunct="1">
                        <a:defRPr sz="1800" kern="1200">
                          <a:solidFill>
                            <a:schemeClr val="tx1"/>
                          </a:solidFill>
                          <a:latin typeface="Arial" panose="020B0604020202020204"/>
                          <a:ea typeface="宋体" panose="02010600030101010101" pitchFamily="2" charset="-122"/>
                        </a:defRPr>
                      </a:lvl7pPr>
                      <a:lvl8pPr marL="3199765" algn="l" defTabSz="913765" rtl="0" eaLnBrk="1" latinLnBrk="0" hangingPunct="1">
                        <a:defRPr sz="1800" kern="1200">
                          <a:solidFill>
                            <a:schemeClr val="tx1"/>
                          </a:solidFill>
                          <a:latin typeface="Arial" panose="020B0604020202020204"/>
                          <a:ea typeface="宋体" panose="02010600030101010101" pitchFamily="2" charset="-122"/>
                        </a:defRPr>
                      </a:lvl8pPr>
                      <a:lvl9pPr marL="3656965" algn="l" defTabSz="913765" rtl="0" eaLnBrk="1" latinLnBrk="0" hangingPunct="1">
                        <a:defRPr sz="1800" kern="1200">
                          <a:solidFill>
                            <a:schemeClr val="tx1"/>
                          </a:solidFill>
                          <a:latin typeface="Arial" panose="020B0604020202020204"/>
                          <a:ea typeface="宋体" panose="02010600030101010101" pitchFamily="2" charset="-122"/>
                        </a:defRPr>
                      </a:lvl9pPr>
                    </a:lstStyle>
                    <a:p>
                      <a:pPr marL="0" lvl="0" indent="0">
                        <a:spcBef>
                          <a:spcPct val="0"/>
                        </a:spcBef>
                        <a:buNone/>
                      </a:pPr>
                      <a:r>
                        <a:rPr lang="en-US" altLang="x-none" sz="2400">
                          <a:latin typeface="Calibri" panose="020F0502020204030204" charset="0"/>
                          <a:ea typeface="Times New Roman" panose="02020603050405020304" charset="0"/>
                        </a:rPr>
                        <a:t>e</a:t>
                      </a:r>
                      <a:endParaRPr lang="en-US" altLang="x-none" sz="2400"/>
                    </a:p>
                  </a:txBody>
                  <a:tcPr marT="46038" marB="4603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3765" rtl="0" eaLnBrk="1" latinLnBrk="0" hangingPunct="1">
                        <a:buClr>
                          <a:schemeClr val="tx2"/>
                        </a:buClr>
                        <a:buSzPct val="85000"/>
                        <a:defRPr sz="2400" kern="1200">
                          <a:solidFill>
                            <a:schemeClr val="tx1"/>
                          </a:solidFill>
                          <a:latin typeface="Arial" panose="020B0604020202020204"/>
                          <a:ea typeface="宋体" panose="02010600030101010101" pitchFamily="2" charset="-122"/>
                        </a:defRPr>
                      </a:lvl2pPr>
                      <a:lvl3pPr marL="1143000" lvl="2" indent="-228600" algn="l" defTabSz="913765" rtl="0" eaLnBrk="1" latinLnBrk="0" hangingPunct="1">
                        <a:buClr>
                          <a:schemeClr val="hlink"/>
                        </a:buClr>
                        <a:defRPr sz="2000" kern="1200">
                          <a:solidFill>
                            <a:schemeClr val="tx1"/>
                          </a:solidFill>
                          <a:latin typeface="Arial" panose="020B0604020202020204"/>
                          <a:ea typeface="宋体" panose="02010600030101010101" pitchFamily="2" charset="-122"/>
                        </a:defRPr>
                      </a:lvl3pPr>
                      <a:lvl4pPr marL="1600200" lvl="3" indent="-228600" algn="l" defTabSz="913765" rtl="0" eaLnBrk="1" latinLnBrk="0" hangingPunct="1">
                        <a:buClr>
                          <a:schemeClr val="tx2"/>
                        </a:buClr>
                        <a:defRPr sz="1800" kern="1200">
                          <a:solidFill>
                            <a:schemeClr val="tx1"/>
                          </a:solidFill>
                          <a:latin typeface="Arial" panose="020B0604020202020204"/>
                          <a:ea typeface="宋体" panose="02010600030101010101" pitchFamily="2" charset="-122"/>
                        </a:defRPr>
                      </a:lvl4pPr>
                      <a:lvl5pPr marL="2057400" lvl="4" indent="-228600" algn="l" defTabSz="913765" rtl="0" eaLnBrk="1" latinLnBrk="0" hangingPunct="1">
                        <a:buClr>
                          <a:schemeClr val="hlink"/>
                        </a:buClr>
                        <a:buFont typeface="Wingdings 2" panose="05020102010507070707" pitchFamily="18" charset="2"/>
                        <a:defRPr sz="1800" kern="1200">
                          <a:solidFill>
                            <a:schemeClr val="tx1"/>
                          </a:solidFill>
                          <a:latin typeface="Arial" panose="020B0604020202020204"/>
                          <a:ea typeface="宋体" panose="02010600030101010101" pitchFamily="2" charset="-122"/>
                        </a:defRPr>
                      </a:lvl5pPr>
                      <a:lvl6pPr marL="2286000" algn="l" defTabSz="913765" rtl="0" eaLnBrk="1" latinLnBrk="0" hangingPunct="1">
                        <a:defRPr sz="1800" kern="1200">
                          <a:solidFill>
                            <a:schemeClr val="tx1"/>
                          </a:solidFill>
                          <a:latin typeface="Arial" panose="020B0604020202020204"/>
                          <a:ea typeface="宋体" panose="02010600030101010101" pitchFamily="2" charset="-122"/>
                        </a:defRPr>
                      </a:lvl6pPr>
                      <a:lvl7pPr marL="2743200" algn="l" defTabSz="913765" rtl="0" eaLnBrk="1" latinLnBrk="0" hangingPunct="1">
                        <a:defRPr sz="1800" kern="1200">
                          <a:solidFill>
                            <a:schemeClr val="tx1"/>
                          </a:solidFill>
                          <a:latin typeface="Arial" panose="020B0604020202020204"/>
                          <a:ea typeface="宋体" panose="02010600030101010101" pitchFamily="2" charset="-122"/>
                        </a:defRPr>
                      </a:lvl7pPr>
                      <a:lvl8pPr marL="3199765" algn="l" defTabSz="913765" rtl="0" eaLnBrk="1" latinLnBrk="0" hangingPunct="1">
                        <a:defRPr sz="1800" kern="1200">
                          <a:solidFill>
                            <a:schemeClr val="tx1"/>
                          </a:solidFill>
                          <a:latin typeface="Arial" panose="020B0604020202020204"/>
                          <a:ea typeface="宋体" panose="02010600030101010101" pitchFamily="2" charset="-122"/>
                        </a:defRPr>
                      </a:lvl8pPr>
                      <a:lvl9pPr marL="3656965" algn="l" defTabSz="913765" rtl="0" eaLnBrk="1" latinLnBrk="0" hangingPunct="1">
                        <a:defRPr sz="1800" kern="1200">
                          <a:solidFill>
                            <a:schemeClr val="tx1"/>
                          </a:solidFill>
                          <a:latin typeface="Arial" panose="020B0604020202020204"/>
                          <a:ea typeface="宋体" panose="02010600030101010101" pitchFamily="2" charset="-122"/>
                        </a:defRPr>
                      </a:lvl9pPr>
                    </a:lstStyle>
                    <a:p>
                      <a:pPr marL="0" lvl="0" indent="0">
                        <a:spcBef>
                          <a:spcPct val="0"/>
                        </a:spcBef>
                        <a:buNone/>
                      </a:pPr>
                      <a:r>
                        <a:rPr lang="en-US" altLang="x-none" sz="2400">
                          <a:latin typeface="Calibri" panose="020F0502020204030204" charset="0"/>
                          <a:ea typeface="Times New Roman" panose="02020603050405020304" charset="0"/>
                        </a:rPr>
                        <a:t>l</a:t>
                      </a:r>
                      <a:endParaRPr lang="en-US" altLang="x-none" sz="2400"/>
                    </a:p>
                  </a:txBody>
                  <a:tcPr marT="46038" marB="4603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3765" rtl="0" eaLnBrk="1" latinLnBrk="0" hangingPunct="1">
                        <a:buClr>
                          <a:schemeClr val="tx2"/>
                        </a:buClr>
                        <a:buSzPct val="85000"/>
                        <a:defRPr sz="2400" kern="1200">
                          <a:solidFill>
                            <a:schemeClr val="tx1"/>
                          </a:solidFill>
                          <a:latin typeface="Arial" panose="020B0604020202020204"/>
                          <a:ea typeface="宋体" panose="02010600030101010101" pitchFamily="2" charset="-122"/>
                        </a:defRPr>
                      </a:lvl2pPr>
                      <a:lvl3pPr marL="1143000" lvl="2" indent="-228600" algn="l" defTabSz="913765" rtl="0" eaLnBrk="1" latinLnBrk="0" hangingPunct="1">
                        <a:buClr>
                          <a:schemeClr val="hlink"/>
                        </a:buClr>
                        <a:defRPr sz="2000" kern="1200">
                          <a:solidFill>
                            <a:schemeClr val="tx1"/>
                          </a:solidFill>
                          <a:latin typeface="Arial" panose="020B0604020202020204"/>
                          <a:ea typeface="宋体" panose="02010600030101010101" pitchFamily="2" charset="-122"/>
                        </a:defRPr>
                      </a:lvl3pPr>
                      <a:lvl4pPr marL="1600200" lvl="3" indent="-228600" algn="l" defTabSz="913765" rtl="0" eaLnBrk="1" latinLnBrk="0" hangingPunct="1">
                        <a:buClr>
                          <a:schemeClr val="tx2"/>
                        </a:buClr>
                        <a:defRPr sz="1800" kern="1200">
                          <a:solidFill>
                            <a:schemeClr val="tx1"/>
                          </a:solidFill>
                          <a:latin typeface="Arial" panose="020B0604020202020204"/>
                          <a:ea typeface="宋体" panose="02010600030101010101" pitchFamily="2" charset="-122"/>
                        </a:defRPr>
                      </a:lvl4pPr>
                      <a:lvl5pPr marL="2057400" lvl="4" indent="-228600" algn="l" defTabSz="913765" rtl="0" eaLnBrk="1" latinLnBrk="0" hangingPunct="1">
                        <a:buClr>
                          <a:schemeClr val="hlink"/>
                        </a:buClr>
                        <a:buFont typeface="Wingdings 2" panose="05020102010507070707" pitchFamily="18" charset="2"/>
                        <a:defRPr sz="1800" kern="1200">
                          <a:solidFill>
                            <a:schemeClr val="tx1"/>
                          </a:solidFill>
                          <a:latin typeface="Arial" panose="020B0604020202020204"/>
                          <a:ea typeface="宋体" panose="02010600030101010101" pitchFamily="2" charset="-122"/>
                        </a:defRPr>
                      </a:lvl5pPr>
                      <a:lvl6pPr marL="2286000" algn="l" defTabSz="913765" rtl="0" eaLnBrk="1" latinLnBrk="0" hangingPunct="1">
                        <a:defRPr sz="1800" kern="1200">
                          <a:solidFill>
                            <a:schemeClr val="tx1"/>
                          </a:solidFill>
                          <a:latin typeface="Arial" panose="020B0604020202020204"/>
                          <a:ea typeface="宋体" panose="02010600030101010101" pitchFamily="2" charset="-122"/>
                        </a:defRPr>
                      </a:lvl6pPr>
                      <a:lvl7pPr marL="2743200" algn="l" defTabSz="913765" rtl="0" eaLnBrk="1" latinLnBrk="0" hangingPunct="1">
                        <a:defRPr sz="1800" kern="1200">
                          <a:solidFill>
                            <a:schemeClr val="tx1"/>
                          </a:solidFill>
                          <a:latin typeface="Arial" panose="020B0604020202020204"/>
                          <a:ea typeface="宋体" panose="02010600030101010101" pitchFamily="2" charset="-122"/>
                        </a:defRPr>
                      </a:lvl7pPr>
                      <a:lvl8pPr marL="3199765" algn="l" defTabSz="913765" rtl="0" eaLnBrk="1" latinLnBrk="0" hangingPunct="1">
                        <a:defRPr sz="1800" kern="1200">
                          <a:solidFill>
                            <a:schemeClr val="tx1"/>
                          </a:solidFill>
                          <a:latin typeface="Arial" panose="020B0604020202020204"/>
                          <a:ea typeface="宋体" panose="02010600030101010101" pitchFamily="2" charset="-122"/>
                        </a:defRPr>
                      </a:lvl8pPr>
                      <a:lvl9pPr marL="3656965" algn="l" defTabSz="913765" rtl="0" eaLnBrk="1" latinLnBrk="0" hangingPunct="1">
                        <a:defRPr sz="1800" kern="1200">
                          <a:solidFill>
                            <a:schemeClr val="tx1"/>
                          </a:solidFill>
                          <a:latin typeface="Arial" panose="020B0604020202020204"/>
                          <a:ea typeface="宋体" panose="02010600030101010101" pitchFamily="2" charset="-122"/>
                        </a:defRPr>
                      </a:lvl9pPr>
                    </a:lstStyle>
                    <a:p>
                      <a:pPr marL="0" lvl="0" indent="0">
                        <a:spcBef>
                          <a:spcPct val="0"/>
                        </a:spcBef>
                        <a:buNone/>
                      </a:pPr>
                      <a:r>
                        <a:rPr lang="en-US" altLang="x-none" sz="2400" dirty="0">
                          <a:latin typeface="Calibri" panose="020F0502020204030204" charset="0"/>
                          <a:ea typeface="Times New Roman" panose="02020603050405020304" charset="0"/>
                        </a:rPr>
                        <a:t>l</a:t>
                      </a:r>
                      <a:endParaRPr lang="en-US" altLang="x-none" sz="2400" dirty="0"/>
                    </a:p>
                  </a:txBody>
                  <a:tcPr marT="46038" marB="4603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3765" rtl="0" eaLnBrk="1" latinLnBrk="0" hangingPunct="1">
                        <a:buClr>
                          <a:schemeClr val="tx2"/>
                        </a:buClr>
                        <a:buSzPct val="85000"/>
                        <a:defRPr sz="2400" kern="1200">
                          <a:solidFill>
                            <a:schemeClr val="tx1"/>
                          </a:solidFill>
                          <a:latin typeface="Arial" panose="020B0604020202020204"/>
                          <a:ea typeface="宋体" panose="02010600030101010101" pitchFamily="2" charset="-122"/>
                        </a:defRPr>
                      </a:lvl2pPr>
                      <a:lvl3pPr marL="1143000" lvl="2" indent="-228600" algn="l" defTabSz="913765" rtl="0" eaLnBrk="1" latinLnBrk="0" hangingPunct="1">
                        <a:buClr>
                          <a:schemeClr val="hlink"/>
                        </a:buClr>
                        <a:defRPr sz="2000" kern="1200">
                          <a:solidFill>
                            <a:schemeClr val="tx1"/>
                          </a:solidFill>
                          <a:latin typeface="Arial" panose="020B0604020202020204"/>
                          <a:ea typeface="宋体" panose="02010600030101010101" pitchFamily="2" charset="-122"/>
                        </a:defRPr>
                      </a:lvl3pPr>
                      <a:lvl4pPr marL="1600200" lvl="3" indent="-228600" algn="l" defTabSz="913765" rtl="0" eaLnBrk="1" latinLnBrk="0" hangingPunct="1">
                        <a:buClr>
                          <a:schemeClr val="tx2"/>
                        </a:buClr>
                        <a:defRPr sz="1800" kern="1200">
                          <a:solidFill>
                            <a:schemeClr val="tx1"/>
                          </a:solidFill>
                          <a:latin typeface="Arial" panose="020B0604020202020204"/>
                          <a:ea typeface="宋体" panose="02010600030101010101" pitchFamily="2" charset="-122"/>
                        </a:defRPr>
                      </a:lvl4pPr>
                      <a:lvl5pPr marL="2057400" lvl="4" indent="-228600" algn="l" defTabSz="913765" rtl="0" eaLnBrk="1" latinLnBrk="0" hangingPunct="1">
                        <a:buClr>
                          <a:schemeClr val="hlink"/>
                        </a:buClr>
                        <a:buFont typeface="Wingdings 2" panose="05020102010507070707" pitchFamily="18" charset="2"/>
                        <a:defRPr sz="1800" kern="1200">
                          <a:solidFill>
                            <a:schemeClr val="tx1"/>
                          </a:solidFill>
                          <a:latin typeface="Arial" panose="020B0604020202020204"/>
                          <a:ea typeface="宋体" panose="02010600030101010101" pitchFamily="2" charset="-122"/>
                        </a:defRPr>
                      </a:lvl5pPr>
                      <a:lvl6pPr marL="2286000" algn="l" defTabSz="913765" rtl="0" eaLnBrk="1" latinLnBrk="0" hangingPunct="1">
                        <a:defRPr sz="1800" kern="1200">
                          <a:solidFill>
                            <a:schemeClr val="tx1"/>
                          </a:solidFill>
                          <a:latin typeface="Arial" panose="020B0604020202020204"/>
                          <a:ea typeface="宋体" panose="02010600030101010101" pitchFamily="2" charset="-122"/>
                        </a:defRPr>
                      </a:lvl6pPr>
                      <a:lvl7pPr marL="2743200" algn="l" defTabSz="913765" rtl="0" eaLnBrk="1" latinLnBrk="0" hangingPunct="1">
                        <a:defRPr sz="1800" kern="1200">
                          <a:solidFill>
                            <a:schemeClr val="tx1"/>
                          </a:solidFill>
                          <a:latin typeface="Arial" panose="020B0604020202020204"/>
                          <a:ea typeface="宋体" panose="02010600030101010101" pitchFamily="2" charset="-122"/>
                        </a:defRPr>
                      </a:lvl7pPr>
                      <a:lvl8pPr marL="3199765" algn="l" defTabSz="913765" rtl="0" eaLnBrk="1" latinLnBrk="0" hangingPunct="1">
                        <a:defRPr sz="1800" kern="1200">
                          <a:solidFill>
                            <a:schemeClr val="tx1"/>
                          </a:solidFill>
                          <a:latin typeface="Arial" panose="020B0604020202020204"/>
                          <a:ea typeface="宋体" panose="02010600030101010101" pitchFamily="2" charset="-122"/>
                        </a:defRPr>
                      </a:lvl8pPr>
                      <a:lvl9pPr marL="3656965" algn="l" defTabSz="913765" rtl="0" eaLnBrk="1" latinLnBrk="0" hangingPunct="1">
                        <a:defRPr sz="1800" kern="1200">
                          <a:solidFill>
                            <a:schemeClr val="tx1"/>
                          </a:solidFill>
                          <a:latin typeface="Arial" panose="020B0604020202020204"/>
                          <a:ea typeface="宋体" panose="02010600030101010101" pitchFamily="2" charset="-122"/>
                        </a:defRPr>
                      </a:lvl9pPr>
                    </a:lstStyle>
                    <a:p>
                      <a:pPr marL="0" lvl="0" indent="0">
                        <a:spcBef>
                          <a:spcPct val="0"/>
                        </a:spcBef>
                        <a:buNone/>
                      </a:pPr>
                      <a:r>
                        <a:rPr lang="en-US" altLang="x-none" sz="2400">
                          <a:latin typeface="Calibri" panose="020F0502020204030204" charset="0"/>
                          <a:ea typeface="Times New Roman" panose="02020603050405020304" charset="0"/>
                        </a:rPr>
                        <a:t>o</a:t>
                      </a:r>
                      <a:endParaRPr lang="en-US" altLang="x-none" sz="2400"/>
                    </a:p>
                  </a:txBody>
                  <a:tcPr marT="46038" marB="4603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3765" rtl="0" eaLnBrk="1" latinLnBrk="0" hangingPunct="1">
                        <a:buClr>
                          <a:schemeClr val="tx2"/>
                        </a:buClr>
                        <a:buSzPct val="85000"/>
                        <a:defRPr sz="2400" kern="1200">
                          <a:solidFill>
                            <a:schemeClr val="tx1"/>
                          </a:solidFill>
                          <a:latin typeface="Arial" panose="020B0604020202020204"/>
                          <a:ea typeface="宋体" panose="02010600030101010101" pitchFamily="2" charset="-122"/>
                        </a:defRPr>
                      </a:lvl2pPr>
                      <a:lvl3pPr marL="1143000" lvl="2" indent="-228600" algn="l" defTabSz="913765" rtl="0" eaLnBrk="1" latinLnBrk="0" hangingPunct="1">
                        <a:buClr>
                          <a:schemeClr val="hlink"/>
                        </a:buClr>
                        <a:defRPr sz="2000" kern="1200">
                          <a:solidFill>
                            <a:schemeClr val="tx1"/>
                          </a:solidFill>
                          <a:latin typeface="Arial" panose="020B0604020202020204"/>
                          <a:ea typeface="宋体" panose="02010600030101010101" pitchFamily="2" charset="-122"/>
                        </a:defRPr>
                      </a:lvl3pPr>
                      <a:lvl4pPr marL="1600200" lvl="3" indent="-228600" algn="l" defTabSz="913765" rtl="0" eaLnBrk="1" latinLnBrk="0" hangingPunct="1">
                        <a:buClr>
                          <a:schemeClr val="tx2"/>
                        </a:buClr>
                        <a:defRPr sz="1800" kern="1200">
                          <a:solidFill>
                            <a:schemeClr val="tx1"/>
                          </a:solidFill>
                          <a:latin typeface="Arial" panose="020B0604020202020204"/>
                          <a:ea typeface="宋体" panose="02010600030101010101" pitchFamily="2" charset="-122"/>
                        </a:defRPr>
                      </a:lvl4pPr>
                      <a:lvl5pPr marL="2057400" lvl="4" indent="-228600" algn="l" defTabSz="913765" rtl="0" eaLnBrk="1" latinLnBrk="0" hangingPunct="1">
                        <a:buClr>
                          <a:schemeClr val="hlink"/>
                        </a:buClr>
                        <a:buFont typeface="Wingdings 2" panose="05020102010507070707" pitchFamily="18" charset="2"/>
                        <a:defRPr sz="1800" kern="1200">
                          <a:solidFill>
                            <a:schemeClr val="tx1"/>
                          </a:solidFill>
                          <a:latin typeface="Arial" panose="020B0604020202020204"/>
                          <a:ea typeface="宋体" panose="02010600030101010101" pitchFamily="2" charset="-122"/>
                        </a:defRPr>
                      </a:lvl5pPr>
                      <a:lvl6pPr marL="2286000" algn="l" defTabSz="913765" rtl="0" eaLnBrk="1" latinLnBrk="0" hangingPunct="1">
                        <a:defRPr sz="1800" kern="1200">
                          <a:solidFill>
                            <a:schemeClr val="tx1"/>
                          </a:solidFill>
                          <a:latin typeface="Arial" panose="020B0604020202020204"/>
                          <a:ea typeface="宋体" panose="02010600030101010101" pitchFamily="2" charset="-122"/>
                        </a:defRPr>
                      </a:lvl6pPr>
                      <a:lvl7pPr marL="2743200" algn="l" defTabSz="913765" rtl="0" eaLnBrk="1" latinLnBrk="0" hangingPunct="1">
                        <a:defRPr sz="1800" kern="1200">
                          <a:solidFill>
                            <a:schemeClr val="tx1"/>
                          </a:solidFill>
                          <a:latin typeface="Arial" panose="020B0604020202020204"/>
                          <a:ea typeface="宋体" panose="02010600030101010101" pitchFamily="2" charset="-122"/>
                        </a:defRPr>
                      </a:lvl7pPr>
                      <a:lvl8pPr marL="3199765" algn="l" defTabSz="913765" rtl="0" eaLnBrk="1" latinLnBrk="0" hangingPunct="1">
                        <a:defRPr sz="1800" kern="1200">
                          <a:solidFill>
                            <a:schemeClr val="tx1"/>
                          </a:solidFill>
                          <a:latin typeface="Arial" panose="020B0604020202020204"/>
                          <a:ea typeface="宋体" panose="02010600030101010101" pitchFamily="2" charset="-122"/>
                        </a:defRPr>
                      </a:lvl8pPr>
                      <a:lvl9pPr marL="3656965" algn="l" defTabSz="913765" rtl="0" eaLnBrk="1" latinLnBrk="0" hangingPunct="1">
                        <a:defRPr sz="1800" kern="1200">
                          <a:solidFill>
                            <a:schemeClr val="tx1"/>
                          </a:solidFill>
                          <a:latin typeface="Arial" panose="020B0604020202020204"/>
                          <a:ea typeface="宋体" panose="02010600030101010101" pitchFamily="2" charset="-122"/>
                        </a:defRPr>
                      </a:lvl9pPr>
                    </a:lstStyle>
                    <a:p>
                      <a:pPr marL="0" lvl="0" indent="0">
                        <a:spcBef>
                          <a:spcPct val="0"/>
                        </a:spcBef>
                        <a:buNone/>
                      </a:pPr>
                      <a:r>
                        <a:rPr lang="en-US" altLang="x-none" sz="2400" dirty="0">
                          <a:latin typeface="Calibri" panose="020F0502020204030204" charset="0"/>
                          <a:ea typeface="Times New Roman" panose="02020603050405020304" charset="0"/>
                        </a:rPr>
                        <a:t>\0</a:t>
                      </a:r>
                      <a:endParaRPr lang="en-US" altLang="x-none" sz="2400" dirty="0"/>
                    </a:p>
                  </a:txBody>
                  <a:tcPr marT="46038" marB="4603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2"/>
                                        </p:tgtEl>
                                        <p:attrNameLst>
                                          <p:attrName>style.visibility</p:attrName>
                                        </p:attrNameLst>
                                      </p:cBhvr>
                                      <p:to>
                                        <p:strVal val="visible"/>
                                      </p:to>
                                    </p:set>
                                    <p:anim calcmode="discrete" valueType="clr">
                                      <p:cBhvr override="childStyle">
                                        <p:cTn id="7" dur="80"/>
                                        <p:tgtEl>
                                          <p:spTgt spid="2"/>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
                                        </p:tgtEl>
                                        <p:attrNameLst>
                                          <p:attrName>fillcolor</p:attrName>
                                        </p:attrNameLst>
                                      </p:cBhvr>
                                      <p:tavLst>
                                        <p:tav tm="0">
                                          <p:val>
                                            <p:clrVal>
                                              <a:schemeClr val="accent2"/>
                                            </p:clrVal>
                                          </p:val>
                                        </p:tav>
                                        <p:tav tm="50000">
                                          <p:val>
                                            <p:clrVal>
                                              <a:schemeClr val="hlink"/>
                                            </p:clrVal>
                                          </p:val>
                                        </p:tav>
                                      </p:tavLst>
                                    </p:anim>
                                    <p:set>
                                      <p:cBhvr>
                                        <p:cTn id="9" dur="80"/>
                                        <p:tgtEl>
                                          <p:spTgt spid="2"/>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4" presetClass="entr" presetSubtype="0" fill="hold" nodeType="clickEffect">
                                  <p:stCondLst>
                                    <p:cond delay="0"/>
                                  </p:stCondLst>
                                  <p:childTnLst>
                                    <p:set>
                                      <p:cBhvr>
                                        <p:cTn id="13" dur="1" fill="hold">
                                          <p:stCondLst>
                                            <p:cond delay="0"/>
                                          </p:stCondLst>
                                        </p:cTn>
                                        <p:tgtEl>
                                          <p:spTgt spid="18"/>
                                        </p:tgtEl>
                                        <p:attrNameLst>
                                          <p:attrName>style.visibility</p:attrName>
                                        </p:attrNameLst>
                                      </p:cBhvr>
                                      <p:to>
                                        <p:strVal val="visible"/>
                                      </p:to>
                                    </p:set>
                                    <p:anim to="" calcmode="lin" valueType="num">
                                      <p:cBhvr>
                                        <p:cTn id="14" dur="1" fill="hold"/>
                                        <p:tgtEl>
                                          <p:spTgt spid="18"/>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组合 3"/>
          <p:cNvGrpSpPr/>
          <p:nvPr/>
        </p:nvGrpSpPr>
        <p:grpSpPr>
          <a:xfrm>
            <a:off x="-23495" y="-113665"/>
            <a:ext cx="4674235" cy="787861"/>
            <a:chOff x="201757" y="129906"/>
            <a:chExt cx="6264696" cy="1096834"/>
          </a:xfrm>
        </p:grpSpPr>
        <p:pic>
          <p:nvPicPr>
            <p:cNvPr id="19473" name="Picture 9" descr="F:\ppt素材\图标\我收集的图标\字体\3.png"/>
            <p:cNvPicPr>
              <a:picLocks noChangeAspect="1"/>
            </p:cNvPicPr>
            <p:nvPr/>
          </p:nvPicPr>
          <p:blipFill>
            <a:blip r:embed="rId2"/>
            <a:stretch>
              <a:fillRect/>
            </a:stretch>
          </p:blipFill>
          <p:spPr>
            <a:xfrm rot="5400000">
              <a:off x="2884210" y="-2418911"/>
              <a:ext cx="899790" cy="6264696"/>
            </a:xfrm>
            <a:prstGeom prst="rect">
              <a:avLst/>
            </a:prstGeom>
            <a:noFill/>
            <a:ln w="9525">
              <a:noFill/>
            </a:ln>
          </p:spPr>
        </p:pic>
        <p:pic>
          <p:nvPicPr>
            <p:cNvPr id="19474" name="Picture 6" descr="F:\超棒ppt模板\中国风\中国风物件\maobi.png"/>
            <p:cNvPicPr>
              <a:picLocks noChangeAspect="1"/>
            </p:cNvPicPr>
            <p:nvPr/>
          </p:nvPicPr>
          <p:blipFill>
            <a:blip r:embed="rId3"/>
            <a:stretch>
              <a:fillRect/>
            </a:stretch>
          </p:blipFill>
          <p:spPr>
            <a:xfrm>
              <a:off x="308134" y="129906"/>
              <a:ext cx="775209" cy="775006"/>
            </a:xfrm>
            <a:prstGeom prst="rect">
              <a:avLst/>
            </a:prstGeom>
            <a:noFill/>
            <a:ln w="9525">
              <a:noFill/>
            </a:ln>
          </p:spPr>
        </p:pic>
        <p:sp>
          <p:nvSpPr>
            <p:cNvPr id="19475" name="TextBox 2"/>
            <p:cNvSpPr txBox="1"/>
            <p:nvPr/>
          </p:nvSpPr>
          <p:spPr>
            <a:xfrm>
              <a:off x="1083609" y="500071"/>
              <a:ext cx="2844474" cy="726669"/>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eaLnBrk="1" hangingPunct="1">
                <a:lnSpc>
                  <a:spcPct val="100000"/>
                </a:lnSpc>
                <a:spcBef>
                  <a:spcPct val="0"/>
                </a:spcBef>
                <a:buNone/>
              </a:pPr>
              <a:r>
                <a:rPr lang="zh-CN" altLang="en-US" b="1" dirty="0">
                  <a:solidFill>
                    <a:schemeClr val="bg1"/>
                  </a:solidFill>
                  <a:latin typeface="楷体" panose="02010609060101010101" pitchFamily="1" charset="-122"/>
                  <a:ea typeface="楷体" panose="02010609060101010101" pitchFamily="1" charset="-122"/>
                </a:rPr>
                <a:t>字符串</a:t>
              </a:r>
            </a:p>
          </p:txBody>
        </p:sp>
      </p:grpSp>
      <p:pic>
        <p:nvPicPr>
          <p:cNvPr id="4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4835" y="4641215"/>
            <a:ext cx="965200" cy="50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文本框 1"/>
          <p:cNvSpPr txBox="1"/>
          <p:nvPr/>
        </p:nvSpPr>
        <p:spPr>
          <a:xfrm>
            <a:off x="522605" y="674370"/>
            <a:ext cx="8098790" cy="2584450"/>
          </a:xfrm>
          <a:prstGeom prst="rect">
            <a:avLst/>
          </a:prstGeom>
          <a:noFill/>
        </p:spPr>
        <p:txBody>
          <a:bodyPr wrap="square" rtlCol="0" anchor="t">
            <a:spAutoFit/>
          </a:bodyPr>
          <a:lstStyle/>
          <a:p>
            <a:pPr>
              <a:lnSpc>
                <a:spcPct val="150000"/>
              </a:lnSpc>
            </a:pPr>
            <a:r>
              <a:rPr lang="zh-CN" altLang="en-US" dirty="0">
                <a:latin typeface="黑体" panose="02010609060101010101" pitchFamily="49" charset="-122"/>
                <a:ea typeface="黑体" panose="02010609060101010101" pitchFamily="49" charset="-122"/>
                <a:sym typeface="+mn-ea"/>
              </a:rPr>
              <a:t>又如，</a:t>
            </a:r>
            <a:r>
              <a:rPr lang="en-US" altLang="zh-CN" dirty="0">
                <a:solidFill>
                  <a:srgbClr val="FF0000"/>
                </a:solidFill>
                <a:latin typeface="黑体" panose="02010609060101010101" pitchFamily="49" charset="-122"/>
                <a:ea typeface="黑体" panose="02010609060101010101" pitchFamily="49" charset="-122"/>
                <a:sym typeface="+mn-ea"/>
              </a:rPr>
              <a:t>char </a:t>
            </a:r>
            <a:r>
              <a:rPr lang="en-US" altLang="zh-CN" dirty="0" err="1">
                <a:solidFill>
                  <a:srgbClr val="FF0000"/>
                </a:solidFill>
                <a:latin typeface="黑体" panose="02010609060101010101" pitchFamily="49" charset="-122"/>
                <a:ea typeface="黑体" panose="02010609060101010101" pitchFamily="49" charset="-122"/>
                <a:sym typeface="+mn-ea"/>
              </a:rPr>
              <a:t>st</a:t>
            </a:r>
            <a:r>
              <a:rPr lang="en-US" altLang="zh-CN" dirty="0">
                <a:solidFill>
                  <a:srgbClr val="FF0000"/>
                </a:solidFill>
                <a:latin typeface="黑体" panose="02010609060101010101" pitchFamily="49" charset="-122"/>
                <a:ea typeface="黑体" panose="02010609060101010101" pitchFamily="49" charset="-122"/>
                <a:sym typeface="+mn-ea"/>
              </a:rPr>
              <a:t>[ ]=”</a:t>
            </a:r>
            <a:r>
              <a:rPr lang="en-US" altLang="zh-CN" dirty="0" err="1">
                <a:solidFill>
                  <a:srgbClr val="FF0000"/>
                </a:solidFill>
                <a:latin typeface="黑体" panose="02010609060101010101" pitchFamily="49" charset="-122"/>
                <a:ea typeface="黑体" panose="02010609060101010101" pitchFamily="49" charset="-122"/>
                <a:sym typeface="+mn-ea"/>
              </a:rPr>
              <a:t>abcde</a:t>
            </a:r>
            <a:r>
              <a:rPr lang="en-US" altLang="zh-CN" dirty="0">
                <a:solidFill>
                  <a:srgbClr val="FF0000"/>
                </a:solidFill>
                <a:latin typeface="黑体" panose="02010609060101010101" pitchFamily="49" charset="-122"/>
                <a:ea typeface="黑体" panose="02010609060101010101" pitchFamily="49" charset="-122"/>
                <a:sym typeface="+mn-ea"/>
              </a:rPr>
              <a:t>”;    st2[5];</a:t>
            </a:r>
            <a:endParaRPr lang="en-US" altLang="zh-CN" dirty="0">
              <a:solidFill>
                <a:srgbClr val="FF0000"/>
              </a:solidFill>
              <a:latin typeface="黑体" panose="02010609060101010101" pitchFamily="49" charset="-122"/>
              <a:ea typeface="黑体" panose="02010609060101010101" pitchFamily="49" charset="-122"/>
            </a:endParaRPr>
          </a:p>
          <a:p>
            <a:pPr>
              <a:lnSpc>
                <a:spcPct val="150000"/>
              </a:lnSpc>
            </a:pPr>
            <a:r>
              <a:rPr lang="en-US" altLang="zh-CN" dirty="0">
                <a:solidFill>
                  <a:srgbClr val="FF0000"/>
                </a:solidFill>
                <a:latin typeface="黑体" panose="02010609060101010101" pitchFamily="49" charset="-122"/>
                <a:ea typeface="黑体" panose="02010609060101010101" pitchFamily="49" charset="-122"/>
                <a:sym typeface="+mn-ea"/>
              </a:rPr>
              <a:t> </a:t>
            </a:r>
            <a:r>
              <a:rPr lang="en-US" altLang="zh-CN" dirty="0" smtClean="0">
                <a:solidFill>
                  <a:srgbClr val="FF0000"/>
                </a:solidFill>
                <a:latin typeface="黑体" panose="02010609060101010101" pitchFamily="49" charset="-122"/>
                <a:ea typeface="黑体" panose="02010609060101010101" pitchFamily="49" charset="-122"/>
                <a:sym typeface="+mn-ea"/>
              </a:rPr>
              <a:t>     </a:t>
            </a:r>
            <a:r>
              <a:rPr lang="en-US" altLang="zh-CN" dirty="0" err="1" smtClean="0">
                <a:solidFill>
                  <a:srgbClr val="FF0000"/>
                </a:solidFill>
                <a:latin typeface="黑体" panose="02010609060101010101" pitchFamily="49" charset="-122"/>
                <a:ea typeface="黑体" panose="02010609060101010101" pitchFamily="49" charset="-122"/>
                <a:sym typeface="+mn-ea"/>
              </a:rPr>
              <a:t>printf</a:t>
            </a:r>
            <a:r>
              <a:rPr lang="en-US" altLang="zh-CN" dirty="0" smtClean="0">
                <a:solidFill>
                  <a:srgbClr val="FF0000"/>
                </a:solidFill>
                <a:latin typeface="黑体" panose="02010609060101010101" pitchFamily="49" charset="-122"/>
                <a:ea typeface="黑体" panose="02010609060101010101" pitchFamily="49" charset="-122"/>
                <a:sym typeface="+mn-ea"/>
              </a:rPr>
              <a:t>(“%d”,</a:t>
            </a:r>
            <a:r>
              <a:rPr lang="en-US" altLang="zh-CN" dirty="0" err="1" smtClean="0">
                <a:solidFill>
                  <a:srgbClr val="FF0000"/>
                </a:solidFill>
                <a:latin typeface="黑体" panose="02010609060101010101" pitchFamily="49" charset="-122"/>
                <a:ea typeface="黑体" panose="02010609060101010101" pitchFamily="49" charset="-122"/>
                <a:sym typeface="+mn-ea"/>
              </a:rPr>
              <a:t>sizeof</a:t>
            </a:r>
            <a:r>
              <a:rPr lang="en-US" altLang="zh-CN" dirty="0" smtClean="0">
                <a:solidFill>
                  <a:srgbClr val="FF0000"/>
                </a:solidFill>
                <a:latin typeface="黑体" panose="02010609060101010101" pitchFamily="49" charset="-122"/>
                <a:ea typeface="黑体" panose="02010609060101010101" pitchFamily="49" charset="-122"/>
                <a:sym typeface="+mn-ea"/>
              </a:rPr>
              <a:t>(</a:t>
            </a:r>
            <a:r>
              <a:rPr lang="en-US" altLang="zh-CN" dirty="0" err="1" smtClean="0">
                <a:solidFill>
                  <a:srgbClr val="FF0000"/>
                </a:solidFill>
                <a:latin typeface="黑体" panose="02010609060101010101" pitchFamily="49" charset="-122"/>
                <a:ea typeface="黑体" panose="02010609060101010101" pitchFamily="49" charset="-122"/>
                <a:sym typeface="+mn-ea"/>
              </a:rPr>
              <a:t>st</a:t>
            </a:r>
            <a:r>
              <a:rPr lang="en-US" altLang="zh-CN" dirty="0" smtClean="0">
                <a:solidFill>
                  <a:srgbClr val="FF0000"/>
                </a:solidFill>
                <a:latin typeface="黑体" panose="02010609060101010101" pitchFamily="49" charset="-122"/>
                <a:ea typeface="黑体" panose="02010609060101010101" pitchFamily="49" charset="-122"/>
                <a:sym typeface="+mn-ea"/>
              </a:rPr>
              <a:t>));</a:t>
            </a:r>
            <a:endParaRPr lang="en-US" altLang="zh-CN" dirty="0">
              <a:solidFill>
                <a:srgbClr val="FF0000"/>
              </a:solidFill>
              <a:latin typeface="黑体" panose="02010609060101010101" pitchFamily="49" charset="-122"/>
              <a:ea typeface="黑体" panose="02010609060101010101" pitchFamily="49" charset="-122"/>
            </a:endParaRPr>
          </a:p>
          <a:p>
            <a:pPr>
              <a:lnSpc>
                <a:spcPct val="150000"/>
              </a:lnSpc>
            </a:pPr>
            <a:r>
              <a:rPr lang="zh-CN" altLang="en-US" dirty="0" smtClean="0">
                <a:latin typeface="黑体" panose="02010609060101010101" pitchFamily="49" charset="-122"/>
                <a:ea typeface="黑体" panose="02010609060101010101" pitchFamily="49" charset="-122"/>
                <a:sym typeface="+mn-ea"/>
              </a:rPr>
              <a:t>    输出</a:t>
            </a:r>
            <a:r>
              <a:rPr lang="zh-CN" altLang="en-US" dirty="0">
                <a:latin typeface="黑体" panose="02010609060101010101" pitchFamily="49" charset="-122"/>
                <a:ea typeface="黑体" panose="02010609060101010101" pitchFamily="49" charset="-122"/>
                <a:sym typeface="+mn-ea"/>
              </a:rPr>
              <a:t>的</a:t>
            </a:r>
            <a:r>
              <a:rPr lang="zh-CN" altLang="en-US" dirty="0">
                <a:solidFill>
                  <a:srgbClr val="0000CC"/>
                </a:solidFill>
                <a:latin typeface="黑体" panose="02010609060101010101" pitchFamily="49" charset="-122"/>
                <a:ea typeface="黑体" panose="02010609060101010101" pitchFamily="49" charset="-122"/>
                <a:sym typeface="+mn-ea"/>
              </a:rPr>
              <a:t>结果</a:t>
            </a:r>
            <a:r>
              <a:rPr lang="zh-CN" altLang="en-US" dirty="0" smtClean="0">
                <a:solidFill>
                  <a:srgbClr val="0000CC"/>
                </a:solidFill>
                <a:latin typeface="黑体" panose="02010609060101010101" pitchFamily="49" charset="-122"/>
                <a:ea typeface="黑体" panose="02010609060101010101" pitchFamily="49" charset="-122"/>
                <a:sym typeface="+mn-ea"/>
              </a:rPr>
              <a:t>是 </a:t>
            </a:r>
            <a:r>
              <a:rPr lang="en-US" altLang="zh-CN" dirty="0" smtClean="0">
                <a:solidFill>
                  <a:srgbClr val="0000CC"/>
                </a:solidFill>
                <a:latin typeface="黑体" panose="02010609060101010101" pitchFamily="49" charset="-122"/>
                <a:ea typeface="黑体" panose="02010609060101010101" pitchFamily="49" charset="-122"/>
                <a:sym typeface="+mn-ea"/>
              </a:rPr>
              <a:t>6 </a:t>
            </a:r>
            <a:r>
              <a:rPr lang="zh-CN" altLang="en-US" dirty="0" smtClean="0">
                <a:latin typeface="黑体" panose="02010609060101010101" pitchFamily="49" charset="-122"/>
                <a:ea typeface="黑体" panose="02010609060101010101" pitchFamily="49" charset="-122"/>
                <a:sym typeface="+mn-ea"/>
              </a:rPr>
              <a:t>，</a:t>
            </a:r>
            <a:r>
              <a:rPr lang="zh-CN" altLang="en-US" dirty="0">
                <a:latin typeface="黑体" panose="02010609060101010101" pitchFamily="49" charset="-122"/>
                <a:ea typeface="黑体" panose="02010609060101010101" pitchFamily="49" charset="-122"/>
                <a:sym typeface="+mn-ea"/>
              </a:rPr>
              <a:t>因为内存空间实际需要开辟</a:t>
            </a:r>
            <a:r>
              <a:rPr lang="en-US" altLang="zh-CN" dirty="0">
                <a:latin typeface="黑体" panose="02010609060101010101" pitchFamily="49" charset="-122"/>
                <a:ea typeface="黑体" panose="02010609060101010101" pitchFamily="49" charset="-122"/>
                <a:sym typeface="+mn-ea"/>
              </a:rPr>
              <a:t>6</a:t>
            </a:r>
            <a:r>
              <a:rPr lang="zh-CN" altLang="en-US" dirty="0">
                <a:latin typeface="黑体" panose="02010609060101010101" pitchFamily="49" charset="-122"/>
                <a:ea typeface="黑体" panose="02010609060101010101" pitchFamily="49" charset="-122"/>
                <a:sym typeface="+mn-ea"/>
              </a:rPr>
              <a:t>个字节，用以存放</a:t>
            </a:r>
            <a:r>
              <a:rPr lang="en-US" altLang="zh-CN" dirty="0">
                <a:latin typeface="黑体" panose="02010609060101010101" pitchFamily="49" charset="-122"/>
                <a:ea typeface="黑体" panose="02010609060101010101" pitchFamily="49" charset="-122"/>
                <a:sym typeface="+mn-ea"/>
              </a:rPr>
              <a:t>5</a:t>
            </a:r>
            <a:r>
              <a:rPr lang="zh-CN" altLang="en-US" dirty="0">
                <a:latin typeface="黑体" panose="02010609060101010101" pitchFamily="49" charset="-122"/>
                <a:ea typeface="黑体" panose="02010609060101010101" pitchFamily="49" charset="-122"/>
                <a:sym typeface="+mn-ea"/>
              </a:rPr>
              <a:t>个可见的字符，以及一个不可见的字符’</a:t>
            </a:r>
            <a:r>
              <a:rPr lang="en-US" altLang="zh-CN" dirty="0">
                <a:latin typeface="黑体" panose="02010609060101010101" pitchFamily="49" charset="-122"/>
                <a:ea typeface="黑体" panose="02010609060101010101" pitchFamily="49" charset="-122"/>
                <a:sym typeface="+mn-ea"/>
              </a:rPr>
              <a:t>\0’</a:t>
            </a:r>
            <a:r>
              <a:rPr lang="zh-CN" altLang="en-US" dirty="0">
                <a:latin typeface="黑体" panose="02010609060101010101" pitchFamily="49" charset="-122"/>
                <a:ea typeface="黑体" panose="02010609060101010101" pitchFamily="49" charset="-122"/>
                <a:sym typeface="+mn-ea"/>
              </a:rPr>
              <a:t>，所以该字符串的总长度为</a:t>
            </a:r>
            <a:r>
              <a:rPr lang="en-US" altLang="zh-CN" dirty="0">
                <a:latin typeface="黑体" panose="02010609060101010101" pitchFamily="49" charset="-122"/>
                <a:ea typeface="黑体" panose="02010609060101010101" pitchFamily="49" charset="-122"/>
                <a:sym typeface="+mn-ea"/>
              </a:rPr>
              <a:t>6</a:t>
            </a:r>
            <a:r>
              <a:rPr lang="zh-CN" altLang="en-US" dirty="0">
                <a:latin typeface="黑体" panose="02010609060101010101" pitchFamily="49" charset="-122"/>
                <a:ea typeface="黑体" panose="02010609060101010101" pitchFamily="49" charset="-122"/>
                <a:sym typeface="+mn-ea"/>
              </a:rPr>
              <a:t>。</a:t>
            </a:r>
            <a:endParaRPr lang="zh-CN" altLang="en-US" dirty="0">
              <a:latin typeface="黑体" panose="02010609060101010101" pitchFamily="49" charset="-122"/>
              <a:ea typeface="黑体" panose="02010609060101010101" pitchFamily="49" charset="-122"/>
            </a:endParaRPr>
          </a:p>
          <a:p>
            <a:pPr>
              <a:lnSpc>
                <a:spcPct val="150000"/>
              </a:lnSpc>
            </a:pPr>
            <a:r>
              <a:rPr lang="zh-CN" altLang="en-US" dirty="0" smtClean="0">
                <a:latin typeface="黑体" panose="02010609060101010101" pitchFamily="49" charset="-122"/>
                <a:ea typeface="黑体" panose="02010609060101010101" pitchFamily="49" charset="-122"/>
                <a:sym typeface="+mn-ea"/>
              </a:rPr>
              <a:t>    说明</a:t>
            </a:r>
            <a:r>
              <a:rPr lang="zh-CN" altLang="en-US" dirty="0">
                <a:latin typeface="黑体" panose="02010609060101010101" pitchFamily="49" charset="-122"/>
                <a:ea typeface="黑体" panose="02010609060101010101" pitchFamily="49" charset="-122"/>
                <a:sym typeface="+mn-ea"/>
              </a:rPr>
              <a:t>：在输入字符串内容的时候是不需要加’</a:t>
            </a:r>
            <a:r>
              <a:rPr lang="en-US" altLang="zh-CN" dirty="0">
                <a:latin typeface="黑体" panose="02010609060101010101" pitchFamily="49" charset="-122"/>
                <a:ea typeface="黑体" panose="02010609060101010101" pitchFamily="49" charset="-122"/>
                <a:sym typeface="+mn-ea"/>
              </a:rPr>
              <a:t>\0’</a:t>
            </a:r>
            <a:r>
              <a:rPr lang="zh-CN" altLang="en-US" dirty="0">
                <a:latin typeface="黑体" panose="02010609060101010101" pitchFamily="49" charset="-122"/>
                <a:ea typeface="黑体" panose="02010609060101010101" pitchFamily="49" charset="-122"/>
                <a:sym typeface="+mn-ea"/>
              </a:rPr>
              <a:t>的，’</a:t>
            </a:r>
            <a:r>
              <a:rPr lang="en-US" altLang="zh-CN" dirty="0">
                <a:latin typeface="黑体" panose="02010609060101010101" pitchFamily="49" charset="-122"/>
                <a:ea typeface="黑体" panose="02010609060101010101" pitchFamily="49" charset="-122"/>
                <a:sym typeface="+mn-ea"/>
              </a:rPr>
              <a:t>\0’</a:t>
            </a:r>
            <a:r>
              <a:rPr lang="zh-CN" altLang="en-US" dirty="0">
                <a:latin typeface="黑体" panose="02010609060101010101" pitchFamily="49" charset="-122"/>
                <a:ea typeface="黑体" panose="02010609060101010101" pitchFamily="49" charset="-122"/>
                <a:sym typeface="+mn-ea"/>
              </a:rPr>
              <a:t>是</a:t>
            </a:r>
            <a:r>
              <a:rPr lang="zh-CN" altLang="en-US" dirty="0">
                <a:solidFill>
                  <a:srgbClr val="0000CC"/>
                </a:solidFill>
                <a:latin typeface="黑体" panose="02010609060101010101" pitchFamily="49" charset="-122"/>
                <a:ea typeface="黑体" panose="02010609060101010101" pitchFamily="49" charset="-122"/>
                <a:sym typeface="+mn-ea"/>
              </a:rPr>
              <a:t>系统自动添加</a:t>
            </a:r>
            <a:r>
              <a:rPr lang="zh-CN" altLang="en-US" dirty="0">
                <a:latin typeface="黑体" panose="02010609060101010101" pitchFamily="49" charset="-122"/>
                <a:ea typeface="黑体" panose="02010609060101010101" pitchFamily="49" charset="-122"/>
                <a:sym typeface="+mn-ea"/>
              </a:rPr>
              <a:t>作为字符串结束标志的。</a:t>
            </a:r>
            <a:endParaRPr lang="zh-CN" altLang="en-US" dirty="0">
              <a:latin typeface="黑体" panose="02010609060101010101" pitchFamily="49" charset="-122"/>
              <a:ea typeface="黑体" panose="02010609060101010101" pitchFamily="49" charset="-122"/>
            </a:endParaRPr>
          </a:p>
        </p:txBody>
      </p:sp>
      <p:graphicFrame>
        <p:nvGraphicFramePr>
          <p:cNvPr id="8" name="内容占位符 15379"/>
          <p:cNvGraphicFramePr/>
          <p:nvPr>
            <p:extLst>
              <p:ext uri="{D42A27DB-BD31-4B8C-83A1-F6EECF244321}">
                <p14:modId xmlns:p14="http://schemas.microsoft.com/office/powerpoint/2010/main" val="1261611324"/>
              </p:ext>
            </p:extLst>
          </p:nvPr>
        </p:nvGraphicFramePr>
        <p:xfrm>
          <a:off x="2051720" y="4436426"/>
          <a:ext cx="4536504" cy="457836"/>
        </p:xfrm>
        <a:graphic>
          <a:graphicData uri="http://schemas.openxmlformats.org/drawingml/2006/table">
            <a:tbl>
              <a:tblPr/>
              <a:tblGrid>
                <a:gridCol w="756084">
                  <a:extLst>
                    <a:ext uri="{9D8B030D-6E8A-4147-A177-3AD203B41FA5}">
                      <a16:colId xmlns="" xmlns:a16="http://schemas.microsoft.com/office/drawing/2014/main" val="20000"/>
                    </a:ext>
                  </a:extLst>
                </a:gridCol>
                <a:gridCol w="756084">
                  <a:extLst>
                    <a:ext uri="{9D8B030D-6E8A-4147-A177-3AD203B41FA5}">
                      <a16:colId xmlns="" xmlns:a16="http://schemas.microsoft.com/office/drawing/2014/main" val="20001"/>
                    </a:ext>
                  </a:extLst>
                </a:gridCol>
                <a:gridCol w="756084">
                  <a:extLst>
                    <a:ext uri="{9D8B030D-6E8A-4147-A177-3AD203B41FA5}">
                      <a16:colId xmlns="" xmlns:a16="http://schemas.microsoft.com/office/drawing/2014/main" val="20002"/>
                    </a:ext>
                  </a:extLst>
                </a:gridCol>
                <a:gridCol w="756084">
                  <a:extLst>
                    <a:ext uri="{9D8B030D-6E8A-4147-A177-3AD203B41FA5}">
                      <a16:colId xmlns="" xmlns:a16="http://schemas.microsoft.com/office/drawing/2014/main" val="20003"/>
                    </a:ext>
                  </a:extLst>
                </a:gridCol>
                <a:gridCol w="756084">
                  <a:extLst>
                    <a:ext uri="{9D8B030D-6E8A-4147-A177-3AD203B41FA5}">
                      <a16:colId xmlns="" xmlns:a16="http://schemas.microsoft.com/office/drawing/2014/main" val="20004"/>
                    </a:ext>
                  </a:extLst>
                </a:gridCol>
                <a:gridCol w="756084">
                  <a:extLst>
                    <a:ext uri="{9D8B030D-6E8A-4147-A177-3AD203B41FA5}">
                      <a16:colId xmlns="" xmlns:a16="http://schemas.microsoft.com/office/drawing/2014/main" val="20005"/>
                    </a:ext>
                  </a:extLst>
                </a:gridCol>
              </a:tblGrid>
              <a:tr h="428631">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3765" rtl="0" eaLnBrk="1" latinLnBrk="0" hangingPunct="1">
                        <a:buClr>
                          <a:schemeClr val="tx2"/>
                        </a:buClr>
                        <a:buSzPct val="85000"/>
                        <a:defRPr sz="2400" kern="1200">
                          <a:solidFill>
                            <a:schemeClr val="tx1"/>
                          </a:solidFill>
                          <a:latin typeface="Arial" panose="020B0604020202020204"/>
                          <a:ea typeface="宋体" panose="02010600030101010101" pitchFamily="2" charset="-122"/>
                        </a:defRPr>
                      </a:lvl2pPr>
                      <a:lvl3pPr marL="1143000" lvl="2" indent="-228600" algn="l" defTabSz="913765" rtl="0" eaLnBrk="1" latinLnBrk="0" hangingPunct="1">
                        <a:buClr>
                          <a:schemeClr val="hlink"/>
                        </a:buClr>
                        <a:defRPr sz="2000" kern="1200">
                          <a:solidFill>
                            <a:schemeClr val="tx1"/>
                          </a:solidFill>
                          <a:latin typeface="Arial" panose="020B0604020202020204"/>
                          <a:ea typeface="宋体" panose="02010600030101010101" pitchFamily="2" charset="-122"/>
                        </a:defRPr>
                      </a:lvl3pPr>
                      <a:lvl4pPr marL="1600200" lvl="3" indent="-228600" algn="l" defTabSz="913765" rtl="0" eaLnBrk="1" latinLnBrk="0" hangingPunct="1">
                        <a:buClr>
                          <a:schemeClr val="tx2"/>
                        </a:buClr>
                        <a:defRPr sz="1800" kern="1200">
                          <a:solidFill>
                            <a:schemeClr val="tx1"/>
                          </a:solidFill>
                          <a:latin typeface="Arial" panose="020B0604020202020204"/>
                          <a:ea typeface="宋体" panose="02010600030101010101" pitchFamily="2" charset="-122"/>
                        </a:defRPr>
                      </a:lvl4pPr>
                      <a:lvl5pPr marL="2057400" lvl="4" indent="-228600" algn="l" defTabSz="913765" rtl="0" eaLnBrk="1" latinLnBrk="0" hangingPunct="1">
                        <a:buClr>
                          <a:schemeClr val="hlink"/>
                        </a:buClr>
                        <a:buFont typeface="Wingdings 2" panose="05020102010507070707" pitchFamily="18" charset="2"/>
                        <a:defRPr sz="1800" kern="1200">
                          <a:solidFill>
                            <a:schemeClr val="tx1"/>
                          </a:solidFill>
                          <a:latin typeface="Arial" panose="020B0604020202020204"/>
                          <a:ea typeface="宋体" panose="02010600030101010101" pitchFamily="2" charset="-122"/>
                        </a:defRPr>
                      </a:lvl5pPr>
                      <a:lvl6pPr marL="2286000" algn="l" defTabSz="913765" rtl="0" eaLnBrk="1" latinLnBrk="0" hangingPunct="1">
                        <a:defRPr sz="1800" kern="1200">
                          <a:solidFill>
                            <a:schemeClr val="tx1"/>
                          </a:solidFill>
                          <a:latin typeface="Arial" panose="020B0604020202020204"/>
                          <a:ea typeface="宋体" panose="02010600030101010101" pitchFamily="2" charset="-122"/>
                        </a:defRPr>
                      </a:lvl6pPr>
                      <a:lvl7pPr marL="2743200" algn="l" defTabSz="913765" rtl="0" eaLnBrk="1" latinLnBrk="0" hangingPunct="1">
                        <a:defRPr sz="1800" kern="1200">
                          <a:solidFill>
                            <a:schemeClr val="tx1"/>
                          </a:solidFill>
                          <a:latin typeface="Arial" panose="020B0604020202020204"/>
                          <a:ea typeface="宋体" panose="02010600030101010101" pitchFamily="2" charset="-122"/>
                        </a:defRPr>
                      </a:lvl7pPr>
                      <a:lvl8pPr marL="3199765" algn="l" defTabSz="913765" rtl="0" eaLnBrk="1" latinLnBrk="0" hangingPunct="1">
                        <a:defRPr sz="1800" kern="1200">
                          <a:solidFill>
                            <a:schemeClr val="tx1"/>
                          </a:solidFill>
                          <a:latin typeface="Arial" panose="020B0604020202020204"/>
                          <a:ea typeface="宋体" panose="02010600030101010101" pitchFamily="2" charset="-122"/>
                        </a:defRPr>
                      </a:lvl8pPr>
                      <a:lvl9pPr marL="3656965" algn="l" defTabSz="913765" rtl="0" eaLnBrk="1" latinLnBrk="0" hangingPunct="1">
                        <a:defRPr sz="1800" kern="1200">
                          <a:solidFill>
                            <a:schemeClr val="tx1"/>
                          </a:solidFill>
                          <a:latin typeface="Arial" panose="020B0604020202020204"/>
                          <a:ea typeface="宋体" panose="02010600030101010101" pitchFamily="2" charset="-122"/>
                        </a:defRPr>
                      </a:lvl9pPr>
                    </a:lstStyle>
                    <a:p>
                      <a:pPr marL="0" lvl="0" indent="0">
                        <a:spcBef>
                          <a:spcPct val="0"/>
                        </a:spcBef>
                        <a:buNone/>
                      </a:pPr>
                      <a:r>
                        <a:rPr lang="en-US" altLang="x-none" sz="2400" dirty="0" smtClean="0">
                          <a:latin typeface="Calibri" panose="020F0502020204030204" charset="0"/>
                          <a:ea typeface="Times New Roman" panose="02020603050405020304" charset="0"/>
                        </a:rPr>
                        <a:t>a</a:t>
                      </a:r>
                      <a:endParaRPr lang="en-US" altLang="x-none" sz="2400" dirty="0"/>
                    </a:p>
                  </a:txBody>
                  <a:tcPr marT="46038" marB="4603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3765" rtl="0" eaLnBrk="1" latinLnBrk="0" hangingPunct="1">
                        <a:buClr>
                          <a:schemeClr val="tx2"/>
                        </a:buClr>
                        <a:buSzPct val="85000"/>
                        <a:defRPr sz="2400" kern="1200">
                          <a:solidFill>
                            <a:schemeClr val="tx1"/>
                          </a:solidFill>
                          <a:latin typeface="Arial" panose="020B0604020202020204"/>
                          <a:ea typeface="宋体" panose="02010600030101010101" pitchFamily="2" charset="-122"/>
                        </a:defRPr>
                      </a:lvl2pPr>
                      <a:lvl3pPr marL="1143000" lvl="2" indent="-228600" algn="l" defTabSz="913765" rtl="0" eaLnBrk="1" latinLnBrk="0" hangingPunct="1">
                        <a:buClr>
                          <a:schemeClr val="hlink"/>
                        </a:buClr>
                        <a:defRPr sz="2000" kern="1200">
                          <a:solidFill>
                            <a:schemeClr val="tx1"/>
                          </a:solidFill>
                          <a:latin typeface="Arial" panose="020B0604020202020204"/>
                          <a:ea typeface="宋体" panose="02010600030101010101" pitchFamily="2" charset="-122"/>
                        </a:defRPr>
                      </a:lvl3pPr>
                      <a:lvl4pPr marL="1600200" lvl="3" indent="-228600" algn="l" defTabSz="913765" rtl="0" eaLnBrk="1" latinLnBrk="0" hangingPunct="1">
                        <a:buClr>
                          <a:schemeClr val="tx2"/>
                        </a:buClr>
                        <a:defRPr sz="1800" kern="1200">
                          <a:solidFill>
                            <a:schemeClr val="tx1"/>
                          </a:solidFill>
                          <a:latin typeface="Arial" panose="020B0604020202020204"/>
                          <a:ea typeface="宋体" panose="02010600030101010101" pitchFamily="2" charset="-122"/>
                        </a:defRPr>
                      </a:lvl4pPr>
                      <a:lvl5pPr marL="2057400" lvl="4" indent="-228600" algn="l" defTabSz="913765" rtl="0" eaLnBrk="1" latinLnBrk="0" hangingPunct="1">
                        <a:buClr>
                          <a:schemeClr val="hlink"/>
                        </a:buClr>
                        <a:buFont typeface="Wingdings 2" panose="05020102010507070707" pitchFamily="18" charset="2"/>
                        <a:defRPr sz="1800" kern="1200">
                          <a:solidFill>
                            <a:schemeClr val="tx1"/>
                          </a:solidFill>
                          <a:latin typeface="Arial" panose="020B0604020202020204"/>
                          <a:ea typeface="宋体" panose="02010600030101010101" pitchFamily="2" charset="-122"/>
                        </a:defRPr>
                      </a:lvl5pPr>
                      <a:lvl6pPr marL="2286000" algn="l" defTabSz="913765" rtl="0" eaLnBrk="1" latinLnBrk="0" hangingPunct="1">
                        <a:defRPr sz="1800" kern="1200">
                          <a:solidFill>
                            <a:schemeClr val="tx1"/>
                          </a:solidFill>
                          <a:latin typeface="Arial" panose="020B0604020202020204"/>
                          <a:ea typeface="宋体" panose="02010600030101010101" pitchFamily="2" charset="-122"/>
                        </a:defRPr>
                      </a:lvl6pPr>
                      <a:lvl7pPr marL="2743200" algn="l" defTabSz="913765" rtl="0" eaLnBrk="1" latinLnBrk="0" hangingPunct="1">
                        <a:defRPr sz="1800" kern="1200">
                          <a:solidFill>
                            <a:schemeClr val="tx1"/>
                          </a:solidFill>
                          <a:latin typeface="Arial" panose="020B0604020202020204"/>
                          <a:ea typeface="宋体" panose="02010600030101010101" pitchFamily="2" charset="-122"/>
                        </a:defRPr>
                      </a:lvl7pPr>
                      <a:lvl8pPr marL="3199765" algn="l" defTabSz="913765" rtl="0" eaLnBrk="1" latinLnBrk="0" hangingPunct="1">
                        <a:defRPr sz="1800" kern="1200">
                          <a:solidFill>
                            <a:schemeClr val="tx1"/>
                          </a:solidFill>
                          <a:latin typeface="Arial" panose="020B0604020202020204"/>
                          <a:ea typeface="宋体" panose="02010600030101010101" pitchFamily="2" charset="-122"/>
                        </a:defRPr>
                      </a:lvl8pPr>
                      <a:lvl9pPr marL="3656965" algn="l" defTabSz="913765" rtl="0" eaLnBrk="1" latinLnBrk="0" hangingPunct="1">
                        <a:defRPr sz="1800" kern="1200">
                          <a:solidFill>
                            <a:schemeClr val="tx1"/>
                          </a:solidFill>
                          <a:latin typeface="Arial" panose="020B0604020202020204"/>
                          <a:ea typeface="宋体" panose="02010600030101010101" pitchFamily="2" charset="-122"/>
                        </a:defRPr>
                      </a:lvl9pPr>
                    </a:lstStyle>
                    <a:p>
                      <a:pPr marL="0" lvl="0" indent="0">
                        <a:spcBef>
                          <a:spcPct val="0"/>
                        </a:spcBef>
                        <a:buNone/>
                      </a:pPr>
                      <a:r>
                        <a:rPr lang="en-US" altLang="x-none" sz="2400" dirty="0" smtClean="0">
                          <a:latin typeface="Calibri" panose="020F0502020204030204" charset="0"/>
                          <a:ea typeface="Times New Roman" panose="02020603050405020304" charset="0"/>
                        </a:rPr>
                        <a:t>b</a:t>
                      </a:r>
                      <a:endParaRPr lang="en-US" altLang="x-none" sz="2400" dirty="0"/>
                    </a:p>
                  </a:txBody>
                  <a:tcPr marT="46038" marB="4603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3765" rtl="0" eaLnBrk="1" latinLnBrk="0" hangingPunct="1">
                        <a:buClr>
                          <a:schemeClr val="tx2"/>
                        </a:buClr>
                        <a:buSzPct val="85000"/>
                        <a:defRPr sz="2400" kern="1200">
                          <a:solidFill>
                            <a:schemeClr val="tx1"/>
                          </a:solidFill>
                          <a:latin typeface="Arial" panose="020B0604020202020204"/>
                          <a:ea typeface="宋体" panose="02010600030101010101" pitchFamily="2" charset="-122"/>
                        </a:defRPr>
                      </a:lvl2pPr>
                      <a:lvl3pPr marL="1143000" lvl="2" indent="-228600" algn="l" defTabSz="913765" rtl="0" eaLnBrk="1" latinLnBrk="0" hangingPunct="1">
                        <a:buClr>
                          <a:schemeClr val="hlink"/>
                        </a:buClr>
                        <a:defRPr sz="2000" kern="1200">
                          <a:solidFill>
                            <a:schemeClr val="tx1"/>
                          </a:solidFill>
                          <a:latin typeface="Arial" panose="020B0604020202020204"/>
                          <a:ea typeface="宋体" panose="02010600030101010101" pitchFamily="2" charset="-122"/>
                        </a:defRPr>
                      </a:lvl3pPr>
                      <a:lvl4pPr marL="1600200" lvl="3" indent="-228600" algn="l" defTabSz="913765" rtl="0" eaLnBrk="1" latinLnBrk="0" hangingPunct="1">
                        <a:buClr>
                          <a:schemeClr val="tx2"/>
                        </a:buClr>
                        <a:defRPr sz="1800" kern="1200">
                          <a:solidFill>
                            <a:schemeClr val="tx1"/>
                          </a:solidFill>
                          <a:latin typeface="Arial" panose="020B0604020202020204"/>
                          <a:ea typeface="宋体" panose="02010600030101010101" pitchFamily="2" charset="-122"/>
                        </a:defRPr>
                      </a:lvl4pPr>
                      <a:lvl5pPr marL="2057400" lvl="4" indent="-228600" algn="l" defTabSz="913765" rtl="0" eaLnBrk="1" latinLnBrk="0" hangingPunct="1">
                        <a:buClr>
                          <a:schemeClr val="hlink"/>
                        </a:buClr>
                        <a:buFont typeface="Wingdings 2" panose="05020102010507070707" pitchFamily="18" charset="2"/>
                        <a:defRPr sz="1800" kern="1200">
                          <a:solidFill>
                            <a:schemeClr val="tx1"/>
                          </a:solidFill>
                          <a:latin typeface="Arial" panose="020B0604020202020204"/>
                          <a:ea typeface="宋体" panose="02010600030101010101" pitchFamily="2" charset="-122"/>
                        </a:defRPr>
                      </a:lvl5pPr>
                      <a:lvl6pPr marL="2286000" algn="l" defTabSz="913765" rtl="0" eaLnBrk="1" latinLnBrk="0" hangingPunct="1">
                        <a:defRPr sz="1800" kern="1200">
                          <a:solidFill>
                            <a:schemeClr val="tx1"/>
                          </a:solidFill>
                          <a:latin typeface="Arial" panose="020B0604020202020204"/>
                          <a:ea typeface="宋体" panose="02010600030101010101" pitchFamily="2" charset="-122"/>
                        </a:defRPr>
                      </a:lvl6pPr>
                      <a:lvl7pPr marL="2743200" algn="l" defTabSz="913765" rtl="0" eaLnBrk="1" latinLnBrk="0" hangingPunct="1">
                        <a:defRPr sz="1800" kern="1200">
                          <a:solidFill>
                            <a:schemeClr val="tx1"/>
                          </a:solidFill>
                          <a:latin typeface="Arial" panose="020B0604020202020204"/>
                          <a:ea typeface="宋体" panose="02010600030101010101" pitchFamily="2" charset="-122"/>
                        </a:defRPr>
                      </a:lvl7pPr>
                      <a:lvl8pPr marL="3199765" algn="l" defTabSz="913765" rtl="0" eaLnBrk="1" latinLnBrk="0" hangingPunct="1">
                        <a:defRPr sz="1800" kern="1200">
                          <a:solidFill>
                            <a:schemeClr val="tx1"/>
                          </a:solidFill>
                          <a:latin typeface="Arial" panose="020B0604020202020204"/>
                          <a:ea typeface="宋体" panose="02010600030101010101" pitchFamily="2" charset="-122"/>
                        </a:defRPr>
                      </a:lvl8pPr>
                      <a:lvl9pPr marL="3656965" algn="l" defTabSz="913765" rtl="0" eaLnBrk="1" latinLnBrk="0" hangingPunct="1">
                        <a:defRPr sz="1800" kern="1200">
                          <a:solidFill>
                            <a:schemeClr val="tx1"/>
                          </a:solidFill>
                          <a:latin typeface="Arial" panose="020B0604020202020204"/>
                          <a:ea typeface="宋体" panose="02010600030101010101" pitchFamily="2" charset="-122"/>
                        </a:defRPr>
                      </a:lvl9pPr>
                    </a:lstStyle>
                    <a:p>
                      <a:pPr marL="0" lvl="0" indent="0">
                        <a:spcBef>
                          <a:spcPct val="0"/>
                        </a:spcBef>
                        <a:buNone/>
                      </a:pPr>
                      <a:r>
                        <a:rPr lang="en-US" altLang="x-none" sz="2400" dirty="0" smtClean="0">
                          <a:latin typeface="Calibri" panose="020F0502020204030204" charset="0"/>
                        </a:rPr>
                        <a:t>c</a:t>
                      </a:r>
                      <a:endParaRPr lang="en-US" altLang="x-none" sz="2400" dirty="0"/>
                    </a:p>
                  </a:txBody>
                  <a:tcPr marT="46038" marB="4603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3765" rtl="0" eaLnBrk="1" latinLnBrk="0" hangingPunct="1">
                        <a:buClr>
                          <a:schemeClr val="tx2"/>
                        </a:buClr>
                        <a:buSzPct val="85000"/>
                        <a:defRPr sz="2400" kern="1200">
                          <a:solidFill>
                            <a:schemeClr val="tx1"/>
                          </a:solidFill>
                          <a:latin typeface="Arial" panose="020B0604020202020204"/>
                          <a:ea typeface="宋体" panose="02010600030101010101" pitchFamily="2" charset="-122"/>
                        </a:defRPr>
                      </a:lvl2pPr>
                      <a:lvl3pPr marL="1143000" lvl="2" indent="-228600" algn="l" defTabSz="913765" rtl="0" eaLnBrk="1" latinLnBrk="0" hangingPunct="1">
                        <a:buClr>
                          <a:schemeClr val="hlink"/>
                        </a:buClr>
                        <a:defRPr sz="2000" kern="1200">
                          <a:solidFill>
                            <a:schemeClr val="tx1"/>
                          </a:solidFill>
                          <a:latin typeface="Arial" panose="020B0604020202020204"/>
                          <a:ea typeface="宋体" panose="02010600030101010101" pitchFamily="2" charset="-122"/>
                        </a:defRPr>
                      </a:lvl3pPr>
                      <a:lvl4pPr marL="1600200" lvl="3" indent="-228600" algn="l" defTabSz="913765" rtl="0" eaLnBrk="1" latinLnBrk="0" hangingPunct="1">
                        <a:buClr>
                          <a:schemeClr val="tx2"/>
                        </a:buClr>
                        <a:defRPr sz="1800" kern="1200">
                          <a:solidFill>
                            <a:schemeClr val="tx1"/>
                          </a:solidFill>
                          <a:latin typeface="Arial" panose="020B0604020202020204"/>
                          <a:ea typeface="宋体" panose="02010600030101010101" pitchFamily="2" charset="-122"/>
                        </a:defRPr>
                      </a:lvl4pPr>
                      <a:lvl5pPr marL="2057400" lvl="4" indent="-228600" algn="l" defTabSz="913765" rtl="0" eaLnBrk="1" latinLnBrk="0" hangingPunct="1">
                        <a:buClr>
                          <a:schemeClr val="hlink"/>
                        </a:buClr>
                        <a:buFont typeface="Wingdings 2" panose="05020102010507070707" pitchFamily="18" charset="2"/>
                        <a:defRPr sz="1800" kern="1200">
                          <a:solidFill>
                            <a:schemeClr val="tx1"/>
                          </a:solidFill>
                          <a:latin typeface="Arial" panose="020B0604020202020204"/>
                          <a:ea typeface="宋体" panose="02010600030101010101" pitchFamily="2" charset="-122"/>
                        </a:defRPr>
                      </a:lvl5pPr>
                      <a:lvl6pPr marL="2286000" algn="l" defTabSz="913765" rtl="0" eaLnBrk="1" latinLnBrk="0" hangingPunct="1">
                        <a:defRPr sz="1800" kern="1200">
                          <a:solidFill>
                            <a:schemeClr val="tx1"/>
                          </a:solidFill>
                          <a:latin typeface="Arial" panose="020B0604020202020204"/>
                          <a:ea typeface="宋体" panose="02010600030101010101" pitchFamily="2" charset="-122"/>
                        </a:defRPr>
                      </a:lvl6pPr>
                      <a:lvl7pPr marL="2743200" algn="l" defTabSz="913765" rtl="0" eaLnBrk="1" latinLnBrk="0" hangingPunct="1">
                        <a:defRPr sz="1800" kern="1200">
                          <a:solidFill>
                            <a:schemeClr val="tx1"/>
                          </a:solidFill>
                          <a:latin typeface="Arial" panose="020B0604020202020204"/>
                          <a:ea typeface="宋体" panose="02010600030101010101" pitchFamily="2" charset="-122"/>
                        </a:defRPr>
                      </a:lvl7pPr>
                      <a:lvl8pPr marL="3199765" algn="l" defTabSz="913765" rtl="0" eaLnBrk="1" latinLnBrk="0" hangingPunct="1">
                        <a:defRPr sz="1800" kern="1200">
                          <a:solidFill>
                            <a:schemeClr val="tx1"/>
                          </a:solidFill>
                          <a:latin typeface="Arial" panose="020B0604020202020204"/>
                          <a:ea typeface="宋体" panose="02010600030101010101" pitchFamily="2" charset="-122"/>
                        </a:defRPr>
                      </a:lvl8pPr>
                      <a:lvl9pPr marL="3656965" algn="l" defTabSz="913765" rtl="0" eaLnBrk="1" latinLnBrk="0" hangingPunct="1">
                        <a:defRPr sz="1800" kern="1200">
                          <a:solidFill>
                            <a:schemeClr val="tx1"/>
                          </a:solidFill>
                          <a:latin typeface="Arial" panose="020B0604020202020204"/>
                          <a:ea typeface="宋体" panose="02010600030101010101" pitchFamily="2" charset="-122"/>
                        </a:defRPr>
                      </a:lvl9pPr>
                    </a:lstStyle>
                    <a:p>
                      <a:pPr marL="0" lvl="0" indent="0">
                        <a:spcBef>
                          <a:spcPct val="0"/>
                        </a:spcBef>
                        <a:buNone/>
                      </a:pPr>
                      <a:r>
                        <a:rPr lang="en-US" altLang="x-none" sz="2400" dirty="0" smtClean="0">
                          <a:latin typeface="Calibri" panose="020F0502020204030204" charset="0"/>
                        </a:rPr>
                        <a:t>d</a:t>
                      </a:r>
                      <a:endParaRPr lang="en-US" altLang="x-none" sz="2400" dirty="0"/>
                    </a:p>
                  </a:txBody>
                  <a:tcPr marT="46038" marB="4603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3765" rtl="0" eaLnBrk="1" latinLnBrk="0" hangingPunct="1">
                        <a:buClr>
                          <a:schemeClr val="tx2"/>
                        </a:buClr>
                        <a:buSzPct val="85000"/>
                        <a:defRPr sz="2400" kern="1200">
                          <a:solidFill>
                            <a:schemeClr val="tx1"/>
                          </a:solidFill>
                          <a:latin typeface="Arial" panose="020B0604020202020204"/>
                          <a:ea typeface="宋体" panose="02010600030101010101" pitchFamily="2" charset="-122"/>
                        </a:defRPr>
                      </a:lvl2pPr>
                      <a:lvl3pPr marL="1143000" lvl="2" indent="-228600" algn="l" defTabSz="913765" rtl="0" eaLnBrk="1" latinLnBrk="0" hangingPunct="1">
                        <a:buClr>
                          <a:schemeClr val="hlink"/>
                        </a:buClr>
                        <a:defRPr sz="2000" kern="1200">
                          <a:solidFill>
                            <a:schemeClr val="tx1"/>
                          </a:solidFill>
                          <a:latin typeface="Arial" panose="020B0604020202020204"/>
                          <a:ea typeface="宋体" panose="02010600030101010101" pitchFamily="2" charset="-122"/>
                        </a:defRPr>
                      </a:lvl3pPr>
                      <a:lvl4pPr marL="1600200" lvl="3" indent="-228600" algn="l" defTabSz="913765" rtl="0" eaLnBrk="1" latinLnBrk="0" hangingPunct="1">
                        <a:buClr>
                          <a:schemeClr val="tx2"/>
                        </a:buClr>
                        <a:defRPr sz="1800" kern="1200">
                          <a:solidFill>
                            <a:schemeClr val="tx1"/>
                          </a:solidFill>
                          <a:latin typeface="Arial" panose="020B0604020202020204"/>
                          <a:ea typeface="宋体" panose="02010600030101010101" pitchFamily="2" charset="-122"/>
                        </a:defRPr>
                      </a:lvl4pPr>
                      <a:lvl5pPr marL="2057400" lvl="4" indent="-228600" algn="l" defTabSz="913765" rtl="0" eaLnBrk="1" latinLnBrk="0" hangingPunct="1">
                        <a:buClr>
                          <a:schemeClr val="hlink"/>
                        </a:buClr>
                        <a:buFont typeface="Wingdings 2" panose="05020102010507070707" pitchFamily="18" charset="2"/>
                        <a:defRPr sz="1800" kern="1200">
                          <a:solidFill>
                            <a:schemeClr val="tx1"/>
                          </a:solidFill>
                          <a:latin typeface="Arial" panose="020B0604020202020204"/>
                          <a:ea typeface="宋体" panose="02010600030101010101" pitchFamily="2" charset="-122"/>
                        </a:defRPr>
                      </a:lvl5pPr>
                      <a:lvl6pPr marL="2286000" algn="l" defTabSz="913765" rtl="0" eaLnBrk="1" latinLnBrk="0" hangingPunct="1">
                        <a:defRPr sz="1800" kern="1200">
                          <a:solidFill>
                            <a:schemeClr val="tx1"/>
                          </a:solidFill>
                          <a:latin typeface="Arial" panose="020B0604020202020204"/>
                          <a:ea typeface="宋体" panose="02010600030101010101" pitchFamily="2" charset="-122"/>
                        </a:defRPr>
                      </a:lvl6pPr>
                      <a:lvl7pPr marL="2743200" algn="l" defTabSz="913765" rtl="0" eaLnBrk="1" latinLnBrk="0" hangingPunct="1">
                        <a:defRPr sz="1800" kern="1200">
                          <a:solidFill>
                            <a:schemeClr val="tx1"/>
                          </a:solidFill>
                          <a:latin typeface="Arial" panose="020B0604020202020204"/>
                          <a:ea typeface="宋体" panose="02010600030101010101" pitchFamily="2" charset="-122"/>
                        </a:defRPr>
                      </a:lvl7pPr>
                      <a:lvl8pPr marL="3199765" algn="l" defTabSz="913765" rtl="0" eaLnBrk="1" latinLnBrk="0" hangingPunct="1">
                        <a:defRPr sz="1800" kern="1200">
                          <a:solidFill>
                            <a:schemeClr val="tx1"/>
                          </a:solidFill>
                          <a:latin typeface="Arial" panose="020B0604020202020204"/>
                          <a:ea typeface="宋体" panose="02010600030101010101" pitchFamily="2" charset="-122"/>
                        </a:defRPr>
                      </a:lvl8pPr>
                      <a:lvl9pPr marL="3656965" algn="l" defTabSz="913765" rtl="0" eaLnBrk="1" latinLnBrk="0" hangingPunct="1">
                        <a:defRPr sz="1800" kern="1200">
                          <a:solidFill>
                            <a:schemeClr val="tx1"/>
                          </a:solidFill>
                          <a:latin typeface="Arial" panose="020B0604020202020204"/>
                          <a:ea typeface="宋体" panose="02010600030101010101" pitchFamily="2" charset="-122"/>
                        </a:defRPr>
                      </a:lvl9pPr>
                    </a:lstStyle>
                    <a:p>
                      <a:pPr marL="0" lvl="0" indent="0">
                        <a:spcBef>
                          <a:spcPct val="0"/>
                        </a:spcBef>
                        <a:buNone/>
                      </a:pPr>
                      <a:r>
                        <a:rPr lang="en-US" altLang="x-none" sz="2400" dirty="0" smtClean="0">
                          <a:latin typeface="Calibri" panose="020F0502020204030204" charset="0"/>
                        </a:rPr>
                        <a:t>e</a:t>
                      </a:r>
                      <a:endParaRPr lang="en-US" altLang="x-none" sz="2400" dirty="0"/>
                    </a:p>
                  </a:txBody>
                  <a:tcPr marT="46038" marB="4603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3765" rtl="0" eaLnBrk="1" latinLnBrk="0" hangingPunct="1">
                        <a:buClr>
                          <a:schemeClr val="tx2"/>
                        </a:buClr>
                        <a:buSzPct val="85000"/>
                        <a:defRPr sz="2400" kern="1200">
                          <a:solidFill>
                            <a:schemeClr val="tx1"/>
                          </a:solidFill>
                          <a:latin typeface="Arial" panose="020B0604020202020204"/>
                          <a:ea typeface="宋体" panose="02010600030101010101" pitchFamily="2" charset="-122"/>
                        </a:defRPr>
                      </a:lvl2pPr>
                      <a:lvl3pPr marL="1143000" lvl="2" indent="-228600" algn="l" defTabSz="913765" rtl="0" eaLnBrk="1" latinLnBrk="0" hangingPunct="1">
                        <a:buClr>
                          <a:schemeClr val="hlink"/>
                        </a:buClr>
                        <a:defRPr sz="2000" kern="1200">
                          <a:solidFill>
                            <a:schemeClr val="tx1"/>
                          </a:solidFill>
                          <a:latin typeface="Arial" panose="020B0604020202020204"/>
                          <a:ea typeface="宋体" panose="02010600030101010101" pitchFamily="2" charset="-122"/>
                        </a:defRPr>
                      </a:lvl3pPr>
                      <a:lvl4pPr marL="1600200" lvl="3" indent="-228600" algn="l" defTabSz="913765" rtl="0" eaLnBrk="1" latinLnBrk="0" hangingPunct="1">
                        <a:buClr>
                          <a:schemeClr val="tx2"/>
                        </a:buClr>
                        <a:defRPr sz="1800" kern="1200">
                          <a:solidFill>
                            <a:schemeClr val="tx1"/>
                          </a:solidFill>
                          <a:latin typeface="Arial" panose="020B0604020202020204"/>
                          <a:ea typeface="宋体" panose="02010600030101010101" pitchFamily="2" charset="-122"/>
                        </a:defRPr>
                      </a:lvl4pPr>
                      <a:lvl5pPr marL="2057400" lvl="4" indent="-228600" algn="l" defTabSz="913765" rtl="0" eaLnBrk="1" latinLnBrk="0" hangingPunct="1">
                        <a:buClr>
                          <a:schemeClr val="hlink"/>
                        </a:buClr>
                        <a:buFont typeface="Wingdings 2" panose="05020102010507070707" pitchFamily="18" charset="2"/>
                        <a:defRPr sz="1800" kern="1200">
                          <a:solidFill>
                            <a:schemeClr val="tx1"/>
                          </a:solidFill>
                          <a:latin typeface="Arial" panose="020B0604020202020204"/>
                          <a:ea typeface="宋体" panose="02010600030101010101" pitchFamily="2" charset="-122"/>
                        </a:defRPr>
                      </a:lvl5pPr>
                      <a:lvl6pPr marL="2286000" algn="l" defTabSz="913765" rtl="0" eaLnBrk="1" latinLnBrk="0" hangingPunct="1">
                        <a:defRPr sz="1800" kern="1200">
                          <a:solidFill>
                            <a:schemeClr val="tx1"/>
                          </a:solidFill>
                          <a:latin typeface="Arial" panose="020B0604020202020204"/>
                          <a:ea typeface="宋体" panose="02010600030101010101" pitchFamily="2" charset="-122"/>
                        </a:defRPr>
                      </a:lvl6pPr>
                      <a:lvl7pPr marL="2743200" algn="l" defTabSz="913765" rtl="0" eaLnBrk="1" latinLnBrk="0" hangingPunct="1">
                        <a:defRPr sz="1800" kern="1200">
                          <a:solidFill>
                            <a:schemeClr val="tx1"/>
                          </a:solidFill>
                          <a:latin typeface="Arial" panose="020B0604020202020204"/>
                          <a:ea typeface="宋体" panose="02010600030101010101" pitchFamily="2" charset="-122"/>
                        </a:defRPr>
                      </a:lvl7pPr>
                      <a:lvl8pPr marL="3199765" algn="l" defTabSz="913765" rtl="0" eaLnBrk="1" latinLnBrk="0" hangingPunct="1">
                        <a:defRPr sz="1800" kern="1200">
                          <a:solidFill>
                            <a:schemeClr val="tx1"/>
                          </a:solidFill>
                          <a:latin typeface="Arial" panose="020B0604020202020204"/>
                          <a:ea typeface="宋体" panose="02010600030101010101" pitchFamily="2" charset="-122"/>
                        </a:defRPr>
                      </a:lvl8pPr>
                      <a:lvl9pPr marL="3656965" algn="l" defTabSz="913765" rtl="0" eaLnBrk="1" latinLnBrk="0" hangingPunct="1">
                        <a:defRPr sz="1800" kern="1200">
                          <a:solidFill>
                            <a:schemeClr val="tx1"/>
                          </a:solidFill>
                          <a:latin typeface="Arial" panose="020B0604020202020204"/>
                          <a:ea typeface="宋体" panose="02010600030101010101" pitchFamily="2" charset="-122"/>
                        </a:defRPr>
                      </a:lvl9pPr>
                    </a:lstStyle>
                    <a:p>
                      <a:pPr marL="0" lvl="0" indent="0">
                        <a:spcBef>
                          <a:spcPct val="0"/>
                        </a:spcBef>
                        <a:buNone/>
                      </a:pPr>
                      <a:r>
                        <a:rPr lang="en-US" altLang="x-none" sz="2400" dirty="0">
                          <a:latin typeface="Calibri" panose="020F0502020204030204" charset="0"/>
                          <a:ea typeface="Times New Roman" panose="02020603050405020304" charset="0"/>
                        </a:rPr>
                        <a:t>\0</a:t>
                      </a:r>
                      <a:endParaRPr lang="en-US" altLang="x-none" sz="2400" dirty="0"/>
                    </a:p>
                  </a:txBody>
                  <a:tcPr marT="46038" marB="4603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bl>
          </a:graphicData>
        </a:graphic>
      </p:graphicFrame>
      <p:graphicFrame>
        <p:nvGraphicFramePr>
          <p:cNvPr id="9" name="内容占位符 15379"/>
          <p:cNvGraphicFramePr/>
          <p:nvPr>
            <p:extLst>
              <p:ext uri="{D42A27DB-BD31-4B8C-83A1-F6EECF244321}">
                <p14:modId xmlns:p14="http://schemas.microsoft.com/office/powerpoint/2010/main" val="2914398964"/>
              </p:ext>
            </p:extLst>
          </p:nvPr>
        </p:nvGraphicFramePr>
        <p:xfrm>
          <a:off x="2051720" y="3986122"/>
          <a:ext cx="4536504" cy="457836"/>
        </p:xfrm>
        <a:graphic>
          <a:graphicData uri="http://schemas.openxmlformats.org/drawingml/2006/table">
            <a:tbl>
              <a:tblPr/>
              <a:tblGrid>
                <a:gridCol w="756084">
                  <a:extLst>
                    <a:ext uri="{9D8B030D-6E8A-4147-A177-3AD203B41FA5}">
                      <a16:colId xmlns="" xmlns:a16="http://schemas.microsoft.com/office/drawing/2014/main" val="20000"/>
                    </a:ext>
                  </a:extLst>
                </a:gridCol>
                <a:gridCol w="756084">
                  <a:extLst>
                    <a:ext uri="{9D8B030D-6E8A-4147-A177-3AD203B41FA5}">
                      <a16:colId xmlns="" xmlns:a16="http://schemas.microsoft.com/office/drawing/2014/main" val="20001"/>
                    </a:ext>
                  </a:extLst>
                </a:gridCol>
                <a:gridCol w="756084">
                  <a:extLst>
                    <a:ext uri="{9D8B030D-6E8A-4147-A177-3AD203B41FA5}">
                      <a16:colId xmlns="" xmlns:a16="http://schemas.microsoft.com/office/drawing/2014/main" val="20002"/>
                    </a:ext>
                  </a:extLst>
                </a:gridCol>
                <a:gridCol w="756084">
                  <a:extLst>
                    <a:ext uri="{9D8B030D-6E8A-4147-A177-3AD203B41FA5}">
                      <a16:colId xmlns="" xmlns:a16="http://schemas.microsoft.com/office/drawing/2014/main" val="20003"/>
                    </a:ext>
                  </a:extLst>
                </a:gridCol>
                <a:gridCol w="756084">
                  <a:extLst>
                    <a:ext uri="{9D8B030D-6E8A-4147-A177-3AD203B41FA5}">
                      <a16:colId xmlns="" xmlns:a16="http://schemas.microsoft.com/office/drawing/2014/main" val="20004"/>
                    </a:ext>
                  </a:extLst>
                </a:gridCol>
                <a:gridCol w="756084">
                  <a:extLst>
                    <a:ext uri="{9D8B030D-6E8A-4147-A177-3AD203B41FA5}">
                      <a16:colId xmlns="" xmlns:a16="http://schemas.microsoft.com/office/drawing/2014/main" val="20005"/>
                    </a:ext>
                  </a:extLst>
                </a:gridCol>
              </a:tblGrid>
              <a:tr h="428631">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3765" rtl="0" eaLnBrk="1" latinLnBrk="0" hangingPunct="1">
                        <a:buClr>
                          <a:schemeClr val="tx2"/>
                        </a:buClr>
                        <a:buSzPct val="85000"/>
                        <a:defRPr sz="2400" kern="1200">
                          <a:solidFill>
                            <a:schemeClr val="tx1"/>
                          </a:solidFill>
                          <a:latin typeface="Arial" panose="020B0604020202020204"/>
                          <a:ea typeface="宋体" panose="02010600030101010101" pitchFamily="2" charset="-122"/>
                        </a:defRPr>
                      </a:lvl2pPr>
                      <a:lvl3pPr marL="1143000" lvl="2" indent="-228600" algn="l" defTabSz="913765" rtl="0" eaLnBrk="1" latinLnBrk="0" hangingPunct="1">
                        <a:buClr>
                          <a:schemeClr val="hlink"/>
                        </a:buClr>
                        <a:defRPr sz="2000" kern="1200">
                          <a:solidFill>
                            <a:schemeClr val="tx1"/>
                          </a:solidFill>
                          <a:latin typeface="Arial" panose="020B0604020202020204"/>
                          <a:ea typeface="宋体" panose="02010600030101010101" pitchFamily="2" charset="-122"/>
                        </a:defRPr>
                      </a:lvl3pPr>
                      <a:lvl4pPr marL="1600200" lvl="3" indent="-228600" algn="l" defTabSz="913765" rtl="0" eaLnBrk="1" latinLnBrk="0" hangingPunct="1">
                        <a:buClr>
                          <a:schemeClr val="tx2"/>
                        </a:buClr>
                        <a:defRPr sz="1800" kern="1200">
                          <a:solidFill>
                            <a:schemeClr val="tx1"/>
                          </a:solidFill>
                          <a:latin typeface="Arial" panose="020B0604020202020204"/>
                          <a:ea typeface="宋体" panose="02010600030101010101" pitchFamily="2" charset="-122"/>
                        </a:defRPr>
                      </a:lvl4pPr>
                      <a:lvl5pPr marL="2057400" lvl="4" indent="-228600" algn="l" defTabSz="913765" rtl="0" eaLnBrk="1" latinLnBrk="0" hangingPunct="1">
                        <a:buClr>
                          <a:schemeClr val="hlink"/>
                        </a:buClr>
                        <a:buFont typeface="Wingdings 2" panose="05020102010507070707" pitchFamily="18" charset="2"/>
                        <a:defRPr sz="1800" kern="1200">
                          <a:solidFill>
                            <a:schemeClr val="tx1"/>
                          </a:solidFill>
                          <a:latin typeface="Arial" panose="020B0604020202020204"/>
                          <a:ea typeface="宋体" panose="02010600030101010101" pitchFamily="2" charset="-122"/>
                        </a:defRPr>
                      </a:lvl5pPr>
                      <a:lvl6pPr marL="2286000" algn="l" defTabSz="913765" rtl="0" eaLnBrk="1" latinLnBrk="0" hangingPunct="1">
                        <a:defRPr sz="1800" kern="1200">
                          <a:solidFill>
                            <a:schemeClr val="tx1"/>
                          </a:solidFill>
                          <a:latin typeface="Arial" panose="020B0604020202020204"/>
                          <a:ea typeface="宋体" panose="02010600030101010101" pitchFamily="2" charset="-122"/>
                        </a:defRPr>
                      </a:lvl6pPr>
                      <a:lvl7pPr marL="2743200" algn="l" defTabSz="913765" rtl="0" eaLnBrk="1" latinLnBrk="0" hangingPunct="1">
                        <a:defRPr sz="1800" kern="1200">
                          <a:solidFill>
                            <a:schemeClr val="tx1"/>
                          </a:solidFill>
                          <a:latin typeface="Arial" panose="020B0604020202020204"/>
                          <a:ea typeface="宋体" panose="02010600030101010101" pitchFamily="2" charset="-122"/>
                        </a:defRPr>
                      </a:lvl7pPr>
                      <a:lvl8pPr marL="3199765" algn="l" defTabSz="913765" rtl="0" eaLnBrk="1" latinLnBrk="0" hangingPunct="1">
                        <a:defRPr sz="1800" kern="1200">
                          <a:solidFill>
                            <a:schemeClr val="tx1"/>
                          </a:solidFill>
                          <a:latin typeface="Arial" panose="020B0604020202020204"/>
                          <a:ea typeface="宋体" panose="02010600030101010101" pitchFamily="2" charset="-122"/>
                        </a:defRPr>
                      </a:lvl8pPr>
                      <a:lvl9pPr marL="3656965" algn="l" defTabSz="913765" rtl="0" eaLnBrk="1" latinLnBrk="0" hangingPunct="1">
                        <a:defRPr sz="1800" kern="1200">
                          <a:solidFill>
                            <a:schemeClr val="tx1"/>
                          </a:solidFill>
                          <a:latin typeface="Arial" panose="020B0604020202020204"/>
                          <a:ea typeface="宋体" panose="02010600030101010101" pitchFamily="2" charset="-122"/>
                        </a:defRPr>
                      </a:lvl9pPr>
                    </a:lstStyle>
                    <a:p>
                      <a:pPr marL="0" lvl="0" indent="0">
                        <a:spcBef>
                          <a:spcPct val="0"/>
                        </a:spcBef>
                        <a:buNone/>
                      </a:pPr>
                      <a:r>
                        <a:rPr lang="en-US" altLang="x-none" sz="2400" dirty="0" smtClean="0">
                          <a:latin typeface="Calibri" panose="020F0502020204030204" charset="0"/>
                        </a:rPr>
                        <a:t>a[0]</a:t>
                      </a:r>
                      <a:endParaRPr lang="en-US" altLang="x-none" sz="2400" dirty="0"/>
                    </a:p>
                  </a:txBody>
                  <a:tcPr marT="46038" marB="4603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3765" rtl="0" eaLnBrk="1" latinLnBrk="0" hangingPunct="1">
                        <a:buClr>
                          <a:schemeClr val="tx2"/>
                        </a:buClr>
                        <a:buSzPct val="85000"/>
                        <a:defRPr sz="2400" kern="1200">
                          <a:solidFill>
                            <a:schemeClr val="tx1"/>
                          </a:solidFill>
                          <a:latin typeface="Arial" panose="020B0604020202020204"/>
                          <a:ea typeface="宋体" panose="02010600030101010101" pitchFamily="2" charset="-122"/>
                        </a:defRPr>
                      </a:lvl2pPr>
                      <a:lvl3pPr marL="1143000" lvl="2" indent="-228600" algn="l" defTabSz="913765" rtl="0" eaLnBrk="1" latinLnBrk="0" hangingPunct="1">
                        <a:buClr>
                          <a:schemeClr val="hlink"/>
                        </a:buClr>
                        <a:defRPr sz="2000" kern="1200">
                          <a:solidFill>
                            <a:schemeClr val="tx1"/>
                          </a:solidFill>
                          <a:latin typeface="Arial" panose="020B0604020202020204"/>
                          <a:ea typeface="宋体" panose="02010600030101010101" pitchFamily="2" charset="-122"/>
                        </a:defRPr>
                      </a:lvl3pPr>
                      <a:lvl4pPr marL="1600200" lvl="3" indent="-228600" algn="l" defTabSz="913765" rtl="0" eaLnBrk="1" latinLnBrk="0" hangingPunct="1">
                        <a:buClr>
                          <a:schemeClr val="tx2"/>
                        </a:buClr>
                        <a:defRPr sz="1800" kern="1200">
                          <a:solidFill>
                            <a:schemeClr val="tx1"/>
                          </a:solidFill>
                          <a:latin typeface="Arial" panose="020B0604020202020204"/>
                          <a:ea typeface="宋体" panose="02010600030101010101" pitchFamily="2" charset="-122"/>
                        </a:defRPr>
                      </a:lvl4pPr>
                      <a:lvl5pPr marL="2057400" lvl="4" indent="-228600" algn="l" defTabSz="913765" rtl="0" eaLnBrk="1" latinLnBrk="0" hangingPunct="1">
                        <a:buClr>
                          <a:schemeClr val="hlink"/>
                        </a:buClr>
                        <a:buFont typeface="Wingdings 2" panose="05020102010507070707" pitchFamily="18" charset="2"/>
                        <a:defRPr sz="1800" kern="1200">
                          <a:solidFill>
                            <a:schemeClr val="tx1"/>
                          </a:solidFill>
                          <a:latin typeface="Arial" panose="020B0604020202020204"/>
                          <a:ea typeface="宋体" panose="02010600030101010101" pitchFamily="2" charset="-122"/>
                        </a:defRPr>
                      </a:lvl5pPr>
                      <a:lvl6pPr marL="2286000" algn="l" defTabSz="913765" rtl="0" eaLnBrk="1" latinLnBrk="0" hangingPunct="1">
                        <a:defRPr sz="1800" kern="1200">
                          <a:solidFill>
                            <a:schemeClr val="tx1"/>
                          </a:solidFill>
                          <a:latin typeface="Arial" panose="020B0604020202020204"/>
                          <a:ea typeface="宋体" panose="02010600030101010101" pitchFamily="2" charset="-122"/>
                        </a:defRPr>
                      </a:lvl6pPr>
                      <a:lvl7pPr marL="2743200" algn="l" defTabSz="913765" rtl="0" eaLnBrk="1" latinLnBrk="0" hangingPunct="1">
                        <a:defRPr sz="1800" kern="1200">
                          <a:solidFill>
                            <a:schemeClr val="tx1"/>
                          </a:solidFill>
                          <a:latin typeface="Arial" panose="020B0604020202020204"/>
                          <a:ea typeface="宋体" panose="02010600030101010101" pitchFamily="2" charset="-122"/>
                        </a:defRPr>
                      </a:lvl7pPr>
                      <a:lvl8pPr marL="3199765" algn="l" defTabSz="913765" rtl="0" eaLnBrk="1" latinLnBrk="0" hangingPunct="1">
                        <a:defRPr sz="1800" kern="1200">
                          <a:solidFill>
                            <a:schemeClr val="tx1"/>
                          </a:solidFill>
                          <a:latin typeface="Arial" panose="020B0604020202020204"/>
                          <a:ea typeface="宋体" panose="02010600030101010101" pitchFamily="2" charset="-122"/>
                        </a:defRPr>
                      </a:lvl8pPr>
                      <a:lvl9pPr marL="3656965" algn="l" defTabSz="913765" rtl="0" eaLnBrk="1" latinLnBrk="0" hangingPunct="1">
                        <a:defRPr sz="1800" kern="1200">
                          <a:solidFill>
                            <a:schemeClr val="tx1"/>
                          </a:solidFill>
                          <a:latin typeface="Arial" panose="020B0604020202020204"/>
                          <a:ea typeface="宋体" panose="02010600030101010101" pitchFamily="2" charset="-122"/>
                        </a:defRPr>
                      </a:lvl9pPr>
                    </a:lstStyle>
                    <a:p>
                      <a:pPr marL="0" lvl="0" indent="0">
                        <a:spcBef>
                          <a:spcPct val="0"/>
                        </a:spcBef>
                        <a:buNone/>
                      </a:pPr>
                      <a:r>
                        <a:rPr lang="en-US" altLang="x-none" sz="2400" dirty="0" smtClean="0">
                          <a:latin typeface="Calibri" panose="020F0502020204030204" charset="0"/>
                        </a:rPr>
                        <a:t>a[1]</a:t>
                      </a:r>
                      <a:endParaRPr lang="en-US" altLang="x-none" sz="2400" dirty="0"/>
                    </a:p>
                  </a:txBody>
                  <a:tcPr marT="46038" marB="4603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3765" rtl="0" eaLnBrk="1" latinLnBrk="0" hangingPunct="1">
                        <a:buClr>
                          <a:schemeClr val="tx2"/>
                        </a:buClr>
                        <a:buSzPct val="85000"/>
                        <a:defRPr sz="2400" kern="1200">
                          <a:solidFill>
                            <a:schemeClr val="tx1"/>
                          </a:solidFill>
                          <a:latin typeface="Arial" panose="020B0604020202020204"/>
                          <a:ea typeface="宋体" panose="02010600030101010101" pitchFamily="2" charset="-122"/>
                        </a:defRPr>
                      </a:lvl2pPr>
                      <a:lvl3pPr marL="1143000" lvl="2" indent="-228600" algn="l" defTabSz="913765" rtl="0" eaLnBrk="1" latinLnBrk="0" hangingPunct="1">
                        <a:buClr>
                          <a:schemeClr val="hlink"/>
                        </a:buClr>
                        <a:defRPr sz="2000" kern="1200">
                          <a:solidFill>
                            <a:schemeClr val="tx1"/>
                          </a:solidFill>
                          <a:latin typeface="Arial" panose="020B0604020202020204"/>
                          <a:ea typeface="宋体" panose="02010600030101010101" pitchFamily="2" charset="-122"/>
                        </a:defRPr>
                      </a:lvl3pPr>
                      <a:lvl4pPr marL="1600200" lvl="3" indent="-228600" algn="l" defTabSz="913765" rtl="0" eaLnBrk="1" latinLnBrk="0" hangingPunct="1">
                        <a:buClr>
                          <a:schemeClr val="tx2"/>
                        </a:buClr>
                        <a:defRPr sz="1800" kern="1200">
                          <a:solidFill>
                            <a:schemeClr val="tx1"/>
                          </a:solidFill>
                          <a:latin typeface="Arial" panose="020B0604020202020204"/>
                          <a:ea typeface="宋体" panose="02010600030101010101" pitchFamily="2" charset="-122"/>
                        </a:defRPr>
                      </a:lvl4pPr>
                      <a:lvl5pPr marL="2057400" lvl="4" indent="-228600" algn="l" defTabSz="913765" rtl="0" eaLnBrk="1" latinLnBrk="0" hangingPunct="1">
                        <a:buClr>
                          <a:schemeClr val="hlink"/>
                        </a:buClr>
                        <a:buFont typeface="Wingdings 2" panose="05020102010507070707" pitchFamily="18" charset="2"/>
                        <a:defRPr sz="1800" kern="1200">
                          <a:solidFill>
                            <a:schemeClr val="tx1"/>
                          </a:solidFill>
                          <a:latin typeface="Arial" panose="020B0604020202020204"/>
                          <a:ea typeface="宋体" panose="02010600030101010101" pitchFamily="2" charset="-122"/>
                        </a:defRPr>
                      </a:lvl5pPr>
                      <a:lvl6pPr marL="2286000" algn="l" defTabSz="913765" rtl="0" eaLnBrk="1" latinLnBrk="0" hangingPunct="1">
                        <a:defRPr sz="1800" kern="1200">
                          <a:solidFill>
                            <a:schemeClr val="tx1"/>
                          </a:solidFill>
                          <a:latin typeface="Arial" panose="020B0604020202020204"/>
                          <a:ea typeface="宋体" panose="02010600030101010101" pitchFamily="2" charset="-122"/>
                        </a:defRPr>
                      </a:lvl6pPr>
                      <a:lvl7pPr marL="2743200" algn="l" defTabSz="913765" rtl="0" eaLnBrk="1" latinLnBrk="0" hangingPunct="1">
                        <a:defRPr sz="1800" kern="1200">
                          <a:solidFill>
                            <a:schemeClr val="tx1"/>
                          </a:solidFill>
                          <a:latin typeface="Arial" panose="020B0604020202020204"/>
                          <a:ea typeface="宋体" panose="02010600030101010101" pitchFamily="2" charset="-122"/>
                        </a:defRPr>
                      </a:lvl7pPr>
                      <a:lvl8pPr marL="3199765" algn="l" defTabSz="913765" rtl="0" eaLnBrk="1" latinLnBrk="0" hangingPunct="1">
                        <a:defRPr sz="1800" kern="1200">
                          <a:solidFill>
                            <a:schemeClr val="tx1"/>
                          </a:solidFill>
                          <a:latin typeface="Arial" panose="020B0604020202020204"/>
                          <a:ea typeface="宋体" panose="02010600030101010101" pitchFamily="2" charset="-122"/>
                        </a:defRPr>
                      </a:lvl8pPr>
                      <a:lvl9pPr marL="3656965" algn="l" defTabSz="913765" rtl="0" eaLnBrk="1" latinLnBrk="0" hangingPunct="1">
                        <a:defRPr sz="1800" kern="1200">
                          <a:solidFill>
                            <a:schemeClr val="tx1"/>
                          </a:solidFill>
                          <a:latin typeface="Arial" panose="020B0604020202020204"/>
                          <a:ea typeface="宋体" panose="02010600030101010101" pitchFamily="2" charset="-122"/>
                        </a:defRPr>
                      </a:lvl9pPr>
                    </a:lstStyle>
                    <a:p>
                      <a:pPr marL="0" lvl="0" indent="0">
                        <a:spcBef>
                          <a:spcPct val="0"/>
                        </a:spcBef>
                        <a:buNone/>
                      </a:pPr>
                      <a:r>
                        <a:rPr lang="en-US" altLang="x-none" sz="2400" dirty="0" smtClean="0">
                          <a:latin typeface="Calibri" panose="020F0502020204030204" charset="0"/>
                        </a:rPr>
                        <a:t>a[2]</a:t>
                      </a:r>
                      <a:endParaRPr lang="en-US" altLang="x-none" sz="2400" dirty="0"/>
                    </a:p>
                  </a:txBody>
                  <a:tcPr marT="46038" marB="4603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3765" rtl="0" eaLnBrk="1" latinLnBrk="0" hangingPunct="1">
                        <a:buClr>
                          <a:schemeClr val="tx2"/>
                        </a:buClr>
                        <a:buSzPct val="85000"/>
                        <a:defRPr sz="2400" kern="1200">
                          <a:solidFill>
                            <a:schemeClr val="tx1"/>
                          </a:solidFill>
                          <a:latin typeface="Arial" panose="020B0604020202020204"/>
                          <a:ea typeface="宋体" panose="02010600030101010101" pitchFamily="2" charset="-122"/>
                        </a:defRPr>
                      </a:lvl2pPr>
                      <a:lvl3pPr marL="1143000" lvl="2" indent="-228600" algn="l" defTabSz="913765" rtl="0" eaLnBrk="1" latinLnBrk="0" hangingPunct="1">
                        <a:buClr>
                          <a:schemeClr val="hlink"/>
                        </a:buClr>
                        <a:defRPr sz="2000" kern="1200">
                          <a:solidFill>
                            <a:schemeClr val="tx1"/>
                          </a:solidFill>
                          <a:latin typeface="Arial" panose="020B0604020202020204"/>
                          <a:ea typeface="宋体" panose="02010600030101010101" pitchFamily="2" charset="-122"/>
                        </a:defRPr>
                      </a:lvl3pPr>
                      <a:lvl4pPr marL="1600200" lvl="3" indent="-228600" algn="l" defTabSz="913765" rtl="0" eaLnBrk="1" latinLnBrk="0" hangingPunct="1">
                        <a:buClr>
                          <a:schemeClr val="tx2"/>
                        </a:buClr>
                        <a:defRPr sz="1800" kern="1200">
                          <a:solidFill>
                            <a:schemeClr val="tx1"/>
                          </a:solidFill>
                          <a:latin typeface="Arial" panose="020B0604020202020204"/>
                          <a:ea typeface="宋体" panose="02010600030101010101" pitchFamily="2" charset="-122"/>
                        </a:defRPr>
                      </a:lvl4pPr>
                      <a:lvl5pPr marL="2057400" lvl="4" indent="-228600" algn="l" defTabSz="913765" rtl="0" eaLnBrk="1" latinLnBrk="0" hangingPunct="1">
                        <a:buClr>
                          <a:schemeClr val="hlink"/>
                        </a:buClr>
                        <a:buFont typeface="Wingdings 2" panose="05020102010507070707" pitchFamily="18" charset="2"/>
                        <a:defRPr sz="1800" kern="1200">
                          <a:solidFill>
                            <a:schemeClr val="tx1"/>
                          </a:solidFill>
                          <a:latin typeface="Arial" panose="020B0604020202020204"/>
                          <a:ea typeface="宋体" panose="02010600030101010101" pitchFamily="2" charset="-122"/>
                        </a:defRPr>
                      </a:lvl5pPr>
                      <a:lvl6pPr marL="2286000" algn="l" defTabSz="913765" rtl="0" eaLnBrk="1" latinLnBrk="0" hangingPunct="1">
                        <a:defRPr sz="1800" kern="1200">
                          <a:solidFill>
                            <a:schemeClr val="tx1"/>
                          </a:solidFill>
                          <a:latin typeface="Arial" panose="020B0604020202020204"/>
                          <a:ea typeface="宋体" panose="02010600030101010101" pitchFamily="2" charset="-122"/>
                        </a:defRPr>
                      </a:lvl6pPr>
                      <a:lvl7pPr marL="2743200" algn="l" defTabSz="913765" rtl="0" eaLnBrk="1" latinLnBrk="0" hangingPunct="1">
                        <a:defRPr sz="1800" kern="1200">
                          <a:solidFill>
                            <a:schemeClr val="tx1"/>
                          </a:solidFill>
                          <a:latin typeface="Arial" panose="020B0604020202020204"/>
                          <a:ea typeface="宋体" panose="02010600030101010101" pitchFamily="2" charset="-122"/>
                        </a:defRPr>
                      </a:lvl7pPr>
                      <a:lvl8pPr marL="3199765" algn="l" defTabSz="913765" rtl="0" eaLnBrk="1" latinLnBrk="0" hangingPunct="1">
                        <a:defRPr sz="1800" kern="1200">
                          <a:solidFill>
                            <a:schemeClr val="tx1"/>
                          </a:solidFill>
                          <a:latin typeface="Arial" panose="020B0604020202020204"/>
                          <a:ea typeface="宋体" panose="02010600030101010101" pitchFamily="2" charset="-122"/>
                        </a:defRPr>
                      </a:lvl8pPr>
                      <a:lvl9pPr marL="3656965" algn="l" defTabSz="913765" rtl="0" eaLnBrk="1" latinLnBrk="0" hangingPunct="1">
                        <a:defRPr sz="1800" kern="1200">
                          <a:solidFill>
                            <a:schemeClr val="tx1"/>
                          </a:solidFill>
                          <a:latin typeface="Arial" panose="020B0604020202020204"/>
                          <a:ea typeface="宋体" panose="02010600030101010101" pitchFamily="2" charset="-122"/>
                        </a:defRPr>
                      </a:lvl9pPr>
                    </a:lstStyle>
                    <a:p>
                      <a:pPr marL="0" lvl="0" indent="0">
                        <a:spcBef>
                          <a:spcPct val="0"/>
                        </a:spcBef>
                        <a:buNone/>
                      </a:pPr>
                      <a:r>
                        <a:rPr lang="en-US" altLang="x-none" sz="2400" dirty="0" smtClean="0">
                          <a:latin typeface="Calibri" panose="020F0502020204030204" charset="0"/>
                        </a:rPr>
                        <a:t>a[3]</a:t>
                      </a:r>
                      <a:endParaRPr lang="en-US" altLang="x-none" sz="2400" dirty="0"/>
                    </a:p>
                  </a:txBody>
                  <a:tcPr marT="46038" marB="4603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3765" rtl="0" eaLnBrk="1" latinLnBrk="0" hangingPunct="1">
                        <a:buClr>
                          <a:schemeClr val="tx2"/>
                        </a:buClr>
                        <a:buSzPct val="85000"/>
                        <a:defRPr sz="2400" kern="1200">
                          <a:solidFill>
                            <a:schemeClr val="tx1"/>
                          </a:solidFill>
                          <a:latin typeface="Arial" panose="020B0604020202020204"/>
                          <a:ea typeface="宋体" panose="02010600030101010101" pitchFamily="2" charset="-122"/>
                        </a:defRPr>
                      </a:lvl2pPr>
                      <a:lvl3pPr marL="1143000" lvl="2" indent="-228600" algn="l" defTabSz="913765" rtl="0" eaLnBrk="1" latinLnBrk="0" hangingPunct="1">
                        <a:buClr>
                          <a:schemeClr val="hlink"/>
                        </a:buClr>
                        <a:defRPr sz="2000" kern="1200">
                          <a:solidFill>
                            <a:schemeClr val="tx1"/>
                          </a:solidFill>
                          <a:latin typeface="Arial" panose="020B0604020202020204"/>
                          <a:ea typeface="宋体" panose="02010600030101010101" pitchFamily="2" charset="-122"/>
                        </a:defRPr>
                      </a:lvl3pPr>
                      <a:lvl4pPr marL="1600200" lvl="3" indent="-228600" algn="l" defTabSz="913765" rtl="0" eaLnBrk="1" latinLnBrk="0" hangingPunct="1">
                        <a:buClr>
                          <a:schemeClr val="tx2"/>
                        </a:buClr>
                        <a:defRPr sz="1800" kern="1200">
                          <a:solidFill>
                            <a:schemeClr val="tx1"/>
                          </a:solidFill>
                          <a:latin typeface="Arial" panose="020B0604020202020204"/>
                          <a:ea typeface="宋体" panose="02010600030101010101" pitchFamily="2" charset="-122"/>
                        </a:defRPr>
                      </a:lvl4pPr>
                      <a:lvl5pPr marL="2057400" lvl="4" indent="-228600" algn="l" defTabSz="913765" rtl="0" eaLnBrk="1" latinLnBrk="0" hangingPunct="1">
                        <a:buClr>
                          <a:schemeClr val="hlink"/>
                        </a:buClr>
                        <a:buFont typeface="Wingdings 2" panose="05020102010507070707" pitchFamily="18" charset="2"/>
                        <a:defRPr sz="1800" kern="1200">
                          <a:solidFill>
                            <a:schemeClr val="tx1"/>
                          </a:solidFill>
                          <a:latin typeface="Arial" panose="020B0604020202020204"/>
                          <a:ea typeface="宋体" panose="02010600030101010101" pitchFamily="2" charset="-122"/>
                        </a:defRPr>
                      </a:lvl5pPr>
                      <a:lvl6pPr marL="2286000" algn="l" defTabSz="913765" rtl="0" eaLnBrk="1" latinLnBrk="0" hangingPunct="1">
                        <a:defRPr sz="1800" kern="1200">
                          <a:solidFill>
                            <a:schemeClr val="tx1"/>
                          </a:solidFill>
                          <a:latin typeface="Arial" panose="020B0604020202020204"/>
                          <a:ea typeface="宋体" panose="02010600030101010101" pitchFamily="2" charset="-122"/>
                        </a:defRPr>
                      </a:lvl6pPr>
                      <a:lvl7pPr marL="2743200" algn="l" defTabSz="913765" rtl="0" eaLnBrk="1" latinLnBrk="0" hangingPunct="1">
                        <a:defRPr sz="1800" kern="1200">
                          <a:solidFill>
                            <a:schemeClr val="tx1"/>
                          </a:solidFill>
                          <a:latin typeface="Arial" panose="020B0604020202020204"/>
                          <a:ea typeface="宋体" panose="02010600030101010101" pitchFamily="2" charset="-122"/>
                        </a:defRPr>
                      </a:lvl7pPr>
                      <a:lvl8pPr marL="3199765" algn="l" defTabSz="913765" rtl="0" eaLnBrk="1" latinLnBrk="0" hangingPunct="1">
                        <a:defRPr sz="1800" kern="1200">
                          <a:solidFill>
                            <a:schemeClr val="tx1"/>
                          </a:solidFill>
                          <a:latin typeface="Arial" panose="020B0604020202020204"/>
                          <a:ea typeface="宋体" panose="02010600030101010101" pitchFamily="2" charset="-122"/>
                        </a:defRPr>
                      </a:lvl8pPr>
                      <a:lvl9pPr marL="3656965" algn="l" defTabSz="913765" rtl="0" eaLnBrk="1" latinLnBrk="0" hangingPunct="1">
                        <a:defRPr sz="1800" kern="1200">
                          <a:solidFill>
                            <a:schemeClr val="tx1"/>
                          </a:solidFill>
                          <a:latin typeface="Arial" panose="020B0604020202020204"/>
                          <a:ea typeface="宋体" panose="02010600030101010101" pitchFamily="2" charset="-122"/>
                        </a:defRPr>
                      </a:lvl9pPr>
                    </a:lstStyle>
                    <a:p>
                      <a:pPr marL="0" lvl="0" indent="0">
                        <a:spcBef>
                          <a:spcPct val="0"/>
                        </a:spcBef>
                        <a:buNone/>
                      </a:pPr>
                      <a:r>
                        <a:rPr lang="en-US" altLang="x-none" sz="2400" dirty="0" smtClean="0">
                          <a:latin typeface="Calibri" panose="020F0502020204030204" charset="0"/>
                        </a:rPr>
                        <a:t>a[4]</a:t>
                      </a:r>
                      <a:endParaRPr lang="en-US" altLang="x-none" sz="2400" dirty="0"/>
                    </a:p>
                  </a:txBody>
                  <a:tcPr marT="46038" marB="4603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3765" rtl="0" eaLnBrk="1" latinLnBrk="0" hangingPunct="1">
                        <a:buClr>
                          <a:schemeClr val="tx2"/>
                        </a:buClr>
                        <a:buSzPct val="85000"/>
                        <a:defRPr sz="2400" kern="1200">
                          <a:solidFill>
                            <a:schemeClr val="tx1"/>
                          </a:solidFill>
                          <a:latin typeface="Arial" panose="020B0604020202020204"/>
                          <a:ea typeface="宋体" panose="02010600030101010101" pitchFamily="2" charset="-122"/>
                        </a:defRPr>
                      </a:lvl2pPr>
                      <a:lvl3pPr marL="1143000" lvl="2" indent="-228600" algn="l" defTabSz="913765" rtl="0" eaLnBrk="1" latinLnBrk="0" hangingPunct="1">
                        <a:buClr>
                          <a:schemeClr val="hlink"/>
                        </a:buClr>
                        <a:defRPr sz="2000" kern="1200">
                          <a:solidFill>
                            <a:schemeClr val="tx1"/>
                          </a:solidFill>
                          <a:latin typeface="Arial" panose="020B0604020202020204"/>
                          <a:ea typeface="宋体" panose="02010600030101010101" pitchFamily="2" charset="-122"/>
                        </a:defRPr>
                      </a:lvl3pPr>
                      <a:lvl4pPr marL="1600200" lvl="3" indent="-228600" algn="l" defTabSz="913765" rtl="0" eaLnBrk="1" latinLnBrk="0" hangingPunct="1">
                        <a:buClr>
                          <a:schemeClr val="tx2"/>
                        </a:buClr>
                        <a:defRPr sz="1800" kern="1200">
                          <a:solidFill>
                            <a:schemeClr val="tx1"/>
                          </a:solidFill>
                          <a:latin typeface="Arial" panose="020B0604020202020204"/>
                          <a:ea typeface="宋体" panose="02010600030101010101" pitchFamily="2" charset="-122"/>
                        </a:defRPr>
                      </a:lvl4pPr>
                      <a:lvl5pPr marL="2057400" lvl="4" indent="-228600" algn="l" defTabSz="913765" rtl="0" eaLnBrk="1" latinLnBrk="0" hangingPunct="1">
                        <a:buClr>
                          <a:schemeClr val="hlink"/>
                        </a:buClr>
                        <a:buFont typeface="Wingdings 2" panose="05020102010507070707" pitchFamily="18" charset="2"/>
                        <a:defRPr sz="1800" kern="1200">
                          <a:solidFill>
                            <a:schemeClr val="tx1"/>
                          </a:solidFill>
                          <a:latin typeface="Arial" panose="020B0604020202020204"/>
                          <a:ea typeface="宋体" panose="02010600030101010101" pitchFamily="2" charset="-122"/>
                        </a:defRPr>
                      </a:lvl5pPr>
                      <a:lvl6pPr marL="2286000" algn="l" defTabSz="913765" rtl="0" eaLnBrk="1" latinLnBrk="0" hangingPunct="1">
                        <a:defRPr sz="1800" kern="1200">
                          <a:solidFill>
                            <a:schemeClr val="tx1"/>
                          </a:solidFill>
                          <a:latin typeface="Arial" panose="020B0604020202020204"/>
                          <a:ea typeface="宋体" panose="02010600030101010101" pitchFamily="2" charset="-122"/>
                        </a:defRPr>
                      </a:lvl6pPr>
                      <a:lvl7pPr marL="2743200" algn="l" defTabSz="913765" rtl="0" eaLnBrk="1" latinLnBrk="0" hangingPunct="1">
                        <a:defRPr sz="1800" kern="1200">
                          <a:solidFill>
                            <a:schemeClr val="tx1"/>
                          </a:solidFill>
                          <a:latin typeface="Arial" panose="020B0604020202020204"/>
                          <a:ea typeface="宋体" panose="02010600030101010101" pitchFamily="2" charset="-122"/>
                        </a:defRPr>
                      </a:lvl7pPr>
                      <a:lvl8pPr marL="3199765" algn="l" defTabSz="913765" rtl="0" eaLnBrk="1" latinLnBrk="0" hangingPunct="1">
                        <a:defRPr sz="1800" kern="1200">
                          <a:solidFill>
                            <a:schemeClr val="tx1"/>
                          </a:solidFill>
                          <a:latin typeface="Arial" panose="020B0604020202020204"/>
                          <a:ea typeface="宋体" panose="02010600030101010101" pitchFamily="2" charset="-122"/>
                        </a:defRPr>
                      </a:lvl8pPr>
                      <a:lvl9pPr marL="3656965" algn="l" defTabSz="913765" rtl="0" eaLnBrk="1" latinLnBrk="0" hangingPunct="1">
                        <a:defRPr sz="1800" kern="1200">
                          <a:solidFill>
                            <a:schemeClr val="tx1"/>
                          </a:solidFill>
                          <a:latin typeface="Arial" panose="020B0604020202020204"/>
                          <a:ea typeface="宋体" panose="02010600030101010101" pitchFamily="2" charset="-122"/>
                        </a:defRPr>
                      </a:lvl9pPr>
                    </a:lstStyle>
                    <a:p>
                      <a:pPr marL="0" lvl="0" indent="0">
                        <a:spcBef>
                          <a:spcPct val="0"/>
                        </a:spcBef>
                        <a:buNone/>
                      </a:pPr>
                      <a:r>
                        <a:rPr lang="en-US" altLang="x-none" sz="2400" dirty="0" smtClean="0">
                          <a:latin typeface="Calibri" panose="020F0502020204030204" charset="0"/>
                        </a:rPr>
                        <a:t>a[5]</a:t>
                      </a:r>
                      <a:endParaRPr lang="en-US" altLang="x-none" sz="2400" dirty="0"/>
                    </a:p>
                  </a:txBody>
                  <a:tcPr marT="46038" marB="4603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bl>
          </a:graphicData>
        </a:graphic>
      </p:graphicFrame>
      <p:graphicFrame>
        <p:nvGraphicFramePr>
          <p:cNvPr id="10" name="内容占位符 15379"/>
          <p:cNvGraphicFramePr/>
          <p:nvPr>
            <p:extLst>
              <p:ext uri="{D42A27DB-BD31-4B8C-83A1-F6EECF244321}">
                <p14:modId xmlns:p14="http://schemas.microsoft.com/office/powerpoint/2010/main" val="2555557265"/>
              </p:ext>
            </p:extLst>
          </p:nvPr>
        </p:nvGraphicFramePr>
        <p:xfrm>
          <a:off x="2051720" y="3507854"/>
          <a:ext cx="4536504" cy="457836"/>
        </p:xfrm>
        <a:graphic>
          <a:graphicData uri="http://schemas.openxmlformats.org/drawingml/2006/table">
            <a:tbl>
              <a:tblPr/>
              <a:tblGrid>
                <a:gridCol w="756084">
                  <a:extLst>
                    <a:ext uri="{9D8B030D-6E8A-4147-A177-3AD203B41FA5}">
                      <a16:colId xmlns="" xmlns:a16="http://schemas.microsoft.com/office/drawing/2014/main" val="20000"/>
                    </a:ext>
                  </a:extLst>
                </a:gridCol>
                <a:gridCol w="756084">
                  <a:extLst>
                    <a:ext uri="{9D8B030D-6E8A-4147-A177-3AD203B41FA5}">
                      <a16:colId xmlns="" xmlns:a16="http://schemas.microsoft.com/office/drawing/2014/main" val="20001"/>
                    </a:ext>
                  </a:extLst>
                </a:gridCol>
                <a:gridCol w="756084">
                  <a:extLst>
                    <a:ext uri="{9D8B030D-6E8A-4147-A177-3AD203B41FA5}">
                      <a16:colId xmlns="" xmlns:a16="http://schemas.microsoft.com/office/drawing/2014/main" val="20002"/>
                    </a:ext>
                  </a:extLst>
                </a:gridCol>
                <a:gridCol w="756084">
                  <a:extLst>
                    <a:ext uri="{9D8B030D-6E8A-4147-A177-3AD203B41FA5}">
                      <a16:colId xmlns="" xmlns:a16="http://schemas.microsoft.com/office/drawing/2014/main" val="20003"/>
                    </a:ext>
                  </a:extLst>
                </a:gridCol>
                <a:gridCol w="756084">
                  <a:extLst>
                    <a:ext uri="{9D8B030D-6E8A-4147-A177-3AD203B41FA5}">
                      <a16:colId xmlns="" xmlns:a16="http://schemas.microsoft.com/office/drawing/2014/main" val="20004"/>
                    </a:ext>
                  </a:extLst>
                </a:gridCol>
                <a:gridCol w="756084">
                  <a:extLst>
                    <a:ext uri="{9D8B030D-6E8A-4147-A177-3AD203B41FA5}">
                      <a16:colId xmlns="" xmlns:a16="http://schemas.microsoft.com/office/drawing/2014/main" val="20005"/>
                    </a:ext>
                  </a:extLst>
                </a:gridCol>
              </a:tblGrid>
              <a:tr h="428631">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3765" rtl="0" eaLnBrk="1" latinLnBrk="0" hangingPunct="1">
                        <a:buClr>
                          <a:schemeClr val="tx2"/>
                        </a:buClr>
                        <a:buSzPct val="85000"/>
                        <a:defRPr sz="2400" kern="1200">
                          <a:solidFill>
                            <a:schemeClr val="tx1"/>
                          </a:solidFill>
                          <a:latin typeface="Arial" panose="020B0604020202020204"/>
                          <a:ea typeface="宋体" panose="02010600030101010101" pitchFamily="2" charset="-122"/>
                        </a:defRPr>
                      </a:lvl2pPr>
                      <a:lvl3pPr marL="1143000" lvl="2" indent="-228600" algn="l" defTabSz="913765" rtl="0" eaLnBrk="1" latinLnBrk="0" hangingPunct="1">
                        <a:buClr>
                          <a:schemeClr val="hlink"/>
                        </a:buClr>
                        <a:defRPr sz="2000" kern="1200">
                          <a:solidFill>
                            <a:schemeClr val="tx1"/>
                          </a:solidFill>
                          <a:latin typeface="Arial" panose="020B0604020202020204"/>
                          <a:ea typeface="宋体" panose="02010600030101010101" pitchFamily="2" charset="-122"/>
                        </a:defRPr>
                      </a:lvl3pPr>
                      <a:lvl4pPr marL="1600200" lvl="3" indent="-228600" algn="l" defTabSz="913765" rtl="0" eaLnBrk="1" latinLnBrk="0" hangingPunct="1">
                        <a:buClr>
                          <a:schemeClr val="tx2"/>
                        </a:buClr>
                        <a:defRPr sz="1800" kern="1200">
                          <a:solidFill>
                            <a:schemeClr val="tx1"/>
                          </a:solidFill>
                          <a:latin typeface="Arial" panose="020B0604020202020204"/>
                          <a:ea typeface="宋体" panose="02010600030101010101" pitchFamily="2" charset="-122"/>
                        </a:defRPr>
                      </a:lvl4pPr>
                      <a:lvl5pPr marL="2057400" lvl="4" indent="-228600" algn="l" defTabSz="913765" rtl="0" eaLnBrk="1" latinLnBrk="0" hangingPunct="1">
                        <a:buClr>
                          <a:schemeClr val="hlink"/>
                        </a:buClr>
                        <a:buFont typeface="Wingdings 2" panose="05020102010507070707" pitchFamily="18" charset="2"/>
                        <a:defRPr sz="1800" kern="1200">
                          <a:solidFill>
                            <a:schemeClr val="tx1"/>
                          </a:solidFill>
                          <a:latin typeface="Arial" panose="020B0604020202020204"/>
                          <a:ea typeface="宋体" panose="02010600030101010101" pitchFamily="2" charset="-122"/>
                        </a:defRPr>
                      </a:lvl5pPr>
                      <a:lvl6pPr marL="2286000" algn="l" defTabSz="913765" rtl="0" eaLnBrk="1" latinLnBrk="0" hangingPunct="1">
                        <a:defRPr sz="1800" kern="1200">
                          <a:solidFill>
                            <a:schemeClr val="tx1"/>
                          </a:solidFill>
                          <a:latin typeface="Arial" panose="020B0604020202020204"/>
                          <a:ea typeface="宋体" panose="02010600030101010101" pitchFamily="2" charset="-122"/>
                        </a:defRPr>
                      </a:lvl6pPr>
                      <a:lvl7pPr marL="2743200" algn="l" defTabSz="913765" rtl="0" eaLnBrk="1" latinLnBrk="0" hangingPunct="1">
                        <a:defRPr sz="1800" kern="1200">
                          <a:solidFill>
                            <a:schemeClr val="tx1"/>
                          </a:solidFill>
                          <a:latin typeface="Arial" panose="020B0604020202020204"/>
                          <a:ea typeface="宋体" panose="02010600030101010101" pitchFamily="2" charset="-122"/>
                        </a:defRPr>
                      </a:lvl7pPr>
                      <a:lvl8pPr marL="3199765" algn="l" defTabSz="913765" rtl="0" eaLnBrk="1" latinLnBrk="0" hangingPunct="1">
                        <a:defRPr sz="1800" kern="1200">
                          <a:solidFill>
                            <a:schemeClr val="tx1"/>
                          </a:solidFill>
                          <a:latin typeface="Arial" panose="020B0604020202020204"/>
                          <a:ea typeface="宋体" panose="02010600030101010101" pitchFamily="2" charset="-122"/>
                        </a:defRPr>
                      </a:lvl8pPr>
                      <a:lvl9pPr marL="3656965" algn="l" defTabSz="913765" rtl="0" eaLnBrk="1" latinLnBrk="0" hangingPunct="1">
                        <a:defRPr sz="1800" kern="1200">
                          <a:solidFill>
                            <a:schemeClr val="tx1"/>
                          </a:solidFill>
                          <a:latin typeface="Arial" panose="020B0604020202020204"/>
                          <a:ea typeface="宋体" panose="02010600030101010101" pitchFamily="2" charset="-122"/>
                        </a:defRPr>
                      </a:lvl9pPr>
                    </a:lstStyle>
                    <a:p>
                      <a:pPr marL="0" lvl="0" indent="0">
                        <a:spcBef>
                          <a:spcPct val="0"/>
                        </a:spcBef>
                        <a:buNone/>
                      </a:pPr>
                      <a:r>
                        <a:rPr lang="en-US" altLang="x-none" sz="2400" dirty="0">
                          <a:latin typeface="Calibri" panose="020F0502020204030204" charset="0"/>
                        </a:rPr>
                        <a:t>0</a:t>
                      </a:r>
                      <a:endParaRPr lang="en-US" altLang="x-none" sz="2400" dirty="0"/>
                    </a:p>
                  </a:txBody>
                  <a:tcPr marT="46038" marB="4603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3765" rtl="0" eaLnBrk="1" latinLnBrk="0" hangingPunct="1">
                        <a:buClr>
                          <a:schemeClr val="tx2"/>
                        </a:buClr>
                        <a:buSzPct val="85000"/>
                        <a:defRPr sz="2400" kern="1200">
                          <a:solidFill>
                            <a:schemeClr val="tx1"/>
                          </a:solidFill>
                          <a:latin typeface="Arial" panose="020B0604020202020204"/>
                          <a:ea typeface="宋体" panose="02010600030101010101" pitchFamily="2" charset="-122"/>
                        </a:defRPr>
                      </a:lvl2pPr>
                      <a:lvl3pPr marL="1143000" lvl="2" indent="-228600" algn="l" defTabSz="913765" rtl="0" eaLnBrk="1" latinLnBrk="0" hangingPunct="1">
                        <a:buClr>
                          <a:schemeClr val="hlink"/>
                        </a:buClr>
                        <a:defRPr sz="2000" kern="1200">
                          <a:solidFill>
                            <a:schemeClr val="tx1"/>
                          </a:solidFill>
                          <a:latin typeface="Arial" panose="020B0604020202020204"/>
                          <a:ea typeface="宋体" panose="02010600030101010101" pitchFamily="2" charset="-122"/>
                        </a:defRPr>
                      </a:lvl3pPr>
                      <a:lvl4pPr marL="1600200" lvl="3" indent="-228600" algn="l" defTabSz="913765" rtl="0" eaLnBrk="1" latinLnBrk="0" hangingPunct="1">
                        <a:buClr>
                          <a:schemeClr val="tx2"/>
                        </a:buClr>
                        <a:defRPr sz="1800" kern="1200">
                          <a:solidFill>
                            <a:schemeClr val="tx1"/>
                          </a:solidFill>
                          <a:latin typeface="Arial" panose="020B0604020202020204"/>
                          <a:ea typeface="宋体" panose="02010600030101010101" pitchFamily="2" charset="-122"/>
                        </a:defRPr>
                      </a:lvl4pPr>
                      <a:lvl5pPr marL="2057400" lvl="4" indent="-228600" algn="l" defTabSz="913765" rtl="0" eaLnBrk="1" latinLnBrk="0" hangingPunct="1">
                        <a:buClr>
                          <a:schemeClr val="hlink"/>
                        </a:buClr>
                        <a:buFont typeface="Wingdings 2" panose="05020102010507070707" pitchFamily="18" charset="2"/>
                        <a:defRPr sz="1800" kern="1200">
                          <a:solidFill>
                            <a:schemeClr val="tx1"/>
                          </a:solidFill>
                          <a:latin typeface="Arial" panose="020B0604020202020204"/>
                          <a:ea typeface="宋体" panose="02010600030101010101" pitchFamily="2" charset="-122"/>
                        </a:defRPr>
                      </a:lvl5pPr>
                      <a:lvl6pPr marL="2286000" algn="l" defTabSz="913765" rtl="0" eaLnBrk="1" latinLnBrk="0" hangingPunct="1">
                        <a:defRPr sz="1800" kern="1200">
                          <a:solidFill>
                            <a:schemeClr val="tx1"/>
                          </a:solidFill>
                          <a:latin typeface="Arial" panose="020B0604020202020204"/>
                          <a:ea typeface="宋体" panose="02010600030101010101" pitchFamily="2" charset="-122"/>
                        </a:defRPr>
                      </a:lvl6pPr>
                      <a:lvl7pPr marL="2743200" algn="l" defTabSz="913765" rtl="0" eaLnBrk="1" latinLnBrk="0" hangingPunct="1">
                        <a:defRPr sz="1800" kern="1200">
                          <a:solidFill>
                            <a:schemeClr val="tx1"/>
                          </a:solidFill>
                          <a:latin typeface="Arial" panose="020B0604020202020204"/>
                          <a:ea typeface="宋体" panose="02010600030101010101" pitchFamily="2" charset="-122"/>
                        </a:defRPr>
                      </a:lvl7pPr>
                      <a:lvl8pPr marL="3199765" algn="l" defTabSz="913765" rtl="0" eaLnBrk="1" latinLnBrk="0" hangingPunct="1">
                        <a:defRPr sz="1800" kern="1200">
                          <a:solidFill>
                            <a:schemeClr val="tx1"/>
                          </a:solidFill>
                          <a:latin typeface="Arial" panose="020B0604020202020204"/>
                          <a:ea typeface="宋体" panose="02010600030101010101" pitchFamily="2" charset="-122"/>
                        </a:defRPr>
                      </a:lvl8pPr>
                      <a:lvl9pPr marL="3656965" algn="l" defTabSz="913765" rtl="0" eaLnBrk="1" latinLnBrk="0" hangingPunct="1">
                        <a:defRPr sz="1800" kern="1200">
                          <a:solidFill>
                            <a:schemeClr val="tx1"/>
                          </a:solidFill>
                          <a:latin typeface="Arial" panose="020B0604020202020204"/>
                          <a:ea typeface="宋体" panose="02010600030101010101" pitchFamily="2" charset="-122"/>
                        </a:defRPr>
                      </a:lvl9pPr>
                    </a:lstStyle>
                    <a:p>
                      <a:pPr marL="0" lvl="0" indent="0">
                        <a:spcBef>
                          <a:spcPct val="0"/>
                        </a:spcBef>
                        <a:buNone/>
                      </a:pPr>
                      <a:r>
                        <a:rPr lang="en-US" altLang="x-none" sz="2400" dirty="0">
                          <a:latin typeface="Calibri" panose="020F0502020204030204" charset="0"/>
                        </a:rPr>
                        <a:t>1</a:t>
                      </a:r>
                      <a:endParaRPr lang="en-US" altLang="x-none" sz="2400" dirty="0"/>
                    </a:p>
                  </a:txBody>
                  <a:tcPr marT="46038" marB="4603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3765" rtl="0" eaLnBrk="1" latinLnBrk="0" hangingPunct="1">
                        <a:buClr>
                          <a:schemeClr val="tx2"/>
                        </a:buClr>
                        <a:buSzPct val="85000"/>
                        <a:defRPr sz="2400" kern="1200">
                          <a:solidFill>
                            <a:schemeClr val="tx1"/>
                          </a:solidFill>
                          <a:latin typeface="Arial" panose="020B0604020202020204"/>
                          <a:ea typeface="宋体" panose="02010600030101010101" pitchFamily="2" charset="-122"/>
                        </a:defRPr>
                      </a:lvl2pPr>
                      <a:lvl3pPr marL="1143000" lvl="2" indent="-228600" algn="l" defTabSz="913765" rtl="0" eaLnBrk="1" latinLnBrk="0" hangingPunct="1">
                        <a:buClr>
                          <a:schemeClr val="hlink"/>
                        </a:buClr>
                        <a:defRPr sz="2000" kern="1200">
                          <a:solidFill>
                            <a:schemeClr val="tx1"/>
                          </a:solidFill>
                          <a:latin typeface="Arial" panose="020B0604020202020204"/>
                          <a:ea typeface="宋体" panose="02010600030101010101" pitchFamily="2" charset="-122"/>
                        </a:defRPr>
                      </a:lvl3pPr>
                      <a:lvl4pPr marL="1600200" lvl="3" indent="-228600" algn="l" defTabSz="913765" rtl="0" eaLnBrk="1" latinLnBrk="0" hangingPunct="1">
                        <a:buClr>
                          <a:schemeClr val="tx2"/>
                        </a:buClr>
                        <a:defRPr sz="1800" kern="1200">
                          <a:solidFill>
                            <a:schemeClr val="tx1"/>
                          </a:solidFill>
                          <a:latin typeface="Arial" panose="020B0604020202020204"/>
                          <a:ea typeface="宋体" panose="02010600030101010101" pitchFamily="2" charset="-122"/>
                        </a:defRPr>
                      </a:lvl4pPr>
                      <a:lvl5pPr marL="2057400" lvl="4" indent="-228600" algn="l" defTabSz="913765" rtl="0" eaLnBrk="1" latinLnBrk="0" hangingPunct="1">
                        <a:buClr>
                          <a:schemeClr val="hlink"/>
                        </a:buClr>
                        <a:buFont typeface="Wingdings 2" panose="05020102010507070707" pitchFamily="18" charset="2"/>
                        <a:defRPr sz="1800" kern="1200">
                          <a:solidFill>
                            <a:schemeClr val="tx1"/>
                          </a:solidFill>
                          <a:latin typeface="Arial" panose="020B0604020202020204"/>
                          <a:ea typeface="宋体" panose="02010600030101010101" pitchFamily="2" charset="-122"/>
                        </a:defRPr>
                      </a:lvl5pPr>
                      <a:lvl6pPr marL="2286000" algn="l" defTabSz="913765" rtl="0" eaLnBrk="1" latinLnBrk="0" hangingPunct="1">
                        <a:defRPr sz="1800" kern="1200">
                          <a:solidFill>
                            <a:schemeClr val="tx1"/>
                          </a:solidFill>
                          <a:latin typeface="Arial" panose="020B0604020202020204"/>
                          <a:ea typeface="宋体" panose="02010600030101010101" pitchFamily="2" charset="-122"/>
                        </a:defRPr>
                      </a:lvl6pPr>
                      <a:lvl7pPr marL="2743200" algn="l" defTabSz="913765" rtl="0" eaLnBrk="1" latinLnBrk="0" hangingPunct="1">
                        <a:defRPr sz="1800" kern="1200">
                          <a:solidFill>
                            <a:schemeClr val="tx1"/>
                          </a:solidFill>
                          <a:latin typeface="Arial" panose="020B0604020202020204"/>
                          <a:ea typeface="宋体" panose="02010600030101010101" pitchFamily="2" charset="-122"/>
                        </a:defRPr>
                      </a:lvl7pPr>
                      <a:lvl8pPr marL="3199765" algn="l" defTabSz="913765" rtl="0" eaLnBrk="1" latinLnBrk="0" hangingPunct="1">
                        <a:defRPr sz="1800" kern="1200">
                          <a:solidFill>
                            <a:schemeClr val="tx1"/>
                          </a:solidFill>
                          <a:latin typeface="Arial" panose="020B0604020202020204"/>
                          <a:ea typeface="宋体" panose="02010600030101010101" pitchFamily="2" charset="-122"/>
                        </a:defRPr>
                      </a:lvl8pPr>
                      <a:lvl9pPr marL="3656965" algn="l" defTabSz="913765" rtl="0" eaLnBrk="1" latinLnBrk="0" hangingPunct="1">
                        <a:defRPr sz="1800" kern="1200">
                          <a:solidFill>
                            <a:schemeClr val="tx1"/>
                          </a:solidFill>
                          <a:latin typeface="Arial" panose="020B0604020202020204"/>
                          <a:ea typeface="宋体" panose="02010600030101010101" pitchFamily="2" charset="-122"/>
                        </a:defRPr>
                      </a:lvl9pPr>
                    </a:lstStyle>
                    <a:p>
                      <a:pPr marL="0" lvl="0" indent="0">
                        <a:spcBef>
                          <a:spcPct val="0"/>
                        </a:spcBef>
                        <a:buNone/>
                      </a:pPr>
                      <a:r>
                        <a:rPr lang="en-US" altLang="x-none" sz="2400" dirty="0">
                          <a:latin typeface="Calibri" panose="020F0502020204030204" charset="0"/>
                        </a:rPr>
                        <a:t>2</a:t>
                      </a:r>
                      <a:endParaRPr lang="en-US" altLang="x-none" sz="2400" dirty="0"/>
                    </a:p>
                  </a:txBody>
                  <a:tcPr marT="46038" marB="4603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3765" rtl="0" eaLnBrk="1" latinLnBrk="0" hangingPunct="1">
                        <a:buClr>
                          <a:schemeClr val="tx2"/>
                        </a:buClr>
                        <a:buSzPct val="85000"/>
                        <a:defRPr sz="2400" kern="1200">
                          <a:solidFill>
                            <a:schemeClr val="tx1"/>
                          </a:solidFill>
                          <a:latin typeface="Arial" panose="020B0604020202020204"/>
                          <a:ea typeface="宋体" panose="02010600030101010101" pitchFamily="2" charset="-122"/>
                        </a:defRPr>
                      </a:lvl2pPr>
                      <a:lvl3pPr marL="1143000" lvl="2" indent="-228600" algn="l" defTabSz="913765" rtl="0" eaLnBrk="1" latinLnBrk="0" hangingPunct="1">
                        <a:buClr>
                          <a:schemeClr val="hlink"/>
                        </a:buClr>
                        <a:defRPr sz="2000" kern="1200">
                          <a:solidFill>
                            <a:schemeClr val="tx1"/>
                          </a:solidFill>
                          <a:latin typeface="Arial" panose="020B0604020202020204"/>
                          <a:ea typeface="宋体" panose="02010600030101010101" pitchFamily="2" charset="-122"/>
                        </a:defRPr>
                      </a:lvl3pPr>
                      <a:lvl4pPr marL="1600200" lvl="3" indent="-228600" algn="l" defTabSz="913765" rtl="0" eaLnBrk="1" latinLnBrk="0" hangingPunct="1">
                        <a:buClr>
                          <a:schemeClr val="tx2"/>
                        </a:buClr>
                        <a:defRPr sz="1800" kern="1200">
                          <a:solidFill>
                            <a:schemeClr val="tx1"/>
                          </a:solidFill>
                          <a:latin typeface="Arial" panose="020B0604020202020204"/>
                          <a:ea typeface="宋体" panose="02010600030101010101" pitchFamily="2" charset="-122"/>
                        </a:defRPr>
                      </a:lvl4pPr>
                      <a:lvl5pPr marL="2057400" lvl="4" indent="-228600" algn="l" defTabSz="913765" rtl="0" eaLnBrk="1" latinLnBrk="0" hangingPunct="1">
                        <a:buClr>
                          <a:schemeClr val="hlink"/>
                        </a:buClr>
                        <a:buFont typeface="Wingdings 2" panose="05020102010507070707" pitchFamily="18" charset="2"/>
                        <a:defRPr sz="1800" kern="1200">
                          <a:solidFill>
                            <a:schemeClr val="tx1"/>
                          </a:solidFill>
                          <a:latin typeface="Arial" panose="020B0604020202020204"/>
                          <a:ea typeface="宋体" panose="02010600030101010101" pitchFamily="2" charset="-122"/>
                        </a:defRPr>
                      </a:lvl5pPr>
                      <a:lvl6pPr marL="2286000" algn="l" defTabSz="913765" rtl="0" eaLnBrk="1" latinLnBrk="0" hangingPunct="1">
                        <a:defRPr sz="1800" kern="1200">
                          <a:solidFill>
                            <a:schemeClr val="tx1"/>
                          </a:solidFill>
                          <a:latin typeface="Arial" panose="020B0604020202020204"/>
                          <a:ea typeface="宋体" panose="02010600030101010101" pitchFamily="2" charset="-122"/>
                        </a:defRPr>
                      </a:lvl6pPr>
                      <a:lvl7pPr marL="2743200" algn="l" defTabSz="913765" rtl="0" eaLnBrk="1" latinLnBrk="0" hangingPunct="1">
                        <a:defRPr sz="1800" kern="1200">
                          <a:solidFill>
                            <a:schemeClr val="tx1"/>
                          </a:solidFill>
                          <a:latin typeface="Arial" panose="020B0604020202020204"/>
                          <a:ea typeface="宋体" panose="02010600030101010101" pitchFamily="2" charset="-122"/>
                        </a:defRPr>
                      </a:lvl7pPr>
                      <a:lvl8pPr marL="3199765" algn="l" defTabSz="913765" rtl="0" eaLnBrk="1" latinLnBrk="0" hangingPunct="1">
                        <a:defRPr sz="1800" kern="1200">
                          <a:solidFill>
                            <a:schemeClr val="tx1"/>
                          </a:solidFill>
                          <a:latin typeface="Arial" panose="020B0604020202020204"/>
                          <a:ea typeface="宋体" panose="02010600030101010101" pitchFamily="2" charset="-122"/>
                        </a:defRPr>
                      </a:lvl8pPr>
                      <a:lvl9pPr marL="3656965" algn="l" defTabSz="913765" rtl="0" eaLnBrk="1" latinLnBrk="0" hangingPunct="1">
                        <a:defRPr sz="1800" kern="1200">
                          <a:solidFill>
                            <a:schemeClr val="tx1"/>
                          </a:solidFill>
                          <a:latin typeface="Arial" panose="020B0604020202020204"/>
                          <a:ea typeface="宋体" panose="02010600030101010101" pitchFamily="2" charset="-122"/>
                        </a:defRPr>
                      </a:lvl9pPr>
                    </a:lstStyle>
                    <a:p>
                      <a:pPr marL="0" lvl="0" indent="0">
                        <a:spcBef>
                          <a:spcPct val="0"/>
                        </a:spcBef>
                        <a:buNone/>
                      </a:pPr>
                      <a:r>
                        <a:rPr lang="en-US" altLang="x-none" sz="2400" dirty="0">
                          <a:latin typeface="Calibri" panose="020F0502020204030204" charset="0"/>
                        </a:rPr>
                        <a:t>3</a:t>
                      </a:r>
                      <a:endParaRPr lang="en-US" altLang="x-none" sz="2400" dirty="0"/>
                    </a:p>
                  </a:txBody>
                  <a:tcPr marT="46038" marB="4603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3765" rtl="0" eaLnBrk="1" latinLnBrk="0" hangingPunct="1">
                        <a:buClr>
                          <a:schemeClr val="tx2"/>
                        </a:buClr>
                        <a:buSzPct val="85000"/>
                        <a:defRPr sz="2400" kern="1200">
                          <a:solidFill>
                            <a:schemeClr val="tx1"/>
                          </a:solidFill>
                          <a:latin typeface="Arial" panose="020B0604020202020204"/>
                          <a:ea typeface="宋体" panose="02010600030101010101" pitchFamily="2" charset="-122"/>
                        </a:defRPr>
                      </a:lvl2pPr>
                      <a:lvl3pPr marL="1143000" lvl="2" indent="-228600" algn="l" defTabSz="913765" rtl="0" eaLnBrk="1" latinLnBrk="0" hangingPunct="1">
                        <a:buClr>
                          <a:schemeClr val="hlink"/>
                        </a:buClr>
                        <a:defRPr sz="2000" kern="1200">
                          <a:solidFill>
                            <a:schemeClr val="tx1"/>
                          </a:solidFill>
                          <a:latin typeface="Arial" panose="020B0604020202020204"/>
                          <a:ea typeface="宋体" panose="02010600030101010101" pitchFamily="2" charset="-122"/>
                        </a:defRPr>
                      </a:lvl3pPr>
                      <a:lvl4pPr marL="1600200" lvl="3" indent="-228600" algn="l" defTabSz="913765" rtl="0" eaLnBrk="1" latinLnBrk="0" hangingPunct="1">
                        <a:buClr>
                          <a:schemeClr val="tx2"/>
                        </a:buClr>
                        <a:defRPr sz="1800" kern="1200">
                          <a:solidFill>
                            <a:schemeClr val="tx1"/>
                          </a:solidFill>
                          <a:latin typeface="Arial" panose="020B0604020202020204"/>
                          <a:ea typeface="宋体" panose="02010600030101010101" pitchFamily="2" charset="-122"/>
                        </a:defRPr>
                      </a:lvl4pPr>
                      <a:lvl5pPr marL="2057400" lvl="4" indent="-228600" algn="l" defTabSz="913765" rtl="0" eaLnBrk="1" latinLnBrk="0" hangingPunct="1">
                        <a:buClr>
                          <a:schemeClr val="hlink"/>
                        </a:buClr>
                        <a:buFont typeface="Wingdings 2" panose="05020102010507070707" pitchFamily="18" charset="2"/>
                        <a:defRPr sz="1800" kern="1200">
                          <a:solidFill>
                            <a:schemeClr val="tx1"/>
                          </a:solidFill>
                          <a:latin typeface="Arial" panose="020B0604020202020204"/>
                          <a:ea typeface="宋体" panose="02010600030101010101" pitchFamily="2" charset="-122"/>
                        </a:defRPr>
                      </a:lvl5pPr>
                      <a:lvl6pPr marL="2286000" algn="l" defTabSz="913765" rtl="0" eaLnBrk="1" latinLnBrk="0" hangingPunct="1">
                        <a:defRPr sz="1800" kern="1200">
                          <a:solidFill>
                            <a:schemeClr val="tx1"/>
                          </a:solidFill>
                          <a:latin typeface="Arial" panose="020B0604020202020204"/>
                          <a:ea typeface="宋体" panose="02010600030101010101" pitchFamily="2" charset="-122"/>
                        </a:defRPr>
                      </a:lvl6pPr>
                      <a:lvl7pPr marL="2743200" algn="l" defTabSz="913765" rtl="0" eaLnBrk="1" latinLnBrk="0" hangingPunct="1">
                        <a:defRPr sz="1800" kern="1200">
                          <a:solidFill>
                            <a:schemeClr val="tx1"/>
                          </a:solidFill>
                          <a:latin typeface="Arial" panose="020B0604020202020204"/>
                          <a:ea typeface="宋体" panose="02010600030101010101" pitchFamily="2" charset="-122"/>
                        </a:defRPr>
                      </a:lvl7pPr>
                      <a:lvl8pPr marL="3199765" algn="l" defTabSz="913765" rtl="0" eaLnBrk="1" latinLnBrk="0" hangingPunct="1">
                        <a:defRPr sz="1800" kern="1200">
                          <a:solidFill>
                            <a:schemeClr val="tx1"/>
                          </a:solidFill>
                          <a:latin typeface="Arial" panose="020B0604020202020204"/>
                          <a:ea typeface="宋体" panose="02010600030101010101" pitchFamily="2" charset="-122"/>
                        </a:defRPr>
                      </a:lvl8pPr>
                      <a:lvl9pPr marL="3656965" algn="l" defTabSz="913765" rtl="0" eaLnBrk="1" latinLnBrk="0" hangingPunct="1">
                        <a:defRPr sz="1800" kern="1200">
                          <a:solidFill>
                            <a:schemeClr val="tx1"/>
                          </a:solidFill>
                          <a:latin typeface="Arial" panose="020B0604020202020204"/>
                          <a:ea typeface="宋体" panose="02010600030101010101" pitchFamily="2" charset="-122"/>
                        </a:defRPr>
                      </a:lvl9pPr>
                    </a:lstStyle>
                    <a:p>
                      <a:pPr marL="0" lvl="0" indent="0">
                        <a:spcBef>
                          <a:spcPct val="0"/>
                        </a:spcBef>
                        <a:buNone/>
                      </a:pPr>
                      <a:r>
                        <a:rPr lang="en-US" altLang="x-none" sz="2400" dirty="0">
                          <a:latin typeface="Calibri" panose="020F0502020204030204" charset="0"/>
                        </a:rPr>
                        <a:t>4</a:t>
                      </a:r>
                      <a:endParaRPr lang="en-US" altLang="x-none" sz="2400" dirty="0"/>
                    </a:p>
                  </a:txBody>
                  <a:tcPr marT="46038" marB="4603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3765" rtl="0" eaLnBrk="1" latinLnBrk="0" hangingPunct="1">
                        <a:buClr>
                          <a:schemeClr val="tx2"/>
                        </a:buClr>
                        <a:buSzPct val="85000"/>
                        <a:defRPr sz="2400" kern="1200">
                          <a:solidFill>
                            <a:schemeClr val="tx1"/>
                          </a:solidFill>
                          <a:latin typeface="Arial" panose="020B0604020202020204"/>
                          <a:ea typeface="宋体" panose="02010600030101010101" pitchFamily="2" charset="-122"/>
                        </a:defRPr>
                      </a:lvl2pPr>
                      <a:lvl3pPr marL="1143000" lvl="2" indent="-228600" algn="l" defTabSz="913765" rtl="0" eaLnBrk="1" latinLnBrk="0" hangingPunct="1">
                        <a:buClr>
                          <a:schemeClr val="hlink"/>
                        </a:buClr>
                        <a:defRPr sz="2000" kern="1200">
                          <a:solidFill>
                            <a:schemeClr val="tx1"/>
                          </a:solidFill>
                          <a:latin typeface="Arial" panose="020B0604020202020204"/>
                          <a:ea typeface="宋体" panose="02010600030101010101" pitchFamily="2" charset="-122"/>
                        </a:defRPr>
                      </a:lvl3pPr>
                      <a:lvl4pPr marL="1600200" lvl="3" indent="-228600" algn="l" defTabSz="913765" rtl="0" eaLnBrk="1" latinLnBrk="0" hangingPunct="1">
                        <a:buClr>
                          <a:schemeClr val="tx2"/>
                        </a:buClr>
                        <a:defRPr sz="1800" kern="1200">
                          <a:solidFill>
                            <a:schemeClr val="tx1"/>
                          </a:solidFill>
                          <a:latin typeface="Arial" panose="020B0604020202020204"/>
                          <a:ea typeface="宋体" panose="02010600030101010101" pitchFamily="2" charset="-122"/>
                        </a:defRPr>
                      </a:lvl4pPr>
                      <a:lvl5pPr marL="2057400" lvl="4" indent="-228600" algn="l" defTabSz="913765" rtl="0" eaLnBrk="1" latinLnBrk="0" hangingPunct="1">
                        <a:buClr>
                          <a:schemeClr val="hlink"/>
                        </a:buClr>
                        <a:buFont typeface="Wingdings 2" panose="05020102010507070707" pitchFamily="18" charset="2"/>
                        <a:defRPr sz="1800" kern="1200">
                          <a:solidFill>
                            <a:schemeClr val="tx1"/>
                          </a:solidFill>
                          <a:latin typeface="Arial" panose="020B0604020202020204"/>
                          <a:ea typeface="宋体" panose="02010600030101010101" pitchFamily="2" charset="-122"/>
                        </a:defRPr>
                      </a:lvl5pPr>
                      <a:lvl6pPr marL="2286000" algn="l" defTabSz="913765" rtl="0" eaLnBrk="1" latinLnBrk="0" hangingPunct="1">
                        <a:defRPr sz="1800" kern="1200">
                          <a:solidFill>
                            <a:schemeClr val="tx1"/>
                          </a:solidFill>
                          <a:latin typeface="Arial" panose="020B0604020202020204"/>
                          <a:ea typeface="宋体" panose="02010600030101010101" pitchFamily="2" charset="-122"/>
                        </a:defRPr>
                      </a:lvl6pPr>
                      <a:lvl7pPr marL="2743200" algn="l" defTabSz="913765" rtl="0" eaLnBrk="1" latinLnBrk="0" hangingPunct="1">
                        <a:defRPr sz="1800" kern="1200">
                          <a:solidFill>
                            <a:schemeClr val="tx1"/>
                          </a:solidFill>
                          <a:latin typeface="Arial" panose="020B0604020202020204"/>
                          <a:ea typeface="宋体" panose="02010600030101010101" pitchFamily="2" charset="-122"/>
                        </a:defRPr>
                      </a:lvl7pPr>
                      <a:lvl8pPr marL="3199765" algn="l" defTabSz="913765" rtl="0" eaLnBrk="1" latinLnBrk="0" hangingPunct="1">
                        <a:defRPr sz="1800" kern="1200">
                          <a:solidFill>
                            <a:schemeClr val="tx1"/>
                          </a:solidFill>
                          <a:latin typeface="Arial" panose="020B0604020202020204"/>
                          <a:ea typeface="宋体" panose="02010600030101010101" pitchFamily="2" charset="-122"/>
                        </a:defRPr>
                      </a:lvl8pPr>
                      <a:lvl9pPr marL="3656965" algn="l" defTabSz="913765" rtl="0" eaLnBrk="1" latinLnBrk="0" hangingPunct="1">
                        <a:defRPr sz="1800" kern="1200">
                          <a:solidFill>
                            <a:schemeClr val="tx1"/>
                          </a:solidFill>
                          <a:latin typeface="Arial" panose="020B0604020202020204"/>
                          <a:ea typeface="宋体" panose="02010600030101010101" pitchFamily="2" charset="-122"/>
                        </a:defRPr>
                      </a:lvl9pPr>
                    </a:lstStyle>
                    <a:p>
                      <a:pPr marL="0" lvl="0" indent="0">
                        <a:spcBef>
                          <a:spcPct val="0"/>
                        </a:spcBef>
                        <a:buNone/>
                      </a:pPr>
                      <a:r>
                        <a:rPr lang="en-US" altLang="x-none" sz="2400" dirty="0" smtClean="0">
                          <a:latin typeface="Calibri" panose="020F0502020204030204" charset="0"/>
                        </a:rPr>
                        <a:t>5</a:t>
                      </a:r>
                      <a:endParaRPr lang="en-US" altLang="x-none" sz="2400" dirty="0"/>
                    </a:p>
                  </a:txBody>
                  <a:tcPr marT="46038" marB="4603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bl>
          </a:graphicData>
        </a:graphic>
      </p:graphicFrame>
      <p:graphicFrame>
        <p:nvGraphicFramePr>
          <p:cNvPr id="11" name="内容占位符 14353"/>
          <p:cNvGraphicFramePr/>
          <p:nvPr>
            <p:extLst>
              <p:ext uri="{D42A27DB-BD31-4B8C-83A1-F6EECF244321}">
                <p14:modId xmlns:p14="http://schemas.microsoft.com/office/powerpoint/2010/main" val="1677266700"/>
              </p:ext>
            </p:extLst>
          </p:nvPr>
        </p:nvGraphicFramePr>
        <p:xfrm>
          <a:off x="539552" y="4427632"/>
          <a:ext cx="1437115" cy="457836"/>
        </p:xfrm>
        <a:graphic>
          <a:graphicData uri="http://schemas.openxmlformats.org/drawingml/2006/table">
            <a:tbl>
              <a:tblPr/>
              <a:tblGrid>
                <a:gridCol w="1437115">
                  <a:extLst>
                    <a:ext uri="{9D8B030D-6E8A-4147-A177-3AD203B41FA5}">
                      <a16:colId xmlns="" xmlns:a16="http://schemas.microsoft.com/office/drawing/2014/main" val="20000"/>
                    </a:ext>
                  </a:extLst>
                </a:gridCol>
              </a:tblGrid>
              <a:tr h="378296">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3765" rtl="0" eaLnBrk="1" latinLnBrk="0" hangingPunct="1">
                        <a:buClr>
                          <a:schemeClr val="tx2"/>
                        </a:buClr>
                        <a:buSzPct val="85000"/>
                        <a:defRPr sz="2400" kern="1200">
                          <a:solidFill>
                            <a:schemeClr val="tx1"/>
                          </a:solidFill>
                          <a:latin typeface="Arial" panose="020B0604020202020204"/>
                          <a:ea typeface="宋体" panose="02010600030101010101" pitchFamily="2" charset="-122"/>
                        </a:defRPr>
                      </a:lvl2pPr>
                      <a:lvl3pPr marL="1143000" lvl="2" indent="-228600" algn="l" defTabSz="913765" rtl="0" eaLnBrk="1" latinLnBrk="0" hangingPunct="1">
                        <a:buClr>
                          <a:schemeClr val="hlink"/>
                        </a:buClr>
                        <a:defRPr sz="2000" kern="1200">
                          <a:solidFill>
                            <a:schemeClr val="tx1"/>
                          </a:solidFill>
                          <a:latin typeface="Arial" panose="020B0604020202020204"/>
                          <a:ea typeface="宋体" panose="02010600030101010101" pitchFamily="2" charset="-122"/>
                        </a:defRPr>
                      </a:lvl3pPr>
                      <a:lvl4pPr marL="1600200" lvl="3" indent="-228600" algn="l" defTabSz="913765" rtl="0" eaLnBrk="1" latinLnBrk="0" hangingPunct="1">
                        <a:buClr>
                          <a:schemeClr val="tx2"/>
                        </a:buClr>
                        <a:defRPr sz="1800" kern="1200">
                          <a:solidFill>
                            <a:schemeClr val="tx1"/>
                          </a:solidFill>
                          <a:latin typeface="Arial" panose="020B0604020202020204"/>
                          <a:ea typeface="宋体" panose="02010600030101010101" pitchFamily="2" charset="-122"/>
                        </a:defRPr>
                      </a:lvl4pPr>
                      <a:lvl5pPr marL="2057400" lvl="4" indent="-228600" algn="l" defTabSz="913765" rtl="0" eaLnBrk="1" latinLnBrk="0" hangingPunct="1">
                        <a:buClr>
                          <a:schemeClr val="hlink"/>
                        </a:buClr>
                        <a:buFont typeface="Wingdings 2" panose="05020102010507070707" pitchFamily="18" charset="2"/>
                        <a:defRPr sz="1800" kern="1200">
                          <a:solidFill>
                            <a:schemeClr val="tx1"/>
                          </a:solidFill>
                          <a:latin typeface="Arial" panose="020B0604020202020204"/>
                          <a:ea typeface="宋体" panose="02010600030101010101" pitchFamily="2" charset="-122"/>
                        </a:defRPr>
                      </a:lvl5pPr>
                      <a:lvl6pPr marL="2286000" algn="l" defTabSz="913765" rtl="0" eaLnBrk="1" latinLnBrk="0" hangingPunct="1">
                        <a:defRPr sz="1800" kern="1200">
                          <a:solidFill>
                            <a:schemeClr val="tx1"/>
                          </a:solidFill>
                          <a:latin typeface="Arial" panose="020B0604020202020204"/>
                          <a:ea typeface="宋体" panose="02010600030101010101" pitchFamily="2" charset="-122"/>
                        </a:defRPr>
                      </a:lvl6pPr>
                      <a:lvl7pPr marL="2743200" algn="l" defTabSz="913765" rtl="0" eaLnBrk="1" latinLnBrk="0" hangingPunct="1">
                        <a:defRPr sz="1800" kern="1200">
                          <a:solidFill>
                            <a:schemeClr val="tx1"/>
                          </a:solidFill>
                          <a:latin typeface="Arial" panose="020B0604020202020204"/>
                          <a:ea typeface="宋体" panose="02010600030101010101" pitchFamily="2" charset="-122"/>
                        </a:defRPr>
                      </a:lvl7pPr>
                      <a:lvl8pPr marL="3199765" algn="l" defTabSz="913765" rtl="0" eaLnBrk="1" latinLnBrk="0" hangingPunct="1">
                        <a:defRPr sz="1800" kern="1200">
                          <a:solidFill>
                            <a:schemeClr val="tx1"/>
                          </a:solidFill>
                          <a:latin typeface="Arial" panose="020B0604020202020204"/>
                          <a:ea typeface="宋体" panose="02010600030101010101" pitchFamily="2" charset="-122"/>
                        </a:defRPr>
                      </a:lvl8pPr>
                      <a:lvl9pPr marL="3656965" algn="l" defTabSz="913765" rtl="0" eaLnBrk="1" latinLnBrk="0" hangingPunct="1">
                        <a:defRPr sz="1800" kern="1200">
                          <a:solidFill>
                            <a:schemeClr val="tx1"/>
                          </a:solidFill>
                          <a:latin typeface="Arial" panose="020B0604020202020204"/>
                          <a:ea typeface="宋体" panose="02010600030101010101" pitchFamily="2" charset="-122"/>
                        </a:defRPr>
                      </a:lvl9pPr>
                    </a:lstStyle>
                    <a:p>
                      <a:pPr marL="0" lvl="0" indent="0" algn="ctr">
                        <a:spcBef>
                          <a:spcPct val="0"/>
                        </a:spcBef>
                        <a:buNone/>
                      </a:pPr>
                      <a:r>
                        <a:rPr lang="zh-CN" altLang="en-US" sz="2400" dirty="0" smtClean="0"/>
                        <a:t>变量值</a:t>
                      </a:r>
                      <a:endParaRPr lang="en-US" altLang="x-none" sz="2400" dirty="0"/>
                    </a:p>
                  </a:txBody>
                  <a:tcPr marT="46038" marB="4603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bl>
          </a:graphicData>
        </a:graphic>
      </p:graphicFrame>
      <p:graphicFrame>
        <p:nvGraphicFramePr>
          <p:cNvPr id="12" name="内容占位符 14353"/>
          <p:cNvGraphicFramePr/>
          <p:nvPr>
            <p:extLst>
              <p:ext uri="{D42A27DB-BD31-4B8C-83A1-F6EECF244321}">
                <p14:modId xmlns:p14="http://schemas.microsoft.com/office/powerpoint/2010/main" val="3719671583"/>
              </p:ext>
            </p:extLst>
          </p:nvPr>
        </p:nvGraphicFramePr>
        <p:xfrm>
          <a:off x="539552" y="3949364"/>
          <a:ext cx="1437115" cy="457836"/>
        </p:xfrm>
        <a:graphic>
          <a:graphicData uri="http://schemas.openxmlformats.org/drawingml/2006/table">
            <a:tbl>
              <a:tblPr/>
              <a:tblGrid>
                <a:gridCol w="1437115">
                  <a:extLst>
                    <a:ext uri="{9D8B030D-6E8A-4147-A177-3AD203B41FA5}">
                      <a16:colId xmlns="" xmlns:a16="http://schemas.microsoft.com/office/drawing/2014/main" val="20000"/>
                    </a:ext>
                  </a:extLst>
                </a:gridCol>
              </a:tblGrid>
              <a:tr h="409904">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3765" rtl="0" eaLnBrk="1" latinLnBrk="0" hangingPunct="1">
                        <a:buClr>
                          <a:schemeClr val="tx2"/>
                        </a:buClr>
                        <a:buSzPct val="85000"/>
                        <a:defRPr sz="2400" kern="1200">
                          <a:solidFill>
                            <a:schemeClr val="tx1"/>
                          </a:solidFill>
                          <a:latin typeface="Arial" panose="020B0604020202020204"/>
                          <a:ea typeface="宋体" panose="02010600030101010101" pitchFamily="2" charset="-122"/>
                        </a:defRPr>
                      </a:lvl2pPr>
                      <a:lvl3pPr marL="1143000" lvl="2" indent="-228600" algn="l" defTabSz="913765" rtl="0" eaLnBrk="1" latinLnBrk="0" hangingPunct="1">
                        <a:buClr>
                          <a:schemeClr val="hlink"/>
                        </a:buClr>
                        <a:defRPr sz="2000" kern="1200">
                          <a:solidFill>
                            <a:schemeClr val="tx1"/>
                          </a:solidFill>
                          <a:latin typeface="Arial" panose="020B0604020202020204"/>
                          <a:ea typeface="宋体" panose="02010600030101010101" pitchFamily="2" charset="-122"/>
                        </a:defRPr>
                      </a:lvl3pPr>
                      <a:lvl4pPr marL="1600200" lvl="3" indent="-228600" algn="l" defTabSz="913765" rtl="0" eaLnBrk="1" latinLnBrk="0" hangingPunct="1">
                        <a:buClr>
                          <a:schemeClr val="tx2"/>
                        </a:buClr>
                        <a:defRPr sz="1800" kern="1200">
                          <a:solidFill>
                            <a:schemeClr val="tx1"/>
                          </a:solidFill>
                          <a:latin typeface="Arial" panose="020B0604020202020204"/>
                          <a:ea typeface="宋体" panose="02010600030101010101" pitchFamily="2" charset="-122"/>
                        </a:defRPr>
                      </a:lvl4pPr>
                      <a:lvl5pPr marL="2057400" lvl="4" indent="-228600" algn="l" defTabSz="913765" rtl="0" eaLnBrk="1" latinLnBrk="0" hangingPunct="1">
                        <a:buClr>
                          <a:schemeClr val="hlink"/>
                        </a:buClr>
                        <a:buFont typeface="Wingdings 2" panose="05020102010507070707" pitchFamily="18" charset="2"/>
                        <a:defRPr sz="1800" kern="1200">
                          <a:solidFill>
                            <a:schemeClr val="tx1"/>
                          </a:solidFill>
                          <a:latin typeface="Arial" panose="020B0604020202020204"/>
                          <a:ea typeface="宋体" panose="02010600030101010101" pitchFamily="2" charset="-122"/>
                        </a:defRPr>
                      </a:lvl5pPr>
                      <a:lvl6pPr marL="2286000" algn="l" defTabSz="913765" rtl="0" eaLnBrk="1" latinLnBrk="0" hangingPunct="1">
                        <a:defRPr sz="1800" kern="1200">
                          <a:solidFill>
                            <a:schemeClr val="tx1"/>
                          </a:solidFill>
                          <a:latin typeface="Arial" panose="020B0604020202020204"/>
                          <a:ea typeface="宋体" panose="02010600030101010101" pitchFamily="2" charset="-122"/>
                        </a:defRPr>
                      </a:lvl6pPr>
                      <a:lvl7pPr marL="2743200" algn="l" defTabSz="913765" rtl="0" eaLnBrk="1" latinLnBrk="0" hangingPunct="1">
                        <a:defRPr sz="1800" kern="1200">
                          <a:solidFill>
                            <a:schemeClr val="tx1"/>
                          </a:solidFill>
                          <a:latin typeface="Arial" panose="020B0604020202020204"/>
                          <a:ea typeface="宋体" panose="02010600030101010101" pitchFamily="2" charset="-122"/>
                        </a:defRPr>
                      </a:lvl7pPr>
                      <a:lvl8pPr marL="3199765" algn="l" defTabSz="913765" rtl="0" eaLnBrk="1" latinLnBrk="0" hangingPunct="1">
                        <a:defRPr sz="1800" kern="1200">
                          <a:solidFill>
                            <a:schemeClr val="tx1"/>
                          </a:solidFill>
                          <a:latin typeface="Arial" panose="020B0604020202020204"/>
                          <a:ea typeface="宋体" panose="02010600030101010101" pitchFamily="2" charset="-122"/>
                        </a:defRPr>
                      </a:lvl8pPr>
                      <a:lvl9pPr marL="3656965" algn="l" defTabSz="913765" rtl="0" eaLnBrk="1" latinLnBrk="0" hangingPunct="1">
                        <a:defRPr sz="1800" kern="1200">
                          <a:solidFill>
                            <a:schemeClr val="tx1"/>
                          </a:solidFill>
                          <a:latin typeface="Arial" panose="020B0604020202020204"/>
                          <a:ea typeface="宋体" panose="02010600030101010101" pitchFamily="2" charset="-122"/>
                        </a:defRPr>
                      </a:lvl9pPr>
                    </a:lstStyle>
                    <a:p>
                      <a:pPr marL="0" lvl="0" indent="0" algn="ctr">
                        <a:spcBef>
                          <a:spcPct val="0"/>
                        </a:spcBef>
                        <a:buNone/>
                      </a:pPr>
                      <a:r>
                        <a:rPr lang="zh-CN" altLang="en-US" sz="2400" dirty="0" smtClean="0"/>
                        <a:t>变量</a:t>
                      </a:r>
                      <a:endParaRPr lang="en-US" altLang="x-none" sz="2400" dirty="0"/>
                    </a:p>
                  </a:txBody>
                  <a:tcPr marT="46038" marB="4603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bl>
          </a:graphicData>
        </a:graphic>
      </p:graphicFrame>
      <p:graphicFrame>
        <p:nvGraphicFramePr>
          <p:cNvPr id="13" name="内容占位符 14353"/>
          <p:cNvGraphicFramePr/>
          <p:nvPr>
            <p:extLst>
              <p:ext uri="{D42A27DB-BD31-4B8C-83A1-F6EECF244321}">
                <p14:modId xmlns:p14="http://schemas.microsoft.com/office/powerpoint/2010/main" val="1448293158"/>
              </p:ext>
            </p:extLst>
          </p:nvPr>
        </p:nvGraphicFramePr>
        <p:xfrm>
          <a:off x="539552" y="3507854"/>
          <a:ext cx="1440160" cy="457836"/>
        </p:xfrm>
        <a:graphic>
          <a:graphicData uri="http://schemas.openxmlformats.org/drawingml/2006/table">
            <a:tbl>
              <a:tblPr/>
              <a:tblGrid>
                <a:gridCol w="1440160">
                  <a:extLst>
                    <a:ext uri="{9D8B030D-6E8A-4147-A177-3AD203B41FA5}">
                      <a16:colId xmlns="" xmlns:a16="http://schemas.microsoft.com/office/drawing/2014/main" val="20000"/>
                    </a:ext>
                  </a:extLst>
                </a:gridCol>
              </a:tblGrid>
              <a:tr h="409904">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3765" rtl="0" eaLnBrk="1" latinLnBrk="0" hangingPunct="1">
                        <a:buClr>
                          <a:schemeClr val="tx2"/>
                        </a:buClr>
                        <a:buSzPct val="85000"/>
                        <a:defRPr sz="2400" kern="1200">
                          <a:solidFill>
                            <a:schemeClr val="tx1"/>
                          </a:solidFill>
                          <a:latin typeface="Arial" panose="020B0604020202020204"/>
                          <a:ea typeface="宋体" panose="02010600030101010101" pitchFamily="2" charset="-122"/>
                        </a:defRPr>
                      </a:lvl2pPr>
                      <a:lvl3pPr marL="1143000" lvl="2" indent="-228600" algn="l" defTabSz="913765" rtl="0" eaLnBrk="1" latinLnBrk="0" hangingPunct="1">
                        <a:buClr>
                          <a:schemeClr val="hlink"/>
                        </a:buClr>
                        <a:defRPr sz="2000" kern="1200">
                          <a:solidFill>
                            <a:schemeClr val="tx1"/>
                          </a:solidFill>
                          <a:latin typeface="Arial" panose="020B0604020202020204"/>
                          <a:ea typeface="宋体" panose="02010600030101010101" pitchFamily="2" charset="-122"/>
                        </a:defRPr>
                      </a:lvl3pPr>
                      <a:lvl4pPr marL="1600200" lvl="3" indent="-228600" algn="l" defTabSz="913765" rtl="0" eaLnBrk="1" latinLnBrk="0" hangingPunct="1">
                        <a:buClr>
                          <a:schemeClr val="tx2"/>
                        </a:buClr>
                        <a:defRPr sz="1800" kern="1200">
                          <a:solidFill>
                            <a:schemeClr val="tx1"/>
                          </a:solidFill>
                          <a:latin typeface="Arial" panose="020B0604020202020204"/>
                          <a:ea typeface="宋体" panose="02010600030101010101" pitchFamily="2" charset="-122"/>
                        </a:defRPr>
                      </a:lvl4pPr>
                      <a:lvl5pPr marL="2057400" lvl="4" indent="-228600" algn="l" defTabSz="913765" rtl="0" eaLnBrk="1" latinLnBrk="0" hangingPunct="1">
                        <a:buClr>
                          <a:schemeClr val="hlink"/>
                        </a:buClr>
                        <a:buFont typeface="Wingdings 2" panose="05020102010507070707" pitchFamily="18" charset="2"/>
                        <a:defRPr sz="1800" kern="1200">
                          <a:solidFill>
                            <a:schemeClr val="tx1"/>
                          </a:solidFill>
                          <a:latin typeface="Arial" panose="020B0604020202020204"/>
                          <a:ea typeface="宋体" panose="02010600030101010101" pitchFamily="2" charset="-122"/>
                        </a:defRPr>
                      </a:lvl5pPr>
                      <a:lvl6pPr marL="2286000" algn="l" defTabSz="913765" rtl="0" eaLnBrk="1" latinLnBrk="0" hangingPunct="1">
                        <a:defRPr sz="1800" kern="1200">
                          <a:solidFill>
                            <a:schemeClr val="tx1"/>
                          </a:solidFill>
                          <a:latin typeface="Arial" panose="020B0604020202020204"/>
                          <a:ea typeface="宋体" panose="02010600030101010101" pitchFamily="2" charset="-122"/>
                        </a:defRPr>
                      </a:lvl6pPr>
                      <a:lvl7pPr marL="2743200" algn="l" defTabSz="913765" rtl="0" eaLnBrk="1" latinLnBrk="0" hangingPunct="1">
                        <a:defRPr sz="1800" kern="1200">
                          <a:solidFill>
                            <a:schemeClr val="tx1"/>
                          </a:solidFill>
                          <a:latin typeface="Arial" panose="020B0604020202020204"/>
                          <a:ea typeface="宋体" panose="02010600030101010101" pitchFamily="2" charset="-122"/>
                        </a:defRPr>
                      </a:lvl7pPr>
                      <a:lvl8pPr marL="3199765" algn="l" defTabSz="913765" rtl="0" eaLnBrk="1" latinLnBrk="0" hangingPunct="1">
                        <a:defRPr sz="1800" kern="1200">
                          <a:solidFill>
                            <a:schemeClr val="tx1"/>
                          </a:solidFill>
                          <a:latin typeface="Arial" panose="020B0604020202020204"/>
                          <a:ea typeface="宋体" panose="02010600030101010101" pitchFamily="2" charset="-122"/>
                        </a:defRPr>
                      </a:lvl8pPr>
                      <a:lvl9pPr marL="3656965" algn="l" defTabSz="913765" rtl="0" eaLnBrk="1" latinLnBrk="0" hangingPunct="1">
                        <a:defRPr sz="1800" kern="1200">
                          <a:solidFill>
                            <a:schemeClr val="tx1"/>
                          </a:solidFill>
                          <a:latin typeface="Arial" panose="020B0604020202020204"/>
                          <a:ea typeface="宋体" panose="02010600030101010101" pitchFamily="2" charset="-122"/>
                        </a:defRPr>
                      </a:lvl9pPr>
                    </a:lstStyle>
                    <a:p>
                      <a:pPr marL="0" lvl="0" indent="0" algn="ctr">
                        <a:spcBef>
                          <a:spcPct val="0"/>
                        </a:spcBef>
                        <a:buNone/>
                      </a:pPr>
                      <a:r>
                        <a:rPr lang="zh-CN" altLang="en-US" sz="2400" dirty="0" smtClean="0"/>
                        <a:t>下标</a:t>
                      </a:r>
                      <a:endParaRPr lang="en-US" altLang="x-none" sz="2400" dirty="0"/>
                    </a:p>
                  </a:txBody>
                  <a:tcPr marT="46038" marB="4603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bl>
          </a:graphicData>
        </a:graphic>
      </p:graphicFrame>
      <p:pic>
        <p:nvPicPr>
          <p:cNvPr id="14" name="Picture 1" descr="C:\Users\Lenovo\AppData\Roaming\Tencent\Users\646680306\QQ\WinTemp\RichOle\WAXG6J$[P9@AUJ_XP605Y8K.png"/>
          <p:cNvPicPr>
            <a:picLocks noChangeAspect="1" noChangeArrowheads="1"/>
          </p:cNvPicPr>
          <p:nvPr/>
        </p:nvPicPr>
        <p:blipFill>
          <a:blip r:embed="rId5"/>
          <a:srcRect/>
          <a:stretch>
            <a:fillRect/>
          </a:stretch>
        </p:blipFill>
        <p:spPr bwMode="auto">
          <a:xfrm>
            <a:off x="3779912" y="3363838"/>
            <a:ext cx="4643438" cy="1621200"/>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2"/>
                                        </p:tgtEl>
                                        <p:attrNameLst>
                                          <p:attrName>style.visibility</p:attrName>
                                        </p:attrNameLst>
                                      </p:cBhvr>
                                      <p:to>
                                        <p:strVal val="visible"/>
                                      </p:to>
                                    </p:set>
                                    <p:anim calcmode="discrete" valueType="clr">
                                      <p:cBhvr override="childStyle">
                                        <p:cTn id="7" dur="80"/>
                                        <p:tgtEl>
                                          <p:spTgt spid="2"/>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
                                        </p:tgtEl>
                                        <p:attrNameLst>
                                          <p:attrName>fillcolor</p:attrName>
                                        </p:attrNameLst>
                                      </p:cBhvr>
                                      <p:tavLst>
                                        <p:tav tm="0">
                                          <p:val>
                                            <p:clrVal>
                                              <a:schemeClr val="accent2"/>
                                            </p:clrVal>
                                          </p:val>
                                        </p:tav>
                                        <p:tav tm="50000">
                                          <p:val>
                                            <p:clrVal>
                                              <a:schemeClr val="hlink"/>
                                            </p:clrVal>
                                          </p:val>
                                        </p:tav>
                                      </p:tavLst>
                                    </p:anim>
                                    <p:set>
                                      <p:cBhvr>
                                        <p:cTn id="9" dur="80"/>
                                        <p:tgtEl>
                                          <p:spTgt spid="2"/>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4" presetClass="entr" presetSubtype="0"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anim to="" calcmode="lin" valueType="num">
                                      <p:cBhvr>
                                        <p:cTn id="14" dur="1" fill="hold"/>
                                        <p:tgtEl>
                                          <p:spTgt spid="8"/>
                                        </p:tgtEl>
                                      </p:cBhvr>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04835" y="4641215"/>
            <a:ext cx="965200" cy="50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文本框 1"/>
          <p:cNvSpPr txBox="1"/>
          <p:nvPr/>
        </p:nvSpPr>
        <p:spPr>
          <a:xfrm>
            <a:off x="466090" y="532398"/>
            <a:ext cx="8194675" cy="4108817"/>
          </a:xfrm>
          <a:prstGeom prst="rect">
            <a:avLst/>
          </a:prstGeom>
          <a:noFill/>
        </p:spPr>
        <p:txBody>
          <a:bodyPr wrap="square" rtlCol="0" anchor="t">
            <a:spAutoFit/>
          </a:bodyPr>
          <a:lstStyle/>
          <a:p>
            <a:pPr lvl="0" indent="0">
              <a:lnSpc>
                <a:spcPct val="150000"/>
              </a:lnSpc>
              <a:spcBef>
                <a:spcPct val="20000"/>
              </a:spcBef>
              <a:buClr>
                <a:srgbClr val="0066CC"/>
              </a:buClr>
              <a:buFont typeface="Wingdings" panose="05000000000000000000" pitchFamily="2" charset="2"/>
              <a:buNone/>
            </a:pPr>
            <a:r>
              <a:rPr lang="zh-CN" altLang="en-US" b="1" dirty="0">
                <a:solidFill>
                  <a:srgbClr val="000000"/>
                </a:solidFill>
                <a:latin typeface="黑体" panose="02010609060101010101" pitchFamily="49" charset="-122"/>
                <a:ea typeface="黑体" panose="02010609060101010101" pitchFamily="49" charset="-122"/>
                <a:sym typeface="+mn-ea"/>
              </a:rPr>
              <a:t>字符常量和字符串常量区别</a:t>
            </a:r>
            <a:endParaRPr lang="zh-CN" altLang="en-US" b="1" dirty="0">
              <a:solidFill>
                <a:srgbClr val="000000"/>
              </a:solidFill>
              <a:latin typeface="黑体" panose="02010609060101010101" pitchFamily="49" charset="-122"/>
              <a:ea typeface="黑体" panose="02010609060101010101" pitchFamily="49" charset="-122"/>
            </a:endParaRPr>
          </a:p>
          <a:p>
            <a:pPr lvl="0" indent="0">
              <a:lnSpc>
                <a:spcPct val="150000"/>
              </a:lnSpc>
              <a:spcBef>
                <a:spcPct val="20000"/>
              </a:spcBef>
              <a:buClr>
                <a:srgbClr val="0066CC"/>
              </a:buClr>
              <a:buFont typeface="Wingdings" panose="05000000000000000000" pitchFamily="2" charset="2"/>
              <a:buNone/>
            </a:pPr>
            <a:r>
              <a:rPr lang="zh-CN" altLang="en-US" dirty="0">
                <a:solidFill>
                  <a:srgbClr val="000000"/>
                </a:solidFill>
                <a:latin typeface="黑体" panose="02010609060101010101" pitchFamily="49" charset="-122"/>
                <a:ea typeface="黑体" panose="02010609060101010101" pitchFamily="49" charset="-122"/>
                <a:sym typeface="+mn-ea"/>
              </a:rPr>
              <a:t>①两者的定界符不同，字符常量由</a:t>
            </a:r>
            <a:r>
              <a:rPr lang="zh-CN" altLang="en-US" b="1" dirty="0">
                <a:solidFill>
                  <a:srgbClr val="0000CC"/>
                </a:solidFill>
                <a:latin typeface="黑体" panose="02010609060101010101" pitchFamily="49" charset="-122"/>
                <a:ea typeface="黑体" panose="02010609060101010101" pitchFamily="49" charset="-122"/>
                <a:sym typeface="+mn-ea"/>
              </a:rPr>
              <a:t>单引号</a:t>
            </a:r>
            <a:r>
              <a:rPr lang="zh-CN" altLang="en-US" dirty="0">
                <a:solidFill>
                  <a:srgbClr val="000000"/>
                </a:solidFill>
                <a:latin typeface="黑体" panose="02010609060101010101" pitchFamily="49" charset="-122"/>
                <a:ea typeface="黑体" panose="02010609060101010101" pitchFamily="49" charset="-122"/>
                <a:sym typeface="+mn-ea"/>
              </a:rPr>
              <a:t>括起来，字符串常量由</a:t>
            </a:r>
            <a:r>
              <a:rPr lang="zh-CN" altLang="en-US" b="1" dirty="0">
                <a:solidFill>
                  <a:srgbClr val="0000CC"/>
                </a:solidFill>
                <a:latin typeface="黑体" panose="02010609060101010101" pitchFamily="49" charset="-122"/>
                <a:ea typeface="黑体" panose="02010609060101010101" pitchFamily="49" charset="-122"/>
                <a:sym typeface="+mn-ea"/>
              </a:rPr>
              <a:t>双引号</a:t>
            </a:r>
            <a:r>
              <a:rPr lang="zh-CN" altLang="en-US" dirty="0">
                <a:solidFill>
                  <a:srgbClr val="000000"/>
                </a:solidFill>
                <a:latin typeface="黑体" panose="02010609060101010101" pitchFamily="49" charset="-122"/>
                <a:ea typeface="黑体" panose="02010609060101010101" pitchFamily="49" charset="-122"/>
                <a:sym typeface="+mn-ea"/>
              </a:rPr>
              <a:t>括起来。</a:t>
            </a:r>
            <a:endParaRPr lang="zh-CN" altLang="en-US" dirty="0">
              <a:solidFill>
                <a:srgbClr val="000000"/>
              </a:solidFill>
              <a:latin typeface="黑体" panose="02010609060101010101" pitchFamily="49" charset="-122"/>
              <a:ea typeface="黑体" panose="02010609060101010101" pitchFamily="49" charset="-122"/>
            </a:endParaRPr>
          </a:p>
          <a:p>
            <a:pPr lvl="0" indent="0">
              <a:lnSpc>
                <a:spcPct val="150000"/>
              </a:lnSpc>
              <a:spcBef>
                <a:spcPct val="20000"/>
              </a:spcBef>
              <a:buClr>
                <a:srgbClr val="0066CC"/>
              </a:buClr>
              <a:buFont typeface="Wingdings" panose="05000000000000000000" pitchFamily="2" charset="2"/>
              <a:buNone/>
            </a:pPr>
            <a:r>
              <a:rPr lang="zh-CN" altLang="en-US" dirty="0">
                <a:solidFill>
                  <a:srgbClr val="000000"/>
                </a:solidFill>
                <a:latin typeface="黑体" panose="02010609060101010101" pitchFamily="49" charset="-122"/>
                <a:ea typeface="黑体" panose="02010609060101010101" pitchFamily="49" charset="-122"/>
                <a:sym typeface="+mn-ea"/>
              </a:rPr>
              <a:t>②字符常量只能是</a:t>
            </a:r>
            <a:r>
              <a:rPr lang="zh-CN" altLang="en-US" b="1" dirty="0">
                <a:solidFill>
                  <a:srgbClr val="FF0000"/>
                </a:solidFill>
                <a:latin typeface="黑体" panose="02010609060101010101" pitchFamily="49" charset="-122"/>
                <a:ea typeface="黑体" panose="02010609060101010101" pitchFamily="49" charset="-122"/>
                <a:sym typeface="+mn-ea"/>
              </a:rPr>
              <a:t>单个字符</a:t>
            </a:r>
            <a:r>
              <a:rPr lang="zh-CN" altLang="en-US" dirty="0">
                <a:solidFill>
                  <a:srgbClr val="000000"/>
                </a:solidFill>
                <a:latin typeface="黑体" panose="02010609060101010101" pitchFamily="49" charset="-122"/>
                <a:ea typeface="黑体" panose="02010609060101010101" pitchFamily="49" charset="-122"/>
                <a:sym typeface="+mn-ea"/>
              </a:rPr>
              <a:t>，字符串常量则可以是多个字符。</a:t>
            </a:r>
            <a:endParaRPr lang="zh-CN" altLang="en-US" dirty="0">
              <a:solidFill>
                <a:srgbClr val="000000"/>
              </a:solidFill>
              <a:latin typeface="黑体" panose="02010609060101010101" pitchFamily="49" charset="-122"/>
              <a:ea typeface="黑体" panose="02010609060101010101" pitchFamily="49" charset="-122"/>
            </a:endParaRPr>
          </a:p>
          <a:p>
            <a:pPr lvl="0" indent="0">
              <a:lnSpc>
                <a:spcPct val="150000"/>
              </a:lnSpc>
              <a:spcBef>
                <a:spcPct val="20000"/>
              </a:spcBef>
              <a:buClr>
                <a:srgbClr val="0066CC"/>
              </a:buClr>
              <a:buFont typeface="Wingdings" panose="05000000000000000000" pitchFamily="2" charset="2"/>
              <a:buNone/>
            </a:pPr>
            <a:r>
              <a:rPr lang="zh-CN" altLang="en-US" dirty="0">
                <a:solidFill>
                  <a:srgbClr val="000000"/>
                </a:solidFill>
                <a:latin typeface="黑体" panose="02010609060101010101" pitchFamily="49" charset="-122"/>
                <a:ea typeface="黑体" panose="02010609060101010101" pitchFamily="49" charset="-122"/>
                <a:sym typeface="+mn-ea"/>
              </a:rPr>
              <a:t>③可以把一</a:t>
            </a:r>
            <a:r>
              <a:rPr lang="zh-CN" altLang="en-US" b="1" dirty="0">
                <a:solidFill>
                  <a:srgbClr val="FF0000"/>
                </a:solidFill>
                <a:latin typeface="黑体" panose="02010609060101010101" pitchFamily="49" charset="-122"/>
                <a:ea typeface="黑体" panose="02010609060101010101" pitchFamily="49" charset="-122"/>
                <a:sym typeface="+mn-ea"/>
              </a:rPr>
              <a:t>个字符常量赋给一个字符变量</a:t>
            </a:r>
            <a:r>
              <a:rPr lang="zh-CN" altLang="en-US" dirty="0">
                <a:solidFill>
                  <a:srgbClr val="000000"/>
                </a:solidFill>
                <a:latin typeface="黑体" panose="02010609060101010101" pitchFamily="49" charset="-122"/>
                <a:ea typeface="黑体" panose="02010609060101010101" pitchFamily="49" charset="-122"/>
                <a:sym typeface="+mn-ea"/>
              </a:rPr>
              <a:t>，但不能把一个字符串常量赋给一个字符变量。</a:t>
            </a:r>
            <a:endParaRPr lang="zh-CN" altLang="en-US" dirty="0">
              <a:solidFill>
                <a:srgbClr val="000000"/>
              </a:solidFill>
              <a:latin typeface="黑体" panose="02010609060101010101" pitchFamily="49" charset="-122"/>
              <a:ea typeface="黑体" panose="02010609060101010101" pitchFamily="49" charset="-122"/>
            </a:endParaRPr>
          </a:p>
          <a:p>
            <a:pPr lvl="0" indent="0">
              <a:lnSpc>
                <a:spcPct val="150000"/>
              </a:lnSpc>
              <a:spcBef>
                <a:spcPct val="20000"/>
              </a:spcBef>
              <a:buClr>
                <a:srgbClr val="0066CC"/>
              </a:buClr>
              <a:buFont typeface="Wingdings" panose="05000000000000000000" pitchFamily="2" charset="2"/>
              <a:buNone/>
            </a:pPr>
            <a:endParaRPr lang="en-US" altLang="zh-CN" dirty="0" smtClean="0">
              <a:solidFill>
                <a:srgbClr val="000000"/>
              </a:solidFill>
              <a:latin typeface="黑体" panose="02010609060101010101" pitchFamily="49" charset="-122"/>
              <a:ea typeface="黑体" panose="02010609060101010101" pitchFamily="49" charset="-122"/>
              <a:sym typeface="+mn-ea"/>
            </a:endParaRPr>
          </a:p>
          <a:p>
            <a:pPr lvl="0" indent="0">
              <a:lnSpc>
                <a:spcPct val="150000"/>
              </a:lnSpc>
              <a:spcBef>
                <a:spcPct val="20000"/>
              </a:spcBef>
              <a:buClr>
                <a:srgbClr val="0066CC"/>
              </a:buClr>
              <a:buFont typeface="Wingdings" panose="05000000000000000000" pitchFamily="2" charset="2"/>
              <a:buNone/>
            </a:pPr>
            <a:r>
              <a:rPr lang="zh-CN" altLang="en-US" dirty="0" smtClean="0">
                <a:solidFill>
                  <a:srgbClr val="000000"/>
                </a:solidFill>
                <a:latin typeface="黑体" panose="02010609060101010101" pitchFamily="49" charset="-122"/>
                <a:ea typeface="黑体" panose="02010609060101010101" pitchFamily="49" charset="-122"/>
                <a:sym typeface="+mn-ea"/>
              </a:rPr>
              <a:t>④</a:t>
            </a:r>
            <a:r>
              <a:rPr lang="zh-CN" altLang="en-US" dirty="0">
                <a:solidFill>
                  <a:srgbClr val="000000"/>
                </a:solidFill>
                <a:latin typeface="黑体" panose="02010609060101010101" pitchFamily="49" charset="-122"/>
                <a:ea typeface="黑体" panose="02010609060101010101" pitchFamily="49" charset="-122"/>
                <a:sym typeface="+mn-ea"/>
              </a:rPr>
              <a:t>字符常量</a:t>
            </a:r>
            <a:r>
              <a:rPr lang="zh-CN" altLang="en-US" b="1" dirty="0">
                <a:solidFill>
                  <a:srgbClr val="FF0000"/>
                </a:solidFill>
                <a:latin typeface="黑体" panose="02010609060101010101" pitchFamily="49" charset="-122"/>
                <a:ea typeface="黑体" panose="02010609060101010101" pitchFamily="49" charset="-122"/>
                <a:sym typeface="+mn-ea"/>
              </a:rPr>
              <a:t>占一个字节</a:t>
            </a:r>
            <a:r>
              <a:rPr lang="zh-CN" altLang="en-US" dirty="0">
                <a:solidFill>
                  <a:srgbClr val="000000"/>
                </a:solidFill>
                <a:latin typeface="黑体" panose="02010609060101010101" pitchFamily="49" charset="-122"/>
                <a:ea typeface="黑体" panose="02010609060101010101" pitchFamily="49" charset="-122"/>
                <a:sym typeface="+mn-ea"/>
              </a:rPr>
              <a:t>，而字符串常量占用字节数等于字符串的字节数加</a:t>
            </a:r>
            <a:r>
              <a:rPr lang="en-US" altLang="zh-CN" dirty="0">
                <a:solidFill>
                  <a:srgbClr val="000000"/>
                </a:solidFill>
                <a:latin typeface="黑体" panose="02010609060101010101" pitchFamily="49" charset="-122"/>
                <a:ea typeface="黑体" panose="02010609060101010101" pitchFamily="49" charset="-122"/>
                <a:sym typeface="+mn-ea"/>
              </a:rPr>
              <a:t>1</a:t>
            </a:r>
            <a:r>
              <a:rPr lang="zh-CN" altLang="en-US" dirty="0">
                <a:solidFill>
                  <a:srgbClr val="000000"/>
                </a:solidFill>
                <a:latin typeface="黑体" panose="02010609060101010101" pitchFamily="49" charset="-122"/>
                <a:ea typeface="黑体" panose="02010609060101010101" pitchFamily="49" charset="-122"/>
                <a:sym typeface="+mn-ea"/>
              </a:rPr>
              <a:t>。增加的一个字节中存放字符串结束标志‘</a:t>
            </a:r>
            <a:r>
              <a:rPr lang="en-US" altLang="zh-CN" dirty="0">
                <a:solidFill>
                  <a:srgbClr val="000000"/>
                </a:solidFill>
                <a:latin typeface="黑体" panose="02010609060101010101" pitchFamily="49" charset="-122"/>
                <a:ea typeface="黑体" panose="02010609060101010101" pitchFamily="49" charset="-122"/>
                <a:sym typeface="+mn-ea"/>
              </a:rPr>
              <a:t>\0’</a:t>
            </a:r>
            <a:r>
              <a:rPr lang="zh-CN" altLang="en-US" dirty="0">
                <a:solidFill>
                  <a:srgbClr val="000000"/>
                </a:solidFill>
                <a:latin typeface="黑体" panose="02010609060101010101" pitchFamily="49" charset="-122"/>
                <a:ea typeface="黑体" panose="02010609060101010101" pitchFamily="49" charset="-122"/>
                <a:sym typeface="+mn-ea"/>
              </a:rPr>
              <a:t>。例如：字符常量‘</a:t>
            </a:r>
            <a:r>
              <a:rPr lang="en-US" altLang="zh-CN" dirty="0">
                <a:solidFill>
                  <a:srgbClr val="000000"/>
                </a:solidFill>
                <a:latin typeface="黑体" panose="02010609060101010101" pitchFamily="49" charset="-122"/>
                <a:ea typeface="黑体" panose="02010609060101010101" pitchFamily="49" charset="-122"/>
                <a:sym typeface="+mn-ea"/>
              </a:rPr>
              <a:t>a’</a:t>
            </a:r>
            <a:r>
              <a:rPr lang="zh-CN" altLang="en-US" dirty="0">
                <a:solidFill>
                  <a:srgbClr val="000000"/>
                </a:solidFill>
                <a:latin typeface="黑体" panose="02010609060101010101" pitchFamily="49" charset="-122"/>
                <a:ea typeface="黑体" panose="02010609060101010101" pitchFamily="49" charset="-122"/>
                <a:sym typeface="+mn-ea"/>
              </a:rPr>
              <a:t>占一个字节，字符串常量“</a:t>
            </a:r>
            <a:r>
              <a:rPr lang="en-US" altLang="zh-CN" dirty="0">
                <a:solidFill>
                  <a:srgbClr val="000000"/>
                </a:solidFill>
                <a:latin typeface="黑体" panose="02010609060101010101" pitchFamily="49" charset="-122"/>
                <a:ea typeface="黑体" panose="02010609060101010101" pitchFamily="49" charset="-122"/>
                <a:sym typeface="+mn-ea"/>
              </a:rPr>
              <a:t>a”</a:t>
            </a:r>
            <a:r>
              <a:rPr lang="zh-CN" altLang="en-US" dirty="0">
                <a:solidFill>
                  <a:srgbClr val="000000"/>
                </a:solidFill>
                <a:latin typeface="黑体" panose="02010609060101010101" pitchFamily="49" charset="-122"/>
                <a:ea typeface="黑体" panose="02010609060101010101" pitchFamily="49" charset="-122"/>
                <a:sym typeface="+mn-ea"/>
              </a:rPr>
              <a:t>占二个字节。</a:t>
            </a:r>
            <a:endParaRPr lang="zh-CN" altLang="en-US" dirty="0">
              <a:latin typeface="黑体" panose="02010609060101010101" pitchFamily="49" charset="-122"/>
              <a:ea typeface="黑体" panose="02010609060101010101" pitchFamily="49" charset="-122"/>
            </a:endParaRPr>
          </a:p>
        </p:txBody>
      </p:sp>
      <p:pic>
        <p:nvPicPr>
          <p:cNvPr id="3" name="Picture 2" descr="E:\倪彩清特美天文档资料\2014年资料汇总\20141219华商参考资料\PPT资料\素材收集\羊年素材系列\羊年素材处理\红梅带福字.pn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59426" b="63450"/>
          <a:stretch>
            <a:fillRect/>
          </a:stretch>
        </p:blipFill>
        <p:spPr bwMode="auto">
          <a:xfrm>
            <a:off x="0" y="0"/>
            <a:ext cx="1223645" cy="72771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1979712" y="2586806"/>
            <a:ext cx="4248472" cy="646331"/>
          </a:xfrm>
          <a:prstGeom prst="rect">
            <a:avLst/>
          </a:prstGeom>
          <a:noFill/>
        </p:spPr>
        <p:txBody>
          <a:bodyPr wrap="square" rtlCol="0">
            <a:spAutoFit/>
          </a:bodyPr>
          <a:lstStyle/>
          <a:p>
            <a:r>
              <a:rPr lang="en-US" altLang="zh-CN" dirty="0" smtClean="0"/>
              <a:t>char   ch1=‘a’;                 //</a:t>
            </a:r>
            <a:r>
              <a:rPr lang="zh-CN" altLang="en-US" dirty="0" smtClean="0"/>
              <a:t>正确</a:t>
            </a:r>
            <a:endParaRPr lang="en-US" altLang="zh-CN" dirty="0" smtClean="0"/>
          </a:p>
          <a:p>
            <a:r>
              <a:rPr lang="en-US" altLang="zh-CN" dirty="0" smtClean="0"/>
              <a:t>char   ch2=“</a:t>
            </a:r>
            <a:r>
              <a:rPr lang="en-US" altLang="zh-CN" dirty="0" err="1" smtClean="0"/>
              <a:t>abcd</a:t>
            </a:r>
            <a:r>
              <a:rPr lang="en-US" altLang="zh-CN" dirty="0" smtClean="0"/>
              <a:t>”;        //</a:t>
            </a:r>
            <a:r>
              <a:rPr lang="zh-CN" altLang="en-US" dirty="0" smtClean="0"/>
              <a:t>错误</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组合 3"/>
          <p:cNvGrpSpPr/>
          <p:nvPr/>
        </p:nvGrpSpPr>
        <p:grpSpPr>
          <a:xfrm>
            <a:off x="-23495" y="-113665"/>
            <a:ext cx="4674235" cy="787861"/>
            <a:chOff x="201757" y="129906"/>
            <a:chExt cx="6264696" cy="1096834"/>
          </a:xfrm>
        </p:grpSpPr>
        <p:pic>
          <p:nvPicPr>
            <p:cNvPr id="19473" name="Picture 9" descr="F:\ppt素材\图标\我收集的图标\字体\3.png"/>
            <p:cNvPicPr>
              <a:picLocks noChangeAspect="1"/>
            </p:cNvPicPr>
            <p:nvPr/>
          </p:nvPicPr>
          <p:blipFill>
            <a:blip r:embed="rId2"/>
            <a:stretch>
              <a:fillRect/>
            </a:stretch>
          </p:blipFill>
          <p:spPr>
            <a:xfrm rot="5400000">
              <a:off x="2884210" y="-2418911"/>
              <a:ext cx="899790" cy="6264696"/>
            </a:xfrm>
            <a:prstGeom prst="rect">
              <a:avLst/>
            </a:prstGeom>
            <a:noFill/>
            <a:ln w="9525">
              <a:noFill/>
            </a:ln>
          </p:spPr>
        </p:pic>
        <p:pic>
          <p:nvPicPr>
            <p:cNvPr id="19474" name="Picture 6" descr="F:\超棒ppt模板\中国风\中国风物件\maobi.png"/>
            <p:cNvPicPr>
              <a:picLocks noChangeAspect="1"/>
            </p:cNvPicPr>
            <p:nvPr/>
          </p:nvPicPr>
          <p:blipFill>
            <a:blip r:embed="rId3"/>
            <a:stretch>
              <a:fillRect/>
            </a:stretch>
          </p:blipFill>
          <p:spPr>
            <a:xfrm>
              <a:off x="308134" y="129906"/>
              <a:ext cx="775209" cy="775006"/>
            </a:xfrm>
            <a:prstGeom prst="rect">
              <a:avLst/>
            </a:prstGeom>
            <a:noFill/>
            <a:ln w="9525">
              <a:noFill/>
            </a:ln>
          </p:spPr>
        </p:pic>
        <p:sp>
          <p:nvSpPr>
            <p:cNvPr id="19475" name="TextBox 2"/>
            <p:cNvSpPr txBox="1"/>
            <p:nvPr/>
          </p:nvSpPr>
          <p:spPr>
            <a:xfrm>
              <a:off x="1083609" y="500071"/>
              <a:ext cx="2844474" cy="726669"/>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eaLnBrk="1" hangingPunct="1">
                <a:lnSpc>
                  <a:spcPct val="100000"/>
                </a:lnSpc>
                <a:spcBef>
                  <a:spcPct val="0"/>
                </a:spcBef>
                <a:buNone/>
              </a:pPr>
              <a:r>
                <a:rPr lang="zh-CN" altLang="en-US" b="1" dirty="0">
                  <a:solidFill>
                    <a:schemeClr val="bg1"/>
                  </a:solidFill>
                  <a:latin typeface="楷体" panose="02010609060101010101" pitchFamily="1" charset="-122"/>
                  <a:ea typeface="楷体" panose="02010609060101010101" pitchFamily="1" charset="-122"/>
                </a:rPr>
                <a:t>字符串</a:t>
              </a:r>
            </a:p>
          </p:txBody>
        </p:sp>
      </p:grpSp>
      <p:pic>
        <p:nvPicPr>
          <p:cNvPr id="4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4835" y="4641215"/>
            <a:ext cx="965200" cy="50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文本框 1"/>
          <p:cNvSpPr txBox="1"/>
          <p:nvPr/>
        </p:nvSpPr>
        <p:spPr>
          <a:xfrm>
            <a:off x="367664" y="716280"/>
            <a:ext cx="8668831" cy="1815882"/>
          </a:xfrm>
          <a:prstGeom prst="rect">
            <a:avLst/>
          </a:prstGeom>
          <a:noFill/>
        </p:spPr>
        <p:txBody>
          <a:bodyPr wrap="square" rtlCol="0" anchor="t">
            <a:spAutoFit/>
          </a:bodyPr>
          <a:lstStyle/>
          <a:p>
            <a:pPr lvl="0" indent="0">
              <a:spcBef>
                <a:spcPct val="20000"/>
              </a:spcBef>
              <a:buClr>
                <a:srgbClr val="0066CC"/>
              </a:buClr>
              <a:buFont typeface="Wingdings" panose="05000000000000000000" pitchFamily="2" charset="2"/>
              <a:buNone/>
            </a:pPr>
            <a:r>
              <a:rPr lang="zh-CN" altLang="en-US" sz="2000" b="1" dirty="0">
                <a:solidFill>
                  <a:srgbClr val="000000"/>
                </a:solidFill>
                <a:latin typeface="隶书" panose="02010509060101010101" charset="-122"/>
                <a:ea typeface="隶书" panose="02010509060101010101" charset="-122"/>
                <a:cs typeface="隶书" panose="02010509060101010101" charset="-122"/>
                <a:sym typeface="+mn-ea"/>
              </a:rPr>
              <a:t>（</a:t>
            </a:r>
            <a:r>
              <a:rPr lang="en-US" altLang="zh-CN" sz="2000" b="1" dirty="0">
                <a:solidFill>
                  <a:srgbClr val="000000"/>
                </a:solidFill>
                <a:latin typeface="隶书" panose="02010509060101010101" charset="-122"/>
                <a:ea typeface="隶书" panose="02010509060101010101" charset="-122"/>
                <a:cs typeface="隶书" panose="02010509060101010101" charset="-122"/>
                <a:sym typeface="+mn-ea"/>
              </a:rPr>
              <a:t>1</a:t>
            </a:r>
            <a:r>
              <a:rPr lang="zh-CN" altLang="en-US" sz="2000" b="1" dirty="0">
                <a:solidFill>
                  <a:srgbClr val="000000"/>
                </a:solidFill>
                <a:latin typeface="隶书" panose="02010509060101010101" charset="-122"/>
                <a:ea typeface="隶书" panose="02010509060101010101" charset="-122"/>
                <a:cs typeface="隶书" panose="02010509060101010101" charset="-122"/>
                <a:sym typeface="+mn-ea"/>
              </a:rPr>
              <a:t>）字符数组的定义格式</a:t>
            </a:r>
            <a:endParaRPr lang="zh-CN" altLang="en-US" sz="2000" dirty="0">
              <a:solidFill>
                <a:srgbClr val="000000"/>
              </a:solidFill>
              <a:latin typeface="隶书" panose="02010509060101010101" charset="-122"/>
              <a:ea typeface="隶书" panose="02010509060101010101" charset="-122"/>
              <a:cs typeface="隶书" panose="02010509060101010101" charset="-122"/>
            </a:endParaRPr>
          </a:p>
          <a:p>
            <a:pPr lvl="0" indent="0">
              <a:spcBef>
                <a:spcPct val="20000"/>
              </a:spcBef>
              <a:buClr>
                <a:srgbClr val="0066CC"/>
              </a:buClr>
              <a:buFont typeface="Wingdings" panose="05000000000000000000" pitchFamily="2" charset="2"/>
              <a:buNone/>
            </a:pPr>
            <a:r>
              <a:rPr lang="zh-CN" altLang="en-US" sz="2000" dirty="0">
                <a:solidFill>
                  <a:srgbClr val="000000"/>
                </a:solidFill>
                <a:latin typeface="隶书" panose="02010509060101010101" charset="-122"/>
                <a:ea typeface="隶书" panose="02010509060101010101" charset="-122"/>
                <a:cs typeface="隶书" panose="02010509060101010101" charset="-122"/>
                <a:sym typeface="+mn-ea"/>
              </a:rPr>
              <a:t>字符数组定义格式同一般数组，所不同的是数组元素类型是字符型，第一个元素同样是从</a:t>
            </a:r>
            <a:r>
              <a:rPr lang="en-US" altLang="zh-CN" sz="2000" dirty="0">
                <a:solidFill>
                  <a:srgbClr val="FF0000"/>
                </a:solidFill>
                <a:latin typeface="隶书" panose="02010509060101010101" charset="-122"/>
                <a:ea typeface="隶书" panose="02010509060101010101" charset="-122"/>
                <a:cs typeface="隶书" panose="02010509060101010101" charset="-122"/>
                <a:sym typeface="+mn-ea"/>
              </a:rPr>
              <a:t>ch1[0]</a:t>
            </a:r>
            <a:r>
              <a:rPr lang="zh-CN" altLang="en-US" sz="2000" dirty="0">
                <a:solidFill>
                  <a:srgbClr val="000000"/>
                </a:solidFill>
                <a:latin typeface="隶书" panose="02010509060101010101" charset="-122"/>
                <a:ea typeface="隶书" panose="02010509060101010101" charset="-122"/>
                <a:cs typeface="隶书" panose="02010509060101010101" charset="-122"/>
                <a:sym typeface="+mn-ea"/>
              </a:rPr>
              <a:t>开始，而不是</a:t>
            </a:r>
            <a:r>
              <a:rPr lang="en-US" altLang="zh-CN" sz="2000" dirty="0">
                <a:solidFill>
                  <a:srgbClr val="FF0000"/>
                </a:solidFill>
                <a:latin typeface="隶书" panose="02010509060101010101" charset="-122"/>
                <a:ea typeface="隶书" panose="02010509060101010101" charset="-122"/>
                <a:cs typeface="隶书" panose="02010509060101010101" charset="-122"/>
                <a:sym typeface="+mn-ea"/>
              </a:rPr>
              <a:t>ch1[1]</a:t>
            </a:r>
            <a:r>
              <a:rPr lang="zh-CN" altLang="en-US" sz="2000" dirty="0">
                <a:solidFill>
                  <a:srgbClr val="000000"/>
                </a:solidFill>
                <a:latin typeface="隶书" panose="02010509060101010101" charset="-122"/>
                <a:ea typeface="隶书" panose="02010509060101010101" charset="-122"/>
                <a:cs typeface="隶书" panose="02010509060101010101" charset="-122"/>
                <a:sym typeface="+mn-ea"/>
              </a:rPr>
              <a:t>。具体格式如下：</a:t>
            </a:r>
            <a:endParaRPr lang="zh-CN" altLang="en-US" sz="2000" dirty="0">
              <a:solidFill>
                <a:srgbClr val="000000"/>
              </a:solidFill>
              <a:latin typeface="隶书" panose="02010509060101010101" charset="-122"/>
              <a:ea typeface="隶书" panose="02010509060101010101" charset="-122"/>
              <a:cs typeface="隶书" panose="02010509060101010101" charset="-122"/>
            </a:endParaRPr>
          </a:p>
          <a:p>
            <a:pPr lvl="0" indent="0">
              <a:spcBef>
                <a:spcPct val="20000"/>
              </a:spcBef>
              <a:buClr>
                <a:srgbClr val="0066CC"/>
              </a:buClr>
              <a:buFont typeface="Wingdings" panose="05000000000000000000" pitchFamily="2" charset="2"/>
              <a:buNone/>
            </a:pPr>
            <a:r>
              <a:rPr lang="en-US" altLang="zh-CN" sz="2000" dirty="0">
                <a:solidFill>
                  <a:srgbClr val="000000"/>
                </a:solidFill>
                <a:latin typeface="隶书" panose="02010509060101010101" charset="-122"/>
                <a:ea typeface="隶书" panose="02010509060101010101" charset="-122"/>
                <a:cs typeface="隶书" panose="02010509060101010101" charset="-122"/>
                <a:sym typeface="+mn-ea"/>
              </a:rPr>
              <a:t>char </a:t>
            </a:r>
            <a:r>
              <a:rPr lang="zh-CN" altLang="en-US" sz="2000" dirty="0">
                <a:solidFill>
                  <a:srgbClr val="000000"/>
                </a:solidFill>
                <a:latin typeface="隶书" panose="02010509060101010101" charset="-122"/>
                <a:ea typeface="隶书" panose="02010509060101010101" charset="-122"/>
                <a:cs typeface="隶书" panose="02010509060101010101" charset="-122"/>
                <a:sym typeface="+mn-ea"/>
              </a:rPr>
              <a:t>数组名</a:t>
            </a:r>
            <a:r>
              <a:rPr lang="en-US" altLang="zh-CN" sz="2000" dirty="0">
                <a:solidFill>
                  <a:srgbClr val="000000"/>
                </a:solidFill>
                <a:latin typeface="隶书" panose="02010509060101010101" charset="-122"/>
                <a:ea typeface="隶书" panose="02010509060101010101" charset="-122"/>
                <a:cs typeface="隶书" panose="02010509060101010101" charset="-122"/>
                <a:sym typeface="+mn-ea"/>
              </a:rPr>
              <a:t>[</a:t>
            </a:r>
            <a:r>
              <a:rPr lang="zh-CN" altLang="en-US" sz="2000" dirty="0">
                <a:solidFill>
                  <a:srgbClr val="000000"/>
                </a:solidFill>
                <a:latin typeface="隶书" panose="02010509060101010101" charset="-122"/>
                <a:ea typeface="隶书" panose="02010509060101010101" charset="-122"/>
                <a:cs typeface="隶书" panose="02010509060101010101" charset="-122"/>
                <a:sym typeface="+mn-ea"/>
              </a:rPr>
              <a:t>常量表达式</a:t>
            </a:r>
            <a:r>
              <a:rPr lang="en-US" altLang="zh-CN" sz="2000" dirty="0">
                <a:solidFill>
                  <a:srgbClr val="000000"/>
                </a:solidFill>
                <a:latin typeface="隶书" panose="02010509060101010101" charset="-122"/>
                <a:ea typeface="隶书" panose="02010509060101010101" charset="-122"/>
                <a:cs typeface="隶书" panose="02010509060101010101" charset="-122"/>
                <a:sym typeface="+mn-ea"/>
              </a:rPr>
              <a:t>1] </a:t>
            </a:r>
            <a:endParaRPr lang="en-US" altLang="zh-CN" sz="2000" dirty="0">
              <a:solidFill>
                <a:srgbClr val="000000"/>
              </a:solidFill>
              <a:latin typeface="隶书" panose="02010509060101010101" charset="-122"/>
              <a:ea typeface="隶书" panose="02010509060101010101" charset="-122"/>
              <a:cs typeface="隶书" panose="02010509060101010101" charset="-122"/>
            </a:endParaRPr>
          </a:p>
          <a:p>
            <a:pPr lvl="0" indent="0">
              <a:spcBef>
                <a:spcPct val="20000"/>
              </a:spcBef>
              <a:buClr>
                <a:srgbClr val="0066CC"/>
              </a:buClr>
              <a:buFont typeface="Wingdings" panose="05000000000000000000" pitchFamily="2" charset="2"/>
              <a:buNone/>
            </a:pPr>
            <a:r>
              <a:rPr lang="zh-CN" altLang="en-US" sz="2000" dirty="0">
                <a:solidFill>
                  <a:srgbClr val="000000"/>
                </a:solidFill>
                <a:latin typeface="隶书" panose="02010509060101010101" charset="-122"/>
                <a:ea typeface="隶书" panose="02010509060101010101" charset="-122"/>
                <a:cs typeface="隶书" panose="02010509060101010101" charset="-122"/>
                <a:sym typeface="+mn-ea"/>
              </a:rPr>
              <a:t>例如</a:t>
            </a:r>
            <a:r>
              <a:rPr lang="zh-CN" altLang="en-US" sz="2000" dirty="0" smtClean="0">
                <a:solidFill>
                  <a:srgbClr val="000000"/>
                </a:solidFill>
                <a:latin typeface="隶书" panose="02010509060101010101" charset="-122"/>
                <a:ea typeface="隶书" panose="02010509060101010101" charset="-122"/>
                <a:cs typeface="隶书" panose="02010509060101010101" charset="-122"/>
                <a:sym typeface="+mn-ea"/>
              </a:rPr>
              <a:t>：</a:t>
            </a:r>
            <a:r>
              <a:rPr lang="en-US" altLang="zh-CN" sz="2000" dirty="0" smtClean="0">
                <a:solidFill>
                  <a:srgbClr val="FF0000"/>
                </a:solidFill>
                <a:latin typeface="隶书" panose="02010509060101010101" charset="-122"/>
                <a:ea typeface="隶书" panose="02010509060101010101" charset="-122"/>
                <a:cs typeface="隶书" panose="02010509060101010101" charset="-122"/>
                <a:sym typeface="+mn-ea"/>
              </a:rPr>
              <a:t>char </a:t>
            </a:r>
            <a:r>
              <a:rPr lang="en-US" altLang="zh-CN" sz="2000" dirty="0">
                <a:solidFill>
                  <a:srgbClr val="FF0000"/>
                </a:solidFill>
                <a:latin typeface="隶书" panose="02010509060101010101" charset="-122"/>
                <a:ea typeface="隶书" panose="02010509060101010101" charset="-122"/>
                <a:cs typeface="隶书" panose="02010509060101010101" charset="-122"/>
                <a:sym typeface="+mn-ea"/>
              </a:rPr>
              <a:t>ch1[5];    </a:t>
            </a:r>
            <a:r>
              <a:rPr lang="en-US" altLang="zh-CN" sz="2000" dirty="0">
                <a:solidFill>
                  <a:srgbClr val="000000"/>
                </a:solidFill>
                <a:latin typeface="隶书" panose="02010509060101010101" charset="-122"/>
                <a:ea typeface="隶书" panose="02010509060101010101" charset="-122"/>
                <a:cs typeface="隶书" panose="02010509060101010101" charset="-122"/>
                <a:sym typeface="+mn-ea"/>
              </a:rPr>
              <a:t>//</a:t>
            </a:r>
            <a:r>
              <a:rPr lang="zh-CN" altLang="en-US" sz="2000" dirty="0">
                <a:solidFill>
                  <a:srgbClr val="000000"/>
                </a:solidFill>
                <a:latin typeface="隶书" panose="02010509060101010101" charset="-122"/>
                <a:ea typeface="隶书" panose="02010509060101010101" charset="-122"/>
                <a:cs typeface="隶书" panose="02010509060101010101" charset="-122"/>
                <a:sym typeface="+mn-ea"/>
              </a:rPr>
              <a:t>数组</a:t>
            </a:r>
            <a:r>
              <a:rPr lang="en-US" altLang="zh-CN" sz="2000" dirty="0">
                <a:solidFill>
                  <a:srgbClr val="000000"/>
                </a:solidFill>
                <a:latin typeface="隶书" panose="02010509060101010101" charset="-122"/>
                <a:ea typeface="隶书" panose="02010509060101010101" charset="-122"/>
                <a:cs typeface="隶书" panose="02010509060101010101" charset="-122"/>
                <a:sym typeface="+mn-ea"/>
              </a:rPr>
              <a:t>ch1</a:t>
            </a:r>
            <a:r>
              <a:rPr lang="zh-CN" altLang="en-US" sz="2000" dirty="0">
                <a:solidFill>
                  <a:srgbClr val="000000"/>
                </a:solidFill>
                <a:latin typeface="隶书" panose="02010509060101010101" charset="-122"/>
                <a:ea typeface="隶书" panose="02010509060101010101" charset="-122"/>
                <a:cs typeface="隶书" panose="02010509060101010101" charset="-122"/>
                <a:sym typeface="+mn-ea"/>
              </a:rPr>
              <a:t>是一个具有</a:t>
            </a:r>
            <a:r>
              <a:rPr lang="en-US" altLang="zh-CN" sz="2000" dirty="0">
                <a:solidFill>
                  <a:srgbClr val="000000"/>
                </a:solidFill>
                <a:latin typeface="隶书" panose="02010509060101010101" charset="-122"/>
                <a:ea typeface="隶书" panose="02010509060101010101" charset="-122"/>
                <a:cs typeface="隶书" panose="02010509060101010101" charset="-122"/>
                <a:sym typeface="+mn-ea"/>
              </a:rPr>
              <a:t>5</a:t>
            </a:r>
            <a:r>
              <a:rPr lang="zh-CN" altLang="en-US" sz="2000" dirty="0">
                <a:solidFill>
                  <a:srgbClr val="000000"/>
                </a:solidFill>
                <a:latin typeface="隶书" panose="02010509060101010101" charset="-122"/>
                <a:ea typeface="隶书" panose="02010509060101010101" charset="-122"/>
                <a:cs typeface="隶书" panose="02010509060101010101" charset="-122"/>
                <a:sym typeface="+mn-ea"/>
              </a:rPr>
              <a:t>个字符元素的一维字符数组。</a:t>
            </a:r>
            <a:endParaRPr lang="en-US" altLang="zh-CN" sz="2000" dirty="0">
              <a:solidFill>
                <a:srgbClr val="000000"/>
              </a:solidFill>
              <a:latin typeface="隶书" panose="02010509060101010101" charset="-122"/>
              <a:ea typeface="隶书" panose="02010509060101010101" charset="-122"/>
              <a:cs typeface="隶书" panose="02010509060101010101" charset="-122"/>
              <a:sym typeface="+mn-ea"/>
            </a:endParaRPr>
          </a:p>
        </p:txBody>
      </p:sp>
      <p:sp>
        <p:nvSpPr>
          <p:cNvPr id="3" name="文本框 2"/>
          <p:cNvSpPr txBox="1"/>
          <p:nvPr/>
        </p:nvSpPr>
        <p:spPr>
          <a:xfrm>
            <a:off x="466724" y="2767330"/>
            <a:ext cx="8353747" cy="1383665"/>
          </a:xfrm>
          <a:prstGeom prst="rect">
            <a:avLst/>
          </a:prstGeom>
          <a:noFill/>
        </p:spPr>
        <p:txBody>
          <a:bodyPr wrap="square" rtlCol="0" anchor="t">
            <a:spAutoFit/>
          </a:bodyPr>
          <a:lstStyle/>
          <a:p>
            <a:pPr lvl="0" indent="0">
              <a:lnSpc>
                <a:spcPct val="100000"/>
              </a:lnSpc>
              <a:spcBef>
                <a:spcPct val="20000"/>
              </a:spcBef>
              <a:buClr>
                <a:srgbClr val="0066CC"/>
              </a:buClr>
              <a:buFont typeface="Wingdings" panose="05000000000000000000" pitchFamily="2" charset="2"/>
              <a:buNone/>
            </a:pPr>
            <a:r>
              <a:rPr lang="zh-CN" altLang="en-US" sz="2000" b="1" dirty="0" smtClean="0">
                <a:solidFill>
                  <a:srgbClr val="000000"/>
                </a:solidFill>
                <a:latin typeface="隶书" panose="02010509060101010101" charset="-122"/>
                <a:ea typeface="隶书" panose="02010509060101010101" charset="-122"/>
                <a:cs typeface="隶书" panose="02010509060101010101" charset="-122"/>
                <a:sym typeface="+mn-ea"/>
              </a:rPr>
              <a:t>（</a:t>
            </a:r>
            <a:r>
              <a:rPr lang="en-US" altLang="zh-CN" sz="2000" b="1" dirty="0" smtClean="0">
                <a:solidFill>
                  <a:srgbClr val="000000"/>
                </a:solidFill>
                <a:latin typeface="隶书" panose="02010509060101010101" charset="-122"/>
                <a:ea typeface="隶书" panose="02010509060101010101" charset="-122"/>
                <a:cs typeface="隶书" panose="02010509060101010101" charset="-122"/>
                <a:sym typeface="+mn-ea"/>
              </a:rPr>
              <a:t>2</a:t>
            </a:r>
            <a:r>
              <a:rPr lang="zh-CN" altLang="en-US" sz="2000" b="1" dirty="0" smtClean="0">
                <a:solidFill>
                  <a:srgbClr val="000000"/>
                </a:solidFill>
                <a:latin typeface="隶书" panose="02010509060101010101" charset="-122"/>
                <a:ea typeface="隶书" panose="02010509060101010101" charset="-122"/>
                <a:cs typeface="隶书" panose="02010509060101010101" charset="-122"/>
                <a:sym typeface="+mn-ea"/>
              </a:rPr>
              <a:t>）</a:t>
            </a:r>
            <a:r>
              <a:rPr lang="zh-CN" altLang="en-US" sz="2000" b="1" dirty="0">
                <a:solidFill>
                  <a:srgbClr val="000000"/>
                </a:solidFill>
                <a:latin typeface="隶书" panose="02010509060101010101" charset="-122"/>
                <a:ea typeface="隶书" panose="02010509060101010101" charset="-122"/>
                <a:cs typeface="隶书" panose="02010509060101010101" charset="-122"/>
                <a:sym typeface="+mn-ea"/>
              </a:rPr>
              <a:t>字符数组</a:t>
            </a:r>
            <a:r>
              <a:rPr lang="zh-CN" altLang="en-US" sz="2000" b="1" dirty="0" smtClean="0">
                <a:solidFill>
                  <a:srgbClr val="000000"/>
                </a:solidFill>
                <a:latin typeface="隶书" panose="02010509060101010101" charset="-122"/>
                <a:ea typeface="隶书" panose="02010509060101010101" charset="-122"/>
                <a:cs typeface="隶书" panose="02010509060101010101" charset="-122"/>
                <a:sym typeface="+mn-ea"/>
              </a:rPr>
              <a:t>的</a:t>
            </a:r>
            <a:r>
              <a:rPr lang="zh-CN" altLang="en-US" sz="2000" b="1" dirty="0">
                <a:solidFill>
                  <a:srgbClr val="000000"/>
                </a:solidFill>
                <a:latin typeface="隶书" panose="02010509060101010101" charset="-122"/>
                <a:ea typeface="隶书" panose="02010509060101010101" charset="-122"/>
                <a:cs typeface="隶书" panose="02010509060101010101" charset="-122"/>
                <a:sym typeface="+mn-ea"/>
              </a:rPr>
              <a:t>赋值</a:t>
            </a:r>
            <a:endParaRPr lang="en-US" altLang="zh-CN" sz="2000" dirty="0" smtClean="0">
              <a:solidFill>
                <a:srgbClr val="000000"/>
              </a:solidFill>
              <a:latin typeface="隶书" panose="02010509060101010101" charset="-122"/>
              <a:ea typeface="隶书" panose="02010509060101010101" charset="-122"/>
              <a:cs typeface="隶书" panose="02010509060101010101" charset="-122"/>
            </a:endParaRPr>
          </a:p>
          <a:p>
            <a:pPr lvl="0" indent="0">
              <a:lnSpc>
                <a:spcPct val="100000"/>
              </a:lnSpc>
              <a:spcBef>
                <a:spcPct val="20000"/>
              </a:spcBef>
              <a:buClr>
                <a:srgbClr val="0066CC"/>
              </a:buClr>
              <a:buFont typeface="Wingdings" panose="05000000000000000000" pitchFamily="2" charset="2"/>
              <a:buNone/>
            </a:pPr>
            <a:r>
              <a:rPr lang="zh-CN" altLang="en-US" sz="2000" dirty="0" smtClean="0">
                <a:solidFill>
                  <a:srgbClr val="000000"/>
                </a:solidFill>
                <a:latin typeface="隶书" panose="02010509060101010101" charset="-122"/>
                <a:ea typeface="隶书" panose="02010509060101010101" charset="-122"/>
                <a:cs typeface="隶书" panose="02010509060101010101" charset="-122"/>
                <a:sym typeface="+mn-ea"/>
              </a:rPr>
              <a:t>字符</a:t>
            </a:r>
            <a:r>
              <a:rPr lang="zh-CN" altLang="en-US" sz="2000" dirty="0">
                <a:solidFill>
                  <a:srgbClr val="000000"/>
                </a:solidFill>
                <a:latin typeface="隶书" panose="02010509060101010101" charset="-122"/>
                <a:ea typeface="隶书" panose="02010509060101010101" charset="-122"/>
                <a:cs typeface="隶书" panose="02010509060101010101" charset="-122"/>
                <a:sym typeface="+mn-ea"/>
              </a:rPr>
              <a:t>数组赋值类似于一维数组，赋值分为数组的初始化和数组元素的赋值。初始化的方式有用字符初始化和用字符串初始化两种，也有用初始值表进行初始化的</a:t>
            </a:r>
            <a:r>
              <a:rPr lang="zh-CN" altLang="en-US" sz="2000" dirty="0" smtClean="0">
                <a:solidFill>
                  <a:srgbClr val="000000"/>
                </a:solidFill>
                <a:latin typeface="隶书" panose="02010509060101010101" charset="-122"/>
                <a:ea typeface="隶书" panose="02010509060101010101" charset="-122"/>
                <a:cs typeface="隶书" panose="02010509060101010101" charset="-122"/>
                <a:sym typeface="+mn-ea"/>
              </a:rPr>
              <a:t>。</a:t>
            </a:r>
            <a:endParaRPr lang="zh-CN" altLang="en-US" sz="2000" dirty="0">
              <a:latin typeface="隶书" panose="02010509060101010101" charset="-122"/>
              <a:ea typeface="隶书" panose="02010509060101010101" charset="-122"/>
              <a:cs typeface="隶书" panose="020105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2"/>
                                        </p:tgtEl>
                                        <p:attrNameLst>
                                          <p:attrName>style.visibility</p:attrName>
                                        </p:attrNameLst>
                                      </p:cBhvr>
                                      <p:to>
                                        <p:strVal val="visible"/>
                                      </p:to>
                                    </p:set>
                                    <p:anim calcmode="discrete" valueType="clr">
                                      <p:cBhvr override="childStyle">
                                        <p:cTn id="7" dur="80"/>
                                        <p:tgtEl>
                                          <p:spTgt spid="2"/>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
                                        </p:tgtEl>
                                        <p:attrNameLst>
                                          <p:attrName>fillcolor</p:attrName>
                                        </p:attrNameLst>
                                      </p:cBhvr>
                                      <p:tavLst>
                                        <p:tav tm="0">
                                          <p:val>
                                            <p:clrVal>
                                              <a:schemeClr val="accent2"/>
                                            </p:clrVal>
                                          </p:val>
                                        </p:tav>
                                        <p:tav tm="50000">
                                          <p:val>
                                            <p:clrVal>
                                              <a:schemeClr val="hlink"/>
                                            </p:clrVal>
                                          </p:val>
                                        </p:tav>
                                      </p:tavLst>
                                    </p:anim>
                                    <p:set>
                                      <p:cBhvr>
                                        <p:cTn id="9" dur="80"/>
                                        <p:tgtEl>
                                          <p:spTgt spid="2"/>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grpId="0" nodeType="clickEffect">
                                  <p:stCondLst>
                                    <p:cond delay="0"/>
                                  </p:stCondLst>
                                  <p:iterate type="lt">
                                    <p:tmPct val="50000"/>
                                  </p:iterate>
                                  <p:childTnLst>
                                    <p:set>
                                      <p:cBhvr>
                                        <p:cTn id="13" dur="1" fill="hold">
                                          <p:stCondLst>
                                            <p:cond delay="0"/>
                                          </p:stCondLst>
                                        </p:cTn>
                                        <p:tgtEl>
                                          <p:spTgt spid="3"/>
                                        </p:tgtEl>
                                        <p:attrNameLst>
                                          <p:attrName>style.visibility</p:attrName>
                                        </p:attrNameLst>
                                      </p:cBhvr>
                                      <p:to>
                                        <p:strVal val="visible"/>
                                      </p:to>
                                    </p:set>
                                    <p:anim calcmode="discrete" valueType="clr">
                                      <p:cBhvr override="childStyle">
                                        <p:cTn id="14" dur="80"/>
                                        <p:tgtEl>
                                          <p:spTgt spid="3"/>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3"/>
                                        </p:tgtEl>
                                        <p:attrNameLst>
                                          <p:attrName>fillcolor</p:attrName>
                                        </p:attrNameLst>
                                      </p:cBhvr>
                                      <p:tavLst>
                                        <p:tav tm="0">
                                          <p:val>
                                            <p:clrVal>
                                              <a:schemeClr val="accent2"/>
                                            </p:clrVal>
                                          </p:val>
                                        </p:tav>
                                        <p:tav tm="50000">
                                          <p:val>
                                            <p:clrVal>
                                              <a:schemeClr val="hlink"/>
                                            </p:clrVal>
                                          </p:val>
                                        </p:tav>
                                      </p:tavLst>
                                    </p:anim>
                                    <p:set>
                                      <p:cBhvr>
                                        <p:cTn id="16" dur="80"/>
                                        <p:tgtEl>
                                          <p:spTgt spid="3"/>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组合 3"/>
          <p:cNvGrpSpPr/>
          <p:nvPr/>
        </p:nvGrpSpPr>
        <p:grpSpPr>
          <a:xfrm>
            <a:off x="-23495" y="-113665"/>
            <a:ext cx="4674235" cy="787861"/>
            <a:chOff x="201757" y="129906"/>
            <a:chExt cx="6264696" cy="1096834"/>
          </a:xfrm>
        </p:grpSpPr>
        <p:pic>
          <p:nvPicPr>
            <p:cNvPr id="19473" name="Picture 9" descr="F:\ppt素材\图标\我收集的图标\字体\3.png"/>
            <p:cNvPicPr>
              <a:picLocks noChangeAspect="1"/>
            </p:cNvPicPr>
            <p:nvPr/>
          </p:nvPicPr>
          <p:blipFill>
            <a:blip r:embed="rId2"/>
            <a:stretch>
              <a:fillRect/>
            </a:stretch>
          </p:blipFill>
          <p:spPr>
            <a:xfrm rot="5400000">
              <a:off x="2884210" y="-2418911"/>
              <a:ext cx="899790" cy="6264696"/>
            </a:xfrm>
            <a:prstGeom prst="rect">
              <a:avLst/>
            </a:prstGeom>
            <a:noFill/>
            <a:ln w="9525">
              <a:noFill/>
            </a:ln>
          </p:spPr>
        </p:pic>
        <p:pic>
          <p:nvPicPr>
            <p:cNvPr id="19474" name="Picture 6" descr="F:\超棒ppt模板\中国风\中国风物件\maobi.png"/>
            <p:cNvPicPr>
              <a:picLocks noChangeAspect="1"/>
            </p:cNvPicPr>
            <p:nvPr/>
          </p:nvPicPr>
          <p:blipFill>
            <a:blip r:embed="rId3"/>
            <a:stretch>
              <a:fillRect/>
            </a:stretch>
          </p:blipFill>
          <p:spPr>
            <a:xfrm>
              <a:off x="308134" y="129906"/>
              <a:ext cx="775209" cy="775006"/>
            </a:xfrm>
            <a:prstGeom prst="rect">
              <a:avLst/>
            </a:prstGeom>
            <a:noFill/>
            <a:ln w="9525">
              <a:noFill/>
            </a:ln>
          </p:spPr>
        </p:pic>
        <p:sp>
          <p:nvSpPr>
            <p:cNvPr id="19475" name="TextBox 2"/>
            <p:cNvSpPr txBox="1"/>
            <p:nvPr/>
          </p:nvSpPr>
          <p:spPr>
            <a:xfrm>
              <a:off x="1083609" y="500071"/>
              <a:ext cx="2844474" cy="726669"/>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eaLnBrk="1" hangingPunct="1">
                <a:lnSpc>
                  <a:spcPct val="100000"/>
                </a:lnSpc>
                <a:spcBef>
                  <a:spcPct val="0"/>
                </a:spcBef>
                <a:buNone/>
              </a:pPr>
              <a:r>
                <a:rPr lang="zh-CN" altLang="en-US" b="1" dirty="0">
                  <a:solidFill>
                    <a:schemeClr val="bg1"/>
                  </a:solidFill>
                  <a:latin typeface="楷体" panose="02010609060101010101" pitchFamily="1" charset="-122"/>
                  <a:ea typeface="楷体" panose="02010609060101010101" pitchFamily="1" charset="-122"/>
                </a:rPr>
                <a:t>字符串</a:t>
              </a:r>
            </a:p>
          </p:txBody>
        </p:sp>
      </p:grpSp>
      <p:pic>
        <p:nvPicPr>
          <p:cNvPr id="4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4835" y="4641215"/>
            <a:ext cx="965200" cy="50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文本框 1"/>
          <p:cNvSpPr txBox="1"/>
          <p:nvPr/>
        </p:nvSpPr>
        <p:spPr>
          <a:xfrm>
            <a:off x="371475" y="770890"/>
            <a:ext cx="8206740" cy="2062103"/>
          </a:xfrm>
          <a:prstGeom prst="rect">
            <a:avLst/>
          </a:prstGeom>
          <a:noFill/>
        </p:spPr>
        <p:txBody>
          <a:bodyPr wrap="square" rtlCol="0" anchor="t">
            <a:spAutoFit/>
          </a:bodyPr>
          <a:lstStyle/>
          <a:p>
            <a:pPr lvl="0" indent="0">
              <a:lnSpc>
                <a:spcPct val="80000"/>
              </a:lnSpc>
              <a:spcBef>
                <a:spcPct val="20000"/>
              </a:spcBef>
              <a:buClr>
                <a:srgbClr val="0066CC"/>
              </a:buClr>
              <a:buFont typeface="Wingdings" panose="05000000000000000000" pitchFamily="2" charset="2"/>
              <a:buNone/>
            </a:pPr>
            <a:r>
              <a:rPr lang="en-US" altLang="zh-CN" sz="2000" dirty="0">
                <a:solidFill>
                  <a:srgbClr val="000000"/>
                </a:solidFill>
                <a:latin typeface="隶书" panose="02010509060101010101" charset="-122"/>
                <a:ea typeface="隶书" panose="02010509060101010101" charset="-122"/>
                <a:cs typeface="隶书" panose="02010509060101010101" charset="-122"/>
                <a:sym typeface="+mn-ea"/>
              </a:rPr>
              <a:t>1).</a:t>
            </a:r>
            <a:r>
              <a:rPr lang="zh-CN" altLang="en-US" sz="2000" dirty="0">
                <a:solidFill>
                  <a:srgbClr val="000000"/>
                </a:solidFill>
                <a:latin typeface="隶书" panose="02010509060101010101" charset="-122"/>
                <a:ea typeface="隶书" panose="02010509060101010101" charset="-122"/>
                <a:cs typeface="隶书" panose="02010509060101010101" charset="-122"/>
                <a:sym typeface="+mn-ea"/>
              </a:rPr>
              <a:t>用字符初始化数组</a:t>
            </a:r>
            <a:endParaRPr lang="zh-CN" altLang="en-US" sz="2000" dirty="0">
              <a:solidFill>
                <a:srgbClr val="000000"/>
              </a:solidFill>
              <a:latin typeface="隶书" panose="02010509060101010101" charset="-122"/>
              <a:ea typeface="隶书" panose="02010509060101010101" charset="-122"/>
              <a:cs typeface="隶书" panose="02010509060101010101" charset="-122"/>
            </a:endParaRPr>
          </a:p>
          <a:p>
            <a:pPr lvl="0" indent="0">
              <a:lnSpc>
                <a:spcPct val="80000"/>
              </a:lnSpc>
              <a:spcBef>
                <a:spcPct val="20000"/>
              </a:spcBef>
              <a:buClr>
                <a:srgbClr val="0066CC"/>
              </a:buClr>
              <a:buFont typeface="Wingdings" panose="05000000000000000000" pitchFamily="2" charset="2"/>
              <a:buNone/>
            </a:pPr>
            <a:r>
              <a:rPr lang="zh-CN" altLang="en-US" sz="2000" dirty="0">
                <a:solidFill>
                  <a:srgbClr val="000000"/>
                </a:solidFill>
                <a:latin typeface="隶书" panose="02010509060101010101" charset="-122"/>
                <a:ea typeface="隶书" panose="02010509060101010101" charset="-122"/>
                <a:cs typeface="隶书" panose="02010509060101010101" charset="-122"/>
                <a:sym typeface="+mn-ea"/>
              </a:rPr>
              <a:t>例如：</a:t>
            </a:r>
          </a:p>
          <a:p>
            <a:pPr lvl="0" indent="0">
              <a:lnSpc>
                <a:spcPct val="80000"/>
              </a:lnSpc>
              <a:spcBef>
                <a:spcPct val="20000"/>
              </a:spcBef>
              <a:buClr>
                <a:srgbClr val="0066CC"/>
              </a:buClr>
              <a:buFont typeface="Wingdings" panose="05000000000000000000" pitchFamily="2" charset="2"/>
              <a:buNone/>
            </a:pPr>
            <a:r>
              <a:rPr lang="zh-CN" altLang="en-US" sz="2000" dirty="0">
                <a:solidFill>
                  <a:srgbClr val="000000"/>
                </a:solidFill>
                <a:latin typeface="隶书" panose="02010509060101010101" charset="-122"/>
                <a:ea typeface="隶书" panose="02010509060101010101" charset="-122"/>
                <a:cs typeface="隶书" panose="02010509060101010101" charset="-122"/>
                <a:sym typeface="+mn-ea"/>
              </a:rPr>
              <a:t>   </a:t>
            </a:r>
            <a:r>
              <a:rPr lang="en-US" altLang="zh-CN" sz="2000" dirty="0">
                <a:solidFill>
                  <a:srgbClr val="000000"/>
                </a:solidFill>
                <a:latin typeface="隶书" panose="02010509060101010101" charset="-122"/>
                <a:ea typeface="隶书" panose="02010509060101010101" charset="-122"/>
                <a:cs typeface="隶书" panose="02010509060101010101" charset="-122"/>
                <a:sym typeface="+mn-ea"/>
              </a:rPr>
              <a:t>char chr1[5]={‘</a:t>
            </a:r>
            <a:r>
              <a:rPr lang="en-US" altLang="zh-CN" sz="2000" dirty="0" err="1">
                <a:solidFill>
                  <a:srgbClr val="000000"/>
                </a:solidFill>
                <a:latin typeface="隶书" panose="02010509060101010101" charset="-122"/>
                <a:ea typeface="隶书" panose="02010509060101010101" charset="-122"/>
                <a:cs typeface="隶书" panose="02010509060101010101" charset="-122"/>
                <a:sym typeface="+mn-ea"/>
              </a:rPr>
              <a:t>a’,‘b’,‘c’,‘d’,‘e</a:t>
            </a:r>
            <a:r>
              <a:rPr lang="en-US" altLang="zh-CN" sz="2000" dirty="0">
                <a:solidFill>
                  <a:srgbClr val="000000"/>
                </a:solidFill>
                <a:latin typeface="隶书" panose="02010509060101010101" charset="-122"/>
                <a:ea typeface="隶书" panose="02010509060101010101" charset="-122"/>
                <a:cs typeface="隶书" panose="02010509060101010101" charset="-122"/>
                <a:sym typeface="+mn-ea"/>
              </a:rPr>
              <a:t>’};</a:t>
            </a:r>
            <a:endParaRPr lang="en-US" altLang="zh-CN" sz="2000" dirty="0">
              <a:solidFill>
                <a:srgbClr val="000000"/>
              </a:solidFill>
              <a:latin typeface="隶书" panose="02010509060101010101" charset="-122"/>
              <a:ea typeface="隶书" panose="02010509060101010101" charset="-122"/>
              <a:cs typeface="隶书" panose="02010509060101010101" charset="-122"/>
            </a:endParaRPr>
          </a:p>
          <a:p>
            <a:pPr lvl="0" indent="0">
              <a:lnSpc>
                <a:spcPct val="80000"/>
              </a:lnSpc>
              <a:spcBef>
                <a:spcPct val="20000"/>
              </a:spcBef>
              <a:buClr>
                <a:srgbClr val="0066CC"/>
              </a:buClr>
              <a:buFont typeface="Wingdings" panose="05000000000000000000" pitchFamily="2" charset="2"/>
              <a:buNone/>
            </a:pPr>
            <a:r>
              <a:rPr lang="zh-CN" altLang="en-US" sz="2000" dirty="0">
                <a:solidFill>
                  <a:srgbClr val="000000"/>
                </a:solidFill>
                <a:latin typeface="隶书" panose="02010509060101010101" charset="-122"/>
                <a:ea typeface="隶书" panose="02010509060101010101" charset="-122"/>
                <a:cs typeface="隶书" panose="02010509060101010101" charset="-122"/>
                <a:sym typeface="+mn-ea"/>
              </a:rPr>
              <a:t>初始值表中的每个数据项是一个字符，用字符给数组</a:t>
            </a:r>
            <a:r>
              <a:rPr lang="en-US" altLang="zh-CN" sz="2000" dirty="0">
                <a:solidFill>
                  <a:srgbClr val="000000"/>
                </a:solidFill>
                <a:latin typeface="隶书" panose="02010509060101010101" charset="-122"/>
                <a:ea typeface="隶书" panose="02010509060101010101" charset="-122"/>
                <a:cs typeface="隶书" panose="02010509060101010101" charset="-122"/>
                <a:sym typeface="+mn-ea"/>
              </a:rPr>
              <a:t>chr1</a:t>
            </a:r>
            <a:r>
              <a:rPr lang="zh-CN" altLang="en-US" sz="2000" dirty="0">
                <a:solidFill>
                  <a:srgbClr val="000000"/>
                </a:solidFill>
                <a:latin typeface="隶书" panose="02010509060101010101" charset="-122"/>
                <a:ea typeface="隶书" panose="02010509060101010101" charset="-122"/>
                <a:cs typeface="隶书" panose="02010509060101010101" charset="-122"/>
                <a:sym typeface="+mn-ea"/>
              </a:rPr>
              <a:t>的各个元素初始化。当初始值个数少于元素个数时，从首元素开始赋值，剩余元素默认为空字符</a:t>
            </a:r>
            <a:r>
              <a:rPr lang="zh-CN" altLang="en-US" dirty="0" smtClean="0">
                <a:solidFill>
                  <a:srgbClr val="000000"/>
                </a:solidFill>
                <a:latin typeface="Arial" panose="020B0604020202020204"/>
                <a:ea typeface="宋体" panose="02010600030101010101" pitchFamily="2" charset="-122"/>
                <a:sym typeface="+mn-ea"/>
              </a:rPr>
              <a:t>。</a:t>
            </a:r>
            <a:endParaRPr lang="en-US" altLang="zh-CN" dirty="0" smtClean="0">
              <a:solidFill>
                <a:srgbClr val="000000"/>
              </a:solidFill>
              <a:latin typeface="Arial" panose="020B0604020202020204"/>
              <a:ea typeface="宋体" panose="02010600030101010101" pitchFamily="2" charset="-122"/>
              <a:sym typeface="+mn-ea"/>
            </a:endParaRPr>
          </a:p>
          <a:p>
            <a:pPr>
              <a:lnSpc>
                <a:spcPct val="80000"/>
              </a:lnSpc>
              <a:spcBef>
                <a:spcPct val="20000"/>
              </a:spcBef>
              <a:buClr>
                <a:srgbClr val="0066CC"/>
              </a:buClr>
            </a:pPr>
            <a:r>
              <a:rPr lang="en-US" altLang="zh-CN" dirty="0" smtClean="0">
                <a:solidFill>
                  <a:srgbClr val="000000"/>
                </a:solidFill>
                <a:latin typeface="隶书" panose="02010509060101010101" charset="-122"/>
                <a:ea typeface="隶书" panose="02010509060101010101" charset="-122"/>
                <a:cs typeface="隶书" panose="02010509060101010101" charset="-122"/>
                <a:sym typeface="+mn-ea"/>
              </a:rPr>
              <a:t>   </a:t>
            </a:r>
            <a:r>
              <a:rPr lang="en-US" altLang="zh-CN" sz="2000" dirty="0" smtClean="0">
                <a:solidFill>
                  <a:srgbClr val="000000"/>
                </a:solidFill>
                <a:latin typeface="隶书" panose="02010509060101010101" charset="-122"/>
                <a:ea typeface="隶书" panose="02010509060101010101" charset="-122"/>
                <a:cs typeface="隶书" panose="02010509060101010101" charset="-122"/>
                <a:sym typeface="+mn-ea"/>
              </a:rPr>
              <a:t>char </a:t>
            </a:r>
            <a:r>
              <a:rPr lang="en-US" altLang="zh-CN" sz="2000" dirty="0">
                <a:solidFill>
                  <a:srgbClr val="000000"/>
                </a:solidFill>
                <a:latin typeface="隶书" panose="02010509060101010101" charset="-122"/>
                <a:ea typeface="隶书" panose="02010509060101010101" charset="-122"/>
                <a:cs typeface="隶书" panose="02010509060101010101" charset="-122"/>
                <a:sym typeface="+mn-ea"/>
              </a:rPr>
              <a:t>chr1[5]={‘</a:t>
            </a:r>
            <a:r>
              <a:rPr lang="en-US" altLang="zh-CN" sz="2000" dirty="0" err="1">
                <a:solidFill>
                  <a:srgbClr val="000000"/>
                </a:solidFill>
                <a:latin typeface="隶书" panose="02010509060101010101" charset="-122"/>
                <a:ea typeface="隶书" panose="02010509060101010101" charset="-122"/>
                <a:cs typeface="隶书" panose="02010509060101010101" charset="-122"/>
                <a:sym typeface="+mn-ea"/>
              </a:rPr>
              <a:t>a’,‘b’,‘c</a:t>
            </a:r>
            <a:r>
              <a:rPr lang="en-US" altLang="zh-CN" sz="2000" dirty="0" smtClean="0">
                <a:solidFill>
                  <a:srgbClr val="000000"/>
                </a:solidFill>
                <a:latin typeface="隶书" panose="02010509060101010101" charset="-122"/>
                <a:ea typeface="隶书" panose="02010509060101010101" charset="-122"/>
                <a:cs typeface="隶书" panose="02010509060101010101" charset="-122"/>
                <a:sym typeface="+mn-ea"/>
              </a:rPr>
              <a:t>’};</a:t>
            </a:r>
            <a:endParaRPr lang="zh-CN" altLang="en-US" dirty="0"/>
          </a:p>
        </p:txBody>
      </p:sp>
      <p:sp>
        <p:nvSpPr>
          <p:cNvPr id="4" name="文本框 3"/>
          <p:cNvSpPr txBox="1"/>
          <p:nvPr/>
        </p:nvSpPr>
        <p:spPr>
          <a:xfrm>
            <a:off x="502359" y="3003798"/>
            <a:ext cx="8318113" cy="1569660"/>
          </a:xfrm>
          <a:prstGeom prst="rect">
            <a:avLst/>
          </a:prstGeom>
          <a:noFill/>
        </p:spPr>
        <p:txBody>
          <a:bodyPr wrap="square" rtlCol="0" anchor="t">
            <a:spAutoFit/>
          </a:bodyPr>
          <a:lstStyle/>
          <a:p>
            <a:pPr lvl="0" indent="0">
              <a:spcBef>
                <a:spcPct val="20000"/>
              </a:spcBef>
              <a:buClr>
                <a:srgbClr val="0066CC"/>
              </a:buClr>
              <a:buFont typeface="Wingdings" panose="05000000000000000000" pitchFamily="2" charset="2"/>
              <a:buNone/>
            </a:pPr>
            <a:r>
              <a:rPr lang="en-US" altLang="zh-CN" sz="2000" dirty="0" smtClean="0">
                <a:solidFill>
                  <a:srgbClr val="000000"/>
                </a:solidFill>
                <a:latin typeface="隶书" panose="02010509060101010101" charset="-122"/>
                <a:ea typeface="隶书" panose="02010509060101010101" charset="-122"/>
                <a:cs typeface="隶书" panose="02010509060101010101" charset="-122"/>
                <a:sym typeface="+mn-ea"/>
              </a:rPr>
              <a:t>2</a:t>
            </a:r>
            <a:r>
              <a:rPr lang="en-US" altLang="zh-CN" sz="2000" dirty="0">
                <a:solidFill>
                  <a:srgbClr val="000000"/>
                </a:solidFill>
                <a:latin typeface="隶书" panose="02010509060101010101" charset="-122"/>
                <a:ea typeface="隶书" panose="02010509060101010101" charset="-122"/>
                <a:cs typeface="隶书" panose="02010509060101010101" charset="-122"/>
                <a:sym typeface="+mn-ea"/>
              </a:rPr>
              <a:t>).</a:t>
            </a:r>
            <a:r>
              <a:rPr lang="zh-CN" altLang="en-US" sz="2000" b="1" dirty="0">
                <a:solidFill>
                  <a:srgbClr val="000000"/>
                </a:solidFill>
                <a:latin typeface="隶书" panose="02010509060101010101" charset="-122"/>
                <a:ea typeface="隶书" panose="02010509060101010101" charset="-122"/>
                <a:cs typeface="隶书" panose="02010509060101010101" charset="-122"/>
                <a:sym typeface="+mn-ea"/>
              </a:rPr>
              <a:t>字符数组</a:t>
            </a:r>
            <a:r>
              <a:rPr lang="zh-CN" altLang="en-US" sz="2000" b="1" dirty="0" smtClean="0">
                <a:solidFill>
                  <a:srgbClr val="000000"/>
                </a:solidFill>
                <a:latin typeface="隶书" panose="02010509060101010101" charset="-122"/>
                <a:ea typeface="隶书" panose="02010509060101010101" charset="-122"/>
                <a:cs typeface="隶书" panose="02010509060101010101" charset="-122"/>
                <a:sym typeface="+mn-ea"/>
              </a:rPr>
              <a:t>的赋值</a:t>
            </a:r>
            <a:endParaRPr lang="en-US" altLang="zh-CN" sz="2000" dirty="0" smtClean="0">
              <a:solidFill>
                <a:srgbClr val="000000"/>
              </a:solidFill>
              <a:latin typeface="隶书" panose="02010509060101010101" charset="-122"/>
              <a:ea typeface="隶书" panose="02010509060101010101" charset="-122"/>
              <a:cs typeface="隶书" panose="02010509060101010101" charset="-122"/>
            </a:endParaRPr>
          </a:p>
          <a:p>
            <a:pPr lvl="0" indent="0">
              <a:lnSpc>
                <a:spcPct val="80000"/>
              </a:lnSpc>
              <a:spcBef>
                <a:spcPct val="20000"/>
              </a:spcBef>
              <a:buClr>
                <a:srgbClr val="0066CC"/>
              </a:buClr>
              <a:buFont typeface="Wingdings" panose="05000000000000000000" pitchFamily="2" charset="2"/>
              <a:buNone/>
            </a:pPr>
            <a:r>
              <a:rPr lang="zh-CN" altLang="en-US" sz="2000" dirty="0">
                <a:solidFill>
                  <a:srgbClr val="000000"/>
                </a:solidFill>
                <a:latin typeface="隶书" panose="02010509060101010101" charset="-122"/>
                <a:ea typeface="隶书" panose="02010509060101010101" charset="-122"/>
                <a:cs typeface="隶书" panose="02010509060101010101" charset="-122"/>
                <a:sym typeface="+mn-ea"/>
              </a:rPr>
              <a:t>如果提供的初值个数与预定的数组长度相同，在定义是可以省略数组长度，系统会自动根据初值个数确定数组长度，如：</a:t>
            </a:r>
            <a:endParaRPr lang="zh-CN" altLang="en-US" sz="2000" dirty="0">
              <a:solidFill>
                <a:srgbClr val="000000"/>
              </a:solidFill>
              <a:latin typeface="隶书" panose="02010509060101010101" charset="-122"/>
              <a:ea typeface="隶书" panose="02010509060101010101" charset="-122"/>
              <a:cs typeface="隶书" panose="02010509060101010101" charset="-122"/>
            </a:endParaRPr>
          </a:p>
          <a:p>
            <a:pPr lvl="0" indent="0">
              <a:lnSpc>
                <a:spcPct val="80000"/>
              </a:lnSpc>
              <a:spcBef>
                <a:spcPct val="20000"/>
              </a:spcBef>
              <a:buClr>
                <a:srgbClr val="0066CC"/>
              </a:buClr>
              <a:buFont typeface="Wingdings" panose="05000000000000000000" pitchFamily="2" charset="2"/>
              <a:buNone/>
            </a:pPr>
            <a:r>
              <a:rPr lang="en-US" altLang="zh-CN" sz="2000" dirty="0">
                <a:solidFill>
                  <a:srgbClr val="FF0000"/>
                </a:solidFill>
                <a:latin typeface="隶书" panose="02010509060101010101" charset="-122"/>
                <a:ea typeface="隶书" panose="02010509060101010101" charset="-122"/>
                <a:cs typeface="隶书" panose="02010509060101010101" charset="-122"/>
                <a:sym typeface="+mn-ea"/>
              </a:rPr>
              <a:t>char chr1[]={‘</a:t>
            </a:r>
            <a:r>
              <a:rPr lang="en-US" altLang="zh-CN" sz="2000" dirty="0" err="1">
                <a:solidFill>
                  <a:srgbClr val="FF0000"/>
                </a:solidFill>
                <a:latin typeface="隶书" panose="02010509060101010101" charset="-122"/>
                <a:ea typeface="隶书" panose="02010509060101010101" charset="-122"/>
                <a:cs typeface="隶书" panose="02010509060101010101" charset="-122"/>
                <a:sym typeface="+mn-ea"/>
              </a:rPr>
              <a:t>a’,‘b’,‘c’,‘d’,‘e</a:t>
            </a:r>
            <a:r>
              <a:rPr lang="en-US" altLang="zh-CN" sz="2000" dirty="0">
                <a:solidFill>
                  <a:srgbClr val="FF0000"/>
                </a:solidFill>
                <a:latin typeface="隶书" panose="02010509060101010101" charset="-122"/>
                <a:ea typeface="隶书" panose="02010509060101010101" charset="-122"/>
                <a:cs typeface="隶书" panose="02010509060101010101" charset="-122"/>
                <a:sym typeface="+mn-ea"/>
              </a:rPr>
              <a:t>’};</a:t>
            </a:r>
            <a:endParaRPr lang="en-US" altLang="zh-CN" sz="2000" dirty="0">
              <a:solidFill>
                <a:srgbClr val="FF0000"/>
              </a:solidFill>
              <a:latin typeface="隶书" panose="02010509060101010101" charset="-122"/>
              <a:ea typeface="隶书" panose="02010509060101010101" charset="-122"/>
              <a:cs typeface="隶书" panose="02010509060101010101" charset="-122"/>
            </a:endParaRPr>
          </a:p>
          <a:p>
            <a:pPr lvl="0" indent="0">
              <a:lnSpc>
                <a:spcPct val="80000"/>
              </a:lnSpc>
              <a:spcBef>
                <a:spcPct val="20000"/>
              </a:spcBef>
              <a:buClr>
                <a:srgbClr val="0066CC"/>
              </a:buClr>
              <a:buFont typeface="Wingdings" panose="05000000000000000000" pitchFamily="2" charset="2"/>
              <a:buNone/>
            </a:pPr>
            <a:r>
              <a:rPr lang="zh-CN" altLang="en-US" sz="2000" dirty="0">
                <a:solidFill>
                  <a:srgbClr val="000000"/>
                </a:solidFill>
                <a:latin typeface="隶书" panose="02010509060101010101" charset="-122"/>
                <a:ea typeface="隶书" panose="02010509060101010101" charset="-122"/>
                <a:cs typeface="隶书" panose="02010509060101010101" charset="-122"/>
                <a:sym typeface="+mn-ea"/>
              </a:rPr>
              <a:t>这样就定义了一个长度为</a:t>
            </a:r>
            <a:r>
              <a:rPr lang="en-US" altLang="zh-CN" sz="2000" dirty="0">
                <a:solidFill>
                  <a:srgbClr val="000000"/>
                </a:solidFill>
                <a:latin typeface="隶书" panose="02010509060101010101" charset="-122"/>
                <a:ea typeface="隶书" panose="02010509060101010101" charset="-122"/>
                <a:cs typeface="隶书" panose="02010509060101010101" charset="-122"/>
                <a:sym typeface="+mn-ea"/>
              </a:rPr>
              <a:t>5</a:t>
            </a:r>
            <a:r>
              <a:rPr lang="zh-CN" altLang="en-US" sz="2000" dirty="0">
                <a:solidFill>
                  <a:srgbClr val="000000"/>
                </a:solidFill>
                <a:latin typeface="隶书" panose="02010509060101010101" charset="-122"/>
                <a:ea typeface="隶书" panose="02010509060101010101" charset="-122"/>
                <a:cs typeface="隶书" panose="02010509060101010101" charset="-122"/>
                <a:sym typeface="+mn-ea"/>
              </a:rPr>
              <a:t>的字符数组，每一个元素如大括号内的字符。</a:t>
            </a:r>
            <a:endParaRPr lang="zh-CN" altLang="en-US" sz="2000" dirty="0">
              <a:latin typeface="隶书" panose="02010509060101010101" charset="-122"/>
              <a:ea typeface="隶书" panose="02010509060101010101" charset="-122"/>
              <a:cs typeface="隶书" panose="020105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2"/>
                                        </p:tgtEl>
                                        <p:attrNameLst>
                                          <p:attrName>style.visibility</p:attrName>
                                        </p:attrNameLst>
                                      </p:cBhvr>
                                      <p:to>
                                        <p:strVal val="visible"/>
                                      </p:to>
                                    </p:set>
                                    <p:anim calcmode="discrete" valueType="clr">
                                      <p:cBhvr override="childStyle">
                                        <p:cTn id="7" dur="80"/>
                                        <p:tgtEl>
                                          <p:spTgt spid="2"/>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
                                        </p:tgtEl>
                                        <p:attrNameLst>
                                          <p:attrName>fillcolor</p:attrName>
                                        </p:attrNameLst>
                                      </p:cBhvr>
                                      <p:tavLst>
                                        <p:tav tm="0">
                                          <p:val>
                                            <p:clrVal>
                                              <a:schemeClr val="accent2"/>
                                            </p:clrVal>
                                          </p:val>
                                        </p:tav>
                                        <p:tav tm="50000">
                                          <p:val>
                                            <p:clrVal>
                                              <a:schemeClr val="hlink"/>
                                            </p:clrVal>
                                          </p:val>
                                        </p:tav>
                                      </p:tavLst>
                                    </p:anim>
                                    <p:set>
                                      <p:cBhvr>
                                        <p:cTn id="9" dur="80"/>
                                        <p:tgtEl>
                                          <p:spTgt spid="2"/>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grpId="0" nodeType="clickEffect">
                                  <p:stCondLst>
                                    <p:cond delay="0"/>
                                  </p:stCondLst>
                                  <p:iterate type="lt">
                                    <p:tmPct val="50000"/>
                                  </p:iterate>
                                  <p:childTnLst>
                                    <p:set>
                                      <p:cBhvr>
                                        <p:cTn id="13" dur="1" fill="hold">
                                          <p:stCondLst>
                                            <p:cond delay="0"/>
                                          </p:stCondLst>
                                        </p:cTn>
                                        <p:tgtEl>
                                          <p:spTgt spid="4"/>
                                        </p:tgtEl>
                                        <p:attrNameLst>
                                          <p:attrName>style.visibility</p:attrName>
                                        </p:attrNameLst>
                                      </p:cBhvr>
                                      <p:to>
                                        <p:strVal val="visible"/>
                                      </p:to>
                                    </p:set>
                                    <p:anim calcmode="discrete" valueType="clr">
                                      <p:cBhvr override="childStyle">
                                        <p:cTn id="14" dur="80"/>
                                        <p:tgtEl>
                                          <p:spTgt spid="4"/>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4"/>
                                        </p:tgtEl>
                                        <p:attrNameLst>
                                          <p:attrName>fillcolor</p:attrName>
                                        </p:attrNameLst>
                                      </p:cBhvr>
                                      <p:tavLst>
                                        <p:tav tm="0">
                                          <p:val>
                                            <p:clrVal>
                                              <a:schemeClr val="accent2"/>
                                            </p:clrVal>
                                          </p:val>
                                        </p:tav>
                                        <p:tav tm="50000">
                                          <p:val>
                                            <p:clrVal>
                                              <a:schemeClr val="hlink"/>
                                            </p:clrVal>
                                          </p:val>
                                        </p:tav>
                                      </p:tavLst>
                                    </p:anim>
                                    <p:set>
                                      <p:cBhvr>
                                        <p:cTn id="16" dur="80"/>
                                        <p:tgtEl>
                                          <p:spTgt spid="4"/>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组合 3"/>
          <p:cNvGrpSpPr/>
          <p:nvPr/>
        </p:nvGrpSpPr>
        <p:grpSpPr>
          <a:xfrm>
            <a:off x="-23495" y="-113665"/>
            <a:ext cx="4674235" cy="787861"/>
            <a:chOff x="201757" y="129906"/>
            <a:chExt cx="6264696" cy="1096834"/>
          </a:xfrm>
        </p:grpSpPr>
        <p:pic>
          <p:nvPicPr>
            <p:cNvPr id="19473" name="Picture 9" descr="F:\ppt素材\图标\我收集的图标\字体\3.png"/>
            <p:cNvPicPr>
              <a:picLocks noChangeAspect="1"/>
            </p:cNvPicPr>
            <p:nvPr/>
          </p:nvPicPr>
          <p:blipFill>
            <a:blip r:embed="rId2"/>
            <a:stretch>
              <a:fillRect/>
            </a:stretch>
          </p:blipFill>
          <p:spPr>
            <a:xfrm rot="5400000">
              <a:off x="2884210" y="-2418911"/>
              <a:ext cx="899790" cy="6264696"/>
            </a:xfrm>
            <a:prstGeom prst="rect">
              <a:avLst/>
            </a:prstGeom>
            <a:noFill/>
            <a:ln w="9525">
              <a:noFill/>
            </a:ln>
          </p:spPr>
        </p:pic>
        <p:pic>
          <p:nvPicPr>
            <p:cNvPr id="19474" name="Picture 6" descr="F:\超棒ppt模板\中国风\中国风物件\maobi.png"/>
            <p:cNvPicPr>
              <a:picLocks noChangeAspect="1"/>
            </p:cNvPicPr>
            <p:nvPr/>
          </p:nvPicPr>
          <p:blipFill>
            <a:blip r:embed="rId3"/>
            <a:stretch>
              <a:fillRect/>
            </a:stretch>
          </p:blipFill>
          <p:spPr>
            <a:xfrm>
              <a:off x="308134" y="129906"/>
              <a:ext cx="775209" cy="775006"/>
            </a:xfrm>
            <a:prstGeom prst="rect">
              <a:avLst/>
            </a:prstGeom>
            <a:noFill/>
            <a:ln w="9525">
              <a:noFill/>
            </a:ln>
          </p:spPr>
        </p:pic>
        <p:sp>
          <p:nvSpPr>
            <p:cNvPr id="19475" name="TextBox 2"/>
            <p:cNvSpPr txBox="1"/>
            <p:nvPr/>
          </p:nvSpPr>
          <p:spPr>
            <a:xfrm>
              <a:off x="1083609" y="500071"/>
              <a:ext cx="2844474" cy="726669"/>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eaLnBrk="1" hangingPunct="1">
                <a:lnSpc>
                  <a:spcPct val="100000"/>
                </a:lnSpc>
                <a:spcBef>
                  <a:spcPct val="0"/>
                </a:spcBef>
                <a:buNone/>
              </a:pPr>
              <a:r>
                <a:rPr lang="zh-CN" altLang="en-US" b="1" dirty="0">
                  <a:solidFill>
                    <a:schemeClr val="bg1"/>
                  </a:solidFill>
                  <a:latin typeface="楷体" panose="02010609060101010101" pitchFamily="1" charset="-122"/>
                  <a:ea typeface="楷体" panose="02010609060101010101" pitchFamily="1" charset="-122"/>
                </a:rPr>
                <a:t>字符串</a:t>
              </a:r>
            </a:p>
          </p:txBody>
        </p:sp>
      </p:grpSp>
      <p:pic>
        <p:nvPicPr>
          <p:cNvPr id="4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4835" y="4641215"/>
            <a:ext cx="965200" cy="50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文本框 1"/>
          <p:cNvSpPr txBox="1"/>
          <p:nvPr/>
        </p:nvSpPr>
        <p:spPr>
          <a:xfrm>
            <a:off x="271780" y="674370"/>
            <a:ext cx="8388350" cy="2646045"/>
          </a:xfrm>
          <a:prstGeom prst="rect">
            <a:avLst/>
          </a:prstGeom>
          <a:noFill/>
        </p:spPr>
        <p:txBody>
          <a:bodyPr wrap="square" rtlCol="0" anchor="t">
            <a:spAutoFit/>
          </a:bodyPr>
          <a:lstStyle/>
          <a:p>
            <a:pPr lvl="0" indent="0">
              <a:lnSpc>
                <a:spcPct val="90000"/>
              </a:lnSpc>
              <a:spcBef>
                <a:spcPct val="20000"/>
              </a:spcBef>
              <a:buClr>
                <a:srgbClr val="0066CC"/>
              </a:buClr>
              <a:buFont typeface="Wingdings" panose="05000000000000000000" pitchFamily="2" charset="2"/>
              <a:buNone/>
            </a:pPr>
            <a:r>
              <a:rPr lang="zh-CN" altLang="en-US" sz="2000" dirty="0">
                <a:solidFill>
                  <a:srgbClr val="000000"/>
                </a:solidFill>
                <a:latin typeface="隶书" panose="02010509060101010101" charset="-122"/>
                <a:ea typeface="隶书" panose="02010509060101010101" charset="-122"/>
                <a:cs typeface="隶书" panose="02010509060101010101" charset="-122"/>
                <a:sym typeface="+mn-ea"/>
              </a:rPr>
              <a:t>字符数组中也可以存放若干个字符，也可以来存放字符串。两者的区别是字符串有一结束符</a:t>
            </a:r>
            <a:r>
              <a:rPr lang="en-US" altLang="zh-CN" sz="2000" dirty="0">
                <a:solidFill>
                  <a:srgbClr val="000000"/>
                </a:solidFill>
                <a:latin typeface="隶书" panose="02010509060101010101" charset="-122"/>
                <a:ea typeface="隶书" panose="02010509060101010101" charset="-122"/>
                <a:cs typeface="隶书" panose="02010509060101010101" charset="-122"/>
                <a:sym typeface="+mn-ea"/>
              </a:rPr>
              <a:t>(‘\0’)</a:t>
            </a:r>
            <a:r>
              <a:rPr lang="zh-CN" altLang="en-US" sz="2000" dirty="0">
                <a:solidFill>
                  <a:srgbClr val="000000"/>
                </a:solidFill>
                <a:latin typeface="隶书" panose="02010509060101010101" charset="-122"/>
                <a:ea typeface="隶书" panose="02010509060101010101" charset="-122"/>
                <a:cs typeface="隶书" panose="02010509060101010101" charset="-122"/>
                <a:sym typeface="+mn-ea"/>
              </a:rPr>
              <a:t>。反过来说，在一维字符数组中存放着带有结束符的若干个字符可以称为字符串。字符串是一维字符数组，但是一维字符数组不等于字符串。</a:t>
            </a:r>
            <a:endParaRPr lang="zh-CN" altLang="en-US" sz="2000" dirty="0">
              <a:solidFill>
                <a:srgbClr val="000000"/>
              </a:solidFill>
              <a:latin typeface="隶书" panose="02010509060101010101" charset="-122"/>
              <a:ea typeface="隶书" panose="02010509060101010101" charset="-122"/>
              <a:cs typeface="隶书" panose="02010509060101010101" charset="-122"/>
            </a:endParaRPr>
          </a:p>
          <a:p>
            <a:pPr lvl="0" indent="0">
              <a:lnSpc>
                <a:spcPct val="90000"/>
              </a:lnSpc>
              <a:spcBef>
                <a:spcPct val="20000"/>
              </a:spcBef>
              <a:buClr>
                <a:srgbClr val="0066CC"/>
              </a:buClr>
              <a:buFont typeface="Wingdings" panose="05000000000000000000" pitchFamily="2" charset="2"/>
              <a:buNone/>
            </a:pPr>
            <a:r>
              <a:rPr lang="zh-CN" altLang="en-US" sz="2000" dirty="0">
                <a:solidFill>
                  <a:srgbClr val="000000"/>
                </a:solidFill>
                <a:latin typeface="隶书" panose="02010509060101010101" charset="-122"/>
                <a:ea typeface="隶书" panose="02010509060101010101" charset="-122"/>
                <a:cs typeface="隶书" panose="02010509060101010101" charset="-122"/>
                <a:sym typeface="+mn-ea"/>
              </a:rPr>
              <a:t>例如：</a:t>
            </a:r>
            <a:r>
              <a:rPr lang="en-US" altLang="zh-CN" sz="2000" dirty="0">
                <a:solidFill>
                  <a:srgbClr val="FF0000"/>
                </a:solidFill>
                <a:latin typeface="隶书" panose="02010509060101010101" charset="-122"/>
                <a:ea typeface="隶书" panose="02010509060101010101" charset="-122"/>
                <a:cs typeface="隶书" panose="02010509060101010101" charset="-122"/>
                <a:sym typeface="+mn-ea"/>
              </a:rPr>
              <a:t>char chr2[5]={‘</a:t>
            </a:r>
            <a:r>
              <a:rPr lang="en-US" altLang="zh-CN" sz="2000" dirty="0" err="1">
                <a:solidFill>
                  <a:srgbClr val="FF0000"/>
                </a:solidFill>
                <a:latin typeface="隶书" panose="02010509060101010101" charset="-122"/>
                <a:ea typeface="隶书" panose="02010509060101010101" charset="-122"/>
                <a:cs typeface="隶书" panose="02010509060101010101" charset="-122"/>
                <a:sym typeface="+mn-ea"/>
              </a:rPr>
              <a:t>a’,‘b’,‘c’,‘d</a:t>
            </a:r>
            <a:r>
              <a:rPr lang="en-US" altLang="zh-CN" sz="2000" dirty="0">
                <a:solidFill>
                  <a:srgbClr val="FF0000"/>
                </a:solidFill>
                <a:latin typeface="隶书" panose="02010509060101010101" charset="-122"/>
                <a:ea typeface="隶书" panose="02010509060101010101" charset="-122"/>
                <a:cs typeface="隶书" panose="02010509060101010101" charset="-122"/>
                <a:sym typeface="+mn-ea"/>
              </a:rPr>
              <a:t>’,‘\0’}; </a:t>
            </a:r>
            <a:r>
              <a:rPr lang="zh-CN" altLang="en-US" sz="2000" dirty="0">
                <a:solidFill>
                  <a:srgbClr val="000000"/>
                </a:solidFill>
                <a:latin typeface="隶书" panose="02010509060101010101" charset="-122"/>
                <a:ea typeface="隶书" panose="02010509060101010101" charset="-122"/>
                <a:cs typeface="隶书" panose="02010509060101010101" charset="-122"/>
                <a:sym typeface="+mn-ea"/>
              </a:rPr>
              <a:t>即在数组</a:t>
            </a:r>
            <a:r>
              <a:rPr lang="en-US" altLang="zh-CN" sz="2000" dirty="0">
                <a:solidFill>
                  <a:srgbClr val="000000"/>
                </a:solidFill>
                <a:latin typeface="隶书" panose="02010509060101010101" charset="-122"/>
                <a:ea typeface="隶书" panose="02010509060101010101" charset="-122"/>
                <a:cs typeface="隶书" panose="02010509060101010101" charset="-122"/>
                <a:sym typeface="+mn-ea"/>
              </a:rPr>
              <a:t>chr2</a:t>
            </a:r>
            <a:r>
              <a:rPr lang="zh-CN" altLang="en-US" sz="2000" dirty="0">
                <a:solidFill>
                  <a:srgbClr val="000000"/>
                </a:solidFill>
                <a:latin typeface="隶书" panose="02010509060101010101" charset="-122"/>
                <a:ea typeface="隶书" panose="02010509060101010101" charset="-122"/>
                <a:cs typeface="隶书" panose="02010509060101010101" charset="-122"/>
                <a:sym typeface="+mn-ea"/>
              </a:rPr>
              <a:t>中存放着一个字符串</a:t>
            </a:r>
            <a:r>
              <a:rPr lang="zh-CN" altLang="en-US" sz="2000" dirty="0">
                <a:solidFill>
                  <a:srgbClr val="FF0000"/>
                </a:solidFill>
                <a:latin typeface="隶书" panose="02010509060101010101" charset="-122"/>
                <a:ea typeface="隶书" panose="02010509060101010101" charset="-122"/>
                <a:cs typeface="隶书" panose="02010509060101010101" charset="-122"/>
                <a:sym typeface="+mn-ea"/>
              </a:rPr>
              <a:t>“</a:t>
            </a:r>
            <a:r>
              <a:rPr lang="en-US" altLang="zh-CN" sz="2000" dirty="0" err="1">
                <a:solidFill>
                  <a:srgbClr val="FF0000"/>
                </a:solidFill>
                <a:latin typeface="隶书" panose="02010509060101010101" charset="-122"/>
                <a:ea typeface="隶书" panose="02010509060101010101" charset="-122"/>
                <a:cs typeface="隶书" panose="02010509060101010101" charset="-122"/>
                <a:sym typeface="+mn-ea"/>
              </a:rPr>
              <a:t>abcd</a:t>
            </a:r>
            <a:r>
              <a:rPr lang="en-US" altLang="zh-CN" sz="2000" dirty="0">
                <a:solidFill>
                  <a:srgbClr val="FF0000"/>
                </a:solidFill>
                <a:latin typeface="隶书" panose="02010509060101010101" charset="-122"/>
                <a:ea typeface="隶书" panose="02010509060101010101" charset="-122"/>
                <a:cs typeface="隶书" panose="02010509060101010101" charset="-122"/>
                <a:sym typeface="+mn-ea"/>
              </a:rPr>
              <a:t>”</a:t>
            </a:r>
            <a:r>
              <a:rPr lang="zh-CN" altLang="en-US" sz="2000" dirty="0">
                <a:solidFill>
                  <a:srgbClr val="000000"/>
                </a:solidFill>
                <a:latin typeface="隶书" panose="02010509060101010101" charset="-122"/>
                <a:ea typeface="隶书" panose="02010509060101010101" charset="-122"/>
                <a:cs typeface="隶书" panose="02010509060101010101" charset="-122"/>
                <a:sym typeface="+mn-ea"/>
              </a:rPr>
              <a:t>。也可以写成下列形式：</a:t>
            </a:r>
            <a:endParaRPr lang="zh-CN" altLang="en-US" sz="2000" dirty="0">
              <a:solidFill>
                <a:srgbClr val="000000"/>
              </a:solidFill>
              <a:latin typeface="隶书" panose="02010509060101010101" charset="-122"/>
              <a:ea typeface="隶书" panose="02010509060101010101" charset="-122"/>
              <a:cs typeface="隶书" panose="02010509060101010101" charset="-122"/>
            </a:endParaRPr>
          </a:p>
          <a:p>
            <a:pPr lvl="0" indent="0">
              <a:lnSpc>
                <a:spcPct val="125000"/>
              </a:lnSpc>
              <a:spcBef>
                <a:spcPct val="20000"/>
              </a:spcBef>
              <a:buClr>
                <a:srgbClr val="0066CC"/>
              </a:buClr>
              <a:buFont typeface="Wingdings" panose="05000000000000000000" pitchFamily="2" charset="2"/>
              <a:buNone/>
            </a:pPr>
            <a:r>
              <a:rPr lang="en-US" altLang="zh-CN" sz="2000" dirty="0">
                <a:solidFill>
                  <a:srgbClr val="FF0000"/>
                </a:solidFill>
                <a:latin typeface="隶书" panose="02010509060101010101" charset="-122"/>
                <a:ea typeface="隶书" panose="02010509060101010101" charset="-122"/>
                <a:cs typeface="隶书" panose="02010509060101010101" charset="-122"/>
                <a:sym typeface="+mn-ea"/>
              </a:rPr>
              <a:t>char chr2[5]=“</a:t>
            </a:r>
            <a:r>
              <a:rPr lang="en-US" altLang="zh-CN" sz="2000" dirty="0" err="1">
                <a:solidFill>
                  <a:srgbClr val="FF0000"/>
                </a:solidFill>
                <a:latin typeface="隶书" panose="02010509060101010101" charset="-122"/>
                <a:ea typeface="隶书" panose="02010509060101010101" charset="-122"/>
                <a:cs typeface="隶书" panose="02010509060101010101" charset="-122"/>
                <a:sym typeface="+mn-ea"/>
              </a:rPr>
              <a:t>abcd</a:t>
            </a:r>
            <a:r>
              <a:rPr lang="en-US" altLang="zh-CN" sz="2000" dirty="0">
                <a:solidFill>
                  <a:srgbClr val="FF0000"/>
                </a:solidFill>
                <a:latin typeface="隶书" panose="02010509060101010101" charset="-122"/>
                <a:ea typeface="隶书" panose="02010509060101010101" charset="-122"/>
                <a:cs typeface="隶书" panose="02010509060101010101" charset="-122"/>
                <a:sym typeface="+mn-ea"/>
              </a:rPr>
              <a:t>”</a:t>
            </a:r>
            <a:r>
              <a:rPr lang="zh-CN" altLang="en-US" sz="2000" dirty="0">
                <a:solidFill>
                  <a:srgbClr val="FF0000"/>
                </a:solidFill>
                <a:latin typeface="隶书" panose="02010509060101010101" charset="-122"/>
                <a:ea typeface="隶书" panose="02010509060101010101" charset="-122"/>
                <a:cs typeface="隶书" panose="02010509060101010101" charset="-122"/>
                <a:sym typeface="+mn-ea"/>
              </a:rPr>
              <a:t>。（</a:t>
            </a:r>
            <a:r>
              <a:rPr lang="zh-CN" altLang="en-US" sz="2000" dirty="0">
                <a:solidFill>
                  <a:srgbClr val="000000"/>
                </a:solidFill>
                <a:latin typeface="隶书" panose="02010509060101010101" charset="-122"/>
                <a:ea typeface="隶书" panose="02010509060101010101" charset="-122"/>
                <a:cs typeface="隶书" panose="02010509060101010101" charset="-122"/>
                <a:sym typeface="+mn-ea"/>
              </a:rPr>
              <a:t>使用此格式均要注意字符串的长度应小于字符数组的大小或等于字符数组的大小减</a:t>
            </a:r>
            <a:r>
              <a:rPr lang="en-US" altLang="zh-CN" sz="2000" dirty="0">
                <a:solidFill>
                  <a:srgbClr val="000000"/>
                </a:solidFill>
                <a:latin typeface="隶书" panose="02010509060101010101" charset="-122"/>
                <a:ea typeface="隶书" panose="02010509060101010101" charset="-122"/>
                <a:cs typeface="隶书" panose="02010509060101010101" charset="-122"/>
                <a:sym typeface="+mn-ea"/>
              </a:rPr>
              <a:t>1</a:t>
            </a:r>
            <a:r>
              <a:rPr lang="zh-CN" altLang="en-US" sz="2000" dirty="0">
                <a:solidFill>
                  <a:srgbClr val="FF0000"/>
                </a:solidFill>
                <a:latin typeface="隶书" panose="02010509060101010101" charset="-122"/>
                <a:ea typeface="隶书" panose="02010509060101010101" charset="-122"/>
                <a:cs typeface="隶书" panose="02010509060101010101" charset="-122"/>
                <a:sym typeface="+mn-ea"/>
              </a:rPr>
              <a:t>）。</a:t>
            </a:r>
          </a:p>
        </p:txBody>
      </p:sp>
      <p:sp>
        <p:nvSpPr>
          <p:cNvPr id="8" name="矩形 7"/>
          <p:cNvSpPr/>
          <p:nvPr/>
        </p:nvSpPr>
        <p:spPr>
          <a:xfrm>
            <a:off x="4355976" y="150383"/>
            <a:ext cx="2969083" cy="461665"/>
          </a:xfrm>
          <a:prstGeom prst="rect">
            <a:avLst/>
          </a:prstGeom>
        </p:spPr>
        <p:txBody>
          <a:bodyPr wrap="none">
            <a:spAutoFit/>
          </a:bodyPr>
          <a:lstStyle/>
          <a:p>
            <a:r>
              <a:rPr lang="en-US" altLang="zh-CN" sz="2400" b="1" dirty="0" smtClean="0">
                <a:solidFill>
                  <a:srgbClr val="FF0000"/>
                </a:solidFill>
                <a:latin typeface="隶书" panose="02010509060101010101" charset="-122"/>
                <a:ea typeface="隶书" panose="02010509060101010101" charset="-122"/>
                <a:cs typeface="隶书" panose="02010509060101010101" charset="-122"/>
              </a:rPr>
              <a:t>——</a:t>
            </a:r>
            <a:r>
              <a:rPr lang="zh-CN" altLang="zh-CN" sz="2400" b="1" dirty="0" smtClean="0">
                <a:solidFill>
                  <a:srgbClr val="FF0000"/>
                </a:solidFill>
                <a:latin typeface="隶书" panose="02010509060101010101" charset="-122"/>
                <a:ea typeface="隶书" panose="02010509060101010101" charset="-122"/>
                <a:cs typeface="隶书" panose="02010509060101010101" charset="-122"/>
              </a:rPr>
              <a:t>字符串</a:t>
            </a:r>
            <a:r>
              <a:rPr lang="zh-CN" altLang="zh-CN" sz="2400" b="1" dirty="0">
                <a:solidFill>
                  <a:srgbClr val="FF0000"/>
                </a:solidFill>
                <a:latin typeface="隶书" panose="02010509060101010101" charset="-122"/>
                <a:ea typeface="隶书" panose="02010509060101010101" charset="-122"/>
                <a:cs typeface="隶书" panose="02010509060101010101" charset="-122"/>
              </a:rPr>
              <a:t>数组类型</a:t>
            </a:r>
            <a:endParaRPr lang="zh-CN" altLang="en-US" sz="2400"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2"/>
                                        </p:tgtEl>
                                        <p:attrNameLst>
                                          <p:attrName>style.visibility</p:attrName>
                                        </p:attrNameLst>
                                      </p:cBhvr>
                                      <p:to>
                                        <p:strVal val="visible"/>
                                      </p:to>
                                    </p:set>
                                    <p:anim calcmode="discrete" valueType="clr">
                                      <p:cBhvr override="childStyle">
                                        <p:cTn id="7" dur="80"/>
                                        <p:tgtEl>
                                          <p:spTgt spid="2"/>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
                                        </p:tgtEl>
                                        <p:attrNameLst>
                                          <p:attrName>fillcolor</p:attrName>
                                        </p:attrNameLst>
                                      </p:cBhvr>
                                      <p:tavLst>
                                        <p:tav tm="0">
                                          <p:val>
                                            <p:clrVal>
                                              <a:schemeClr val="accent2"/>
                                            </p:clrVal>
                                          </p:val>
                                        </p:tav>
                                        <p:tav tm="50000">
                                          <p:val>
                                            <p:clrVal>
                                              <a:schemeClr val="hlink"/>
                                            </p:clrVal>
                                          </p:val>
                                        </p:tav>
                                      </p:tavLst>
                                    </p:anim>
                                    <p:set>
                                      <p:cBhvr>
                                        <p:cTn id="9" dur="80"/>
                                        <p:tgtEl>
                                          <p:spTgt spid="2"/>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组合 3"/>
          <p:cNvGrpSpPr/>
          <p:nvPr/>
        </p:nvGrpSpPr>
        <p:grpSpPr>
          <a:xfrm>
            <a:off x="-23495" y="-113665"/>
            <a:ext cx="4674235" cy="787861"/>
            <a:chOff x="201757" y="129906"/>
            <a:chExt cx="6264696" cy="1096834"/>
          </a:xfrm>
        </p:grpSpPr>
        <p:pic>
          <p:nvPicPr>
            <p:cNvPr id="19473" name="Picture 9" descr="F:\ppt素材\图标\我收集的图标\字体\3.png"/>
            <p:cNvPicPr>
              <a:picLocks noChangeAspect="1"/>
            </p:cNvPicPr>
            <p:nvPr/>
          </p:nvPicPr>
          <p:blipFill>
            <a:blip r:embed="rId2"/>
            <a:stretch>
              <a:fillRect/>
            </a:stretch>
          </p:blipFill>
          <p:spPr>
            <a:xfrm rot="5400000">
              <a:off x="2884210" y="-2418911"/>
              <a:ext cx="899790" cy="6264696"/>
            </a:xfrm>
            <a:prstGeom prst="rect">
              <a:avLst/>
            </a:prstGeom>
            <a:noFill/>
            <a:ln w="9525">
              <a:noFill/>
            </a:ln>
          </p:spPr>
        </p:pic>
        <p:pic>
          <p:nvPicPr>
            <p:cNvPr id="19474" name="Picture 6" descr="F:\超棒ppt模板\中国风\中国风物件\maobi.png"/>
            <p:cNvPicPr>
              <a:picLocks noChangeAspect="1"/>
            </p:cNvPicPr>
            <p:nvPr/>
          </p:nvPicPr>
          <p:blipFill>
            <a:blip r:embed="rId3"/>
            <a:stretch>
              <a:fillRect/>
            </a:stretch>
          </p:blipFill>
          <p:spPr>
            <a:xfrm>
              <a:off x="308134" y="129906"/>
              <a:ext cx="775209" cy="775006"/>
            </a:xfrm>
            <a:prstGeom prst="rect">
              <a:avLst/>
            </a:prstGeom>
            <a:noFill/>
            <a:ln w="9525">
              <a:noFill/>
            </a:ln>
          </p:spPr>
        </p:pic>
        <p:sp>
          <p:nvSpPr>
            <p:cNvPr id="19475" name="TextBox 2"/>
            <p:cNvSpPr txBox="1"/>
            <p:nvPr/>
          </p:nvSpPr>
          <p:spPr>
            <a:xfrm>
              <a:off x="1083609" y="500071"/>
              <a:ext cx="2844474" cy="726669"/>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eaLnBrk="1" hangingPunct="1">
                <a:lnSpc>
                  <a:spcPct val="100000"/>
                </a:lnSpc>
                <a:spcBef>
                  <a:spcPct val="0"/>
                </a:spcBef>
                <a:buNone/>
              </a:pPr>
              <a:r>
                <a:rPr lang="zh-CN" altLang="en-US" b="1" dirty="0">
                  <a:solidFill>
                    <a:schemeClr val="bg1"/>
                  </a:solidFill>
                  <a:latin typeface="楷体" panose="02010609060101010101" pitchFamily="1" charset="-122"/>
                  <a:ea typeface="楷体" panose="02010609060101010101" pitchFamily="1" charset="-122"/>
                </a:rPr>
                <a:t>字符串</a:t>
              </a:r>
            </a:p>
          </p:txBody>
        </p:sp>
      </p:grpSp>
      <p:pic>
        <p:nvPicPr>
          <p:cNvPr id="4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4835" y="4641215"/>
            <a:ext cx="965200" cy="50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文本框 1"/>
          <p:cNvSpPr txBox="1"/>
          <p:nvPr/>
        </p:nvSpPr>
        <p:spPr>
          <a:xfrm>
            <a:off x="271780" y="595630"/>
            <a:ext cx="8690610" cy="2368550"/>
          </a:xfrm>
          <a:prstGeom prst="rect">
            <a:avLst/>
          </a:prstGeom>
          <a:noFill/>
        </p:spPr>
        <p:txBody>
          <a:bodyPr wrap="square" rtlCol="0" anchor="t">
            <a:spAutoFit/>
          </a:bodyPr>
          <a:lstStyle/>
          <a:p>
            <a:pPr lvl="0" indent="0">
              <a:lnSpc>
                <a:spcPct val="80000"/>
              </a:lnSpc>
              <a:spcBef>
                <a:spcPct val="20000"/>
              </a:spcBef>
              <a:buClr>
                <a:srgbClr val="0066CC"/>
              </a:buClr>
              <a:buFont typeface="Wingdings" panose="05000000000000000000" pitchFamily="2" charset="2"/>
              <a:buNone/>
            </a:pPr>
            <a:r>
              <a:rPr lang="zh-CN" altLang="en-US" sz="2000" b="1" dirty="0">
                <a:solidFill>
                  <a:srgbClr val="000000"/>
                </a:solidFill>
                <a:latin typeface="隶书" panose="02010509060101010101" charset="-122"/>
                <a:ea typeface="隶书" panose="02010509060101010101" charset="-122"/>
                <a:cs typeface="隶书" panose="02010509060101010101" charset="-122"/>
                <a:sym typeface="+mn-ea"/>
              </a:rPr>
              <a:t>字符串的输入与输出</a:t>
            </a:r>
            <a:endParaRPr lang="zh-CN" altLang="en-US" sz="2000" dirty="0">
              <a:solidFill>
                <a:srgbClr val="000000"/>
              </a:solidFill>
              <a:latin typeface="隶书" panose="02010509060101010101" charset="-122"/>
              <a:ea typeface="隶书" panose="02010509060101010101" charset="-122"/>
              <a:cs typeface="隶书" panose="02010509060101010101" charset="-122"/>
            </a:endParaRPr>
          </a:p>
          <a:p>
            <a:pPr lvl="0" indent="0">
              <a:lnSpc>
                <a:spcPct val="80000"/>
              </a:lnSpc>
              <a:spcBef>
                <a:spcPct val="20000"/>
              </a:spcBef>
              <a:buClr>
                <a:srgbClr val="0066CC"/>
              </a:buClr>
              <a:buFont typeface="Wingdings" panose="05000000000000000000" pitchFamily="2" charset="2"/>
              <a:buNone/>
            </a:pPr>
            <a:r>
              <a:rPr lang="zh-CN" altLang="en-US" sz="2000" dirty="0">
                <a:solidFill>
                  <a:srgbClr val="000000"/>
                </a:solidFill>
                <a:latin typeface="隶书" panose="02010509060101010101" charset="-122"/>
                <a:ea typeface="隶书" panose="02010509060101010101" charset="-122"/>
                <a:cs typeface="隶书" panose="02010509060101010101" charset="-122"/>
                <a:sym typeface="+mn-ea"/>
              </a:rPr>
              <a:t>字符串可以作为一维字符数组来处理，那么字符串的输入和输出也可以按照数组元素来处理，本节不再做介绍。本节仅介绍将字符串作为一个整体进行输入和输出的语句。</a:t>
            </a:r>
            <a:endParaRPr lang="zh-CN" altLang="en-US" sz="2000" dirty="0">
              <a:solidFill>
                <a:srgbClr val="000000"/>
              </a:solidFill>
              <a:latin typeface="隶书" panose="02010509060101010101" charset="-122"/>
              <a:ea typeface="隶书" panose="02010509060101010101" charset="-122"/>
              <a:cs typeface="隶书" panose="02010509060101010101" charset="-122"/>
            </a:endParaRPr>
          </a:p>
          <a:p>
            <a:pPr lvl="0" indent="0">
              <a:lnSpc>
                <a:spcPct val="80000"/>
              </a:lnSpc>
              <a:spcBef>
                <a:spcPct val="20000"/>
              </a:spcBef>
              <a:buClr>
                <a:srgbClr val="0066CC"/>
              </a:buClr>
              <a:buFont typeface="Wingdings" panose="05000000000000000000" pitchFamily="2" charset="2"/>
              <a:buNone/>
            </a:pPr>
            <a:r>
              <a:rPr lang="zh-CN" altLang="en-US" sz="2000" dirty="0">
                <a:solidFill>
                  <a:srgbClr val="000000"/>
                </a:solidFill>
                <a:latin typeface="隶书" panose="02010509060101010101" charset="-122"/>
                <a:ea typeface="隶书" panose="02010509060101010101" charset="-122"/>
                <a:cs typeface="隶书" panose="02010509060101010101" charset="-122"/>
                <a:sym typeface="+mn-ea"/>
              </a:rPr>
              <a:t>（</a:t>
            </a:r>
            <a:r>
              <a:rPr lang="en-US" altLang="zh-CN" sz="2000" dirty="0">
                <a:solidFill>
                  <a:srgbClr val="000000"/>
                </a:solidFill>
                <a:latin typeface="隶书" panose="02010509060101010101" charset="-122"/>
                <a:ea typeface="隶书" panose="02010509060101010101" charset="-122"/>
                <a:cs typeface="隶书" panose="02010509060101010101" charset="-122"/>
                <a:sym typeface="+mn-ea"/>
              </a:rPr>
              <a:t>1</a:t>
            </a:r>
            <a:r>
              <a:rPr lang="zh-CN" altLang="en-US" sz="2000" dirty="0">
                <a:solidFill>
                  <a:srgbClr val="000000"/>
                </a:solidFill>
                <a:latin typeface="隶书" panose="02010509060101010101" charset="-122"/>
                <a:ea typeface="隶书" panose="02010509060101010101" charset="-122"/>
                <a:cs typeface="隶书" panose="02010509060101010101" charset="-122"/>
                <a:sym typeface="+mn-ea"/>
              </a:rPr>
              <a:t>）输入</a:t>
            </a:r>
            <a:endParaRPr lang="zh-CN" altLang="en-US" sz="2000" dirty="0">
              <a:solidFill>
                <a:srgbClr val="000000"/>
              </a:solidFill>
              <a:latin typeface="隶书" panose="02010509060101010101" charset="-122"/>
              <a:ea typeface="隶书" panose="02010509060101010101" charset="-122"/>
              <a:cs typeface="隶书" panose="02010509060101010101" charset="-122"/>
            </a:endParaRPr>
          </a:p>
          <a:p>
            <a:pPr lvl="0" indent="0">
              <a:lnSpc>
                <a:spcPct val="80000"/>
              </a:lnSpc>
              <a:spcBef>
                <a:spcPct val="20000"/>
              </a:spcBef>
              <a:buClr>
                <a:srgbClr val="0066CC"/>
              </a:buClr>
              <a:buFont typeface="Wingdings" panose="05000000000000000000" pitchFamily="2" charset="2"/>
              <a:buNone/>
            </a:pPr>
            <a:r>
              <a:rPr lang="zh-CN" altLang="en-US" sz="2000" dirty="0">
                <a:solidFill>
                  <a:srgbClr val="000000"/>
                </a:solidFill>
                <a:latin typeface="隶书" panose="02010509060101010101" charset="-122"/>
                <a:ea typeface="隶书" panose="02010509060101010101" charset="-122"/>
                <a:cs typeface="隶书" panose="02010509060101010101" charset="-122"/>
                <a:sym typeface="+mn-ea"/>
              </a:rPr>
              <a:t>从键盘输入一个字符数组可以</a:t>
            </a:r>
            <a:r>
              <a:rPr lang="zh-CN" altLang="en-US" sz="2000" dirty="0" smtClean="0">
                <a:solidFill>
                  <a:srgbClr val="000000"/>
                </a:solidFill>
                <a:latin typeface="隶书" panose="02010509060101010101" charset="-122"/>
                <a:ea typeface="隶书" panose="02010509060101010101" charset="-122"/>
                <a:cs typeface="隶书" panose="02010509060101010101" charset="-122"/>
                <a:sym typeface="+mn-ea"/>
              </a:rPr>
              <a:t>使用 </a:t>
            </a:r>
            <a:r>
              <a:rPr lang="en-US" altLang="zh-CN" sz="2000" b="1" dirty="0" err="1" smtClean="0">
                <a:solidFill>
                  <a:srgbClr val="0000CC"/>
                </a:solidFill>
                <a:latin typeface="隶书" panose="02010509060101010101" charset="-122"/>
                <a:ea typeface="隶书" panose="02010509060101010101" charset="-122"/>
                <a:cs typeface="隶书" panose="02010509060101010101" charset="-122"/>
                <a:sym typeface="+mn-ea"/>
              </a:rPr>
              <a:t>scanf</a:t>
            </a:r>
            <a:r>
              <a:rPr lang="en-US" altLang="zh-CN" sz="2000" b="1" dirty="0" smtClean="0">
                <a:solidFill>
                  <a:srgbClr val="0000CC"/>
                </a:solidFill>
                <a:latin typeface="隶书" panose="02010509060101010101" charset="-122"/>
                <a:ea typeface="隶书" panose="02010509060101010101" charset="-122"/>
                <a:cs typeface="隶书" panose="02010509060101010101" charset="-122"/>
                <a:sym typeface="+mn-ea"/>
              </a:rPr>
              <a:t> </a:t>
            </a:r>
            <a:r>
              <a:rPr lang="zh-CN" altLang="en-US" sz="2000" dirty="0" smtClean="0">
                <a:solidFill>
                  <a:srgbClr val="000000"/>
                </a:solidFill>
                <a:latin typeface="隶书" panose="02010509060101010101" charset="-122"/>
                <a:ea typeface="隶书" panose="02010509060101010101" charset="-122"/>
                <a:cs typeface="隶书" panose="02010509060101010101" charset="-122"/>
                <a:sym typeface="+mn-ea"/>
              </a:rPr>
              <a:t>语句或 </a:t>
            </a:r>
            <a:r>
              <a:rPr lang="en-US" altLang="zh-CN" sz="2000" b="1" dirty="0" smtClean="0">
                <a:solidFill>
                  <a:srgbClr val="0000CC"/>
                </a:solidFill>
                <a:latin typeface="隶书" panose="02010509060101010101" charset="-122"/>
                <a:ea typeface="隶书" panose="02010509060101010101" charset="-122"/>
                <a:cs typeface="隶书" panose="02010509060101010101" charset="-122"/>
                <a:sym typeface="+mn-ea"/>
              </a:rPr>
              <a:t>gets </a:t>
            </a:r>
            <a:r>
              <a:rPr lang="zh-CN" altLang="en-US" sz="2000" dirty="0" smtClean="0">
                <a:solidFill>
                  <a:srgbClr val="000000"/>
                </a:solidFill>
                <a:latin typeface="隶书" panose="02010509060101010101" charset="-122"/>
                <a:ea typeface="隶书" panose="02010509060101010101" charset="-122"/>
                <a:cs typeface="隶书" panose="02010509060101010101" charset="-122"/>
                <a:sym typeface="+mn-ea"/>
              </a:rPr>
              <a:t>语句</a:t>
            </a:r>
            <a:r>
              <a:rPr lang="zh-CN" altLang="en-US" sz="2000" dirty="0">
                <a:solidFill>
                  <a:srgbClr val="000000"/>
                </a:solidFill>
                <a:latin typeface="隶书" panose="02010509060101010101" charset="-122"/>
                <a:ea typeface="隶书" panose="02010509060101010101" charset="-122"/>
                <a:cs typeface="隶书" panose="02010509060101010101" charset="-122"/>
                <a:sym typeface="+mn-ea"/>
              </a:rPr>
              <a:t>。</a:t>
            </a:r>
            <a:endParaRPr lang="zh-CN" altLang="en-US" sz="2000" dirty="0">
              <a:solidFill>
                <a:srgbClr val="000000"/>
              </a:solidFill>
              <a:latin typeface="隶书" panose="02010509060101010101" charset="-122"/>
              <a:ea typeface="隶书" panose="02010509060101010101" charset="-122"/>
              <a:cs typeface="隶书" panose="02010509060101010101" charset="-122"/>
            </a:endParaRPr>
          </a:p>
          <a:p>
            <a:pPr lvl="0" indent="0">
              <a:lnSpc>
                <a:spcPct val="80000"/>
              </a:lnSpc>
              <a:spcBef>
                <a:spcPct val="20000"/>
              </a:spcBef>
              <a:buClr>
                <a:srgbClr val="0066CC"/>
              </a:buClr>
              <a:buFont typeface="Wingdings" panose="05000000000000000000" pitchFamily="2" charset="2"/>
              <a:buNone/>
            </a:pPr>
            <a:r>
              <a:rPr lang="en-US" altLang="zh-CN" sz="2000" dirty="0">
                <a:solidFill>
                  <a:srgbClr val="000000"/>
                </a:solidFill>
                <a:latin typeface="隶书" panose="02010509060101010101" charset="-122"/>
                <a:ea typeface="隶书" panose="02010509060101010101" charset="-122"/>
                <a:cs typeface="隶书" panose="02010509060101010101" charset="-122"/>
                <a:sym typeface="+mn-ea"/>
              </a:rPr>
              <a:t>1)  </a:t>
            </a:r>
            <a:r>
              <a:rPr lang="en-US" altLang="zh-CN" sz="2000" b="1" dirty="0" err="1" smtClean="0">
                <a:solidFill>
                  <a:srgbClr val="0000CC"/>
                </a:solidFill>
                <a:latin typeface="隶书" panose="02010509060101010101" charset="-122"/>
                <a:ea typeface="隶书" panose="02010509060101010101" charset="-122"/>
                <a:cs typeface="隶书" panose="02010509060101010101" charset="-122"/>
                <a:sym typeface="+mn-ea"/>
              </a:rPr>
              <a:t>scanf</a:t>
            </a:r>
            <a:r>
              <a:rPr lang="en-US" altLang="zh-CN" sz="2000" dirty="0" smtClean="0">
                <a:solidFill>
                  <a:srgbClr val="000000"/>
                </a:solidFill>
                <a:latin typeface="隶书" panose="02010509060101010101" charset="-122"/>
                <a:ea typeface="隶书" panose="02010509060101010101" charset="-122"/>
                <a:cs typeface="隶书" panose="02010509060101010101" charset="-122"/>
                <a:sym typeface="+mn-ea"/>
              </a:rPr>
              <a:t> </a:t>
            </a:r>
            <a:r>
              <a:rPr lang="zh-CN" altLang="en-US" sz="2000" dirty="0" smtClean="0">
                <a:solidFill>
                  <a:srgbClr val="000000"/>
                </a:solidFill>
                <a:latin typeface="隶书" panose="02010509060101010101" charset="-122"/>
                <a:ea typeface="隶书" panose="02010509060101010101" charset="-122"/>
                <a:cs typeface="隶书" panose="02010509060101010101" charset="-122"/>
                <a:sym typeface="+mn-ea"/>
              </a:rPr>
              <a:t>语句</a:t>
            </a:r>
            <a:endParaRPr lang="zh-CN" altLang="en-US" sz="2000" dirty="0">
              <a:solidFill>
                <a:srgbClr val="000000"/>
              </a:solidFill>
              <a:latin typeface="隶书" panose="02010509060101010101" charset="-122"/>
              <a:ea typeface="隶书" panose="02010509060101010101" charset="-122"/>
              <a:cs typeface="隶书" panose="02010509060101010101" charset="-122"/>
            </a:endParaRPr>
          </a:p>
          <a:p>
            <a:pPr lvl="0" indent="0">
              <a:lnSpc>
                <a:spcPct val="80000"/>
              </a:lnSpc>
              <a:spcBef>
                <a:spcPct val="20000"/>
              </a:spcBef>
              <a:buClr>
                <a:srgbClr val="0066CC"/>
              </a:buClr>
              <a:buFont typeface="Wingdings" panose="05000000000000000000" pitchFamily="2" charset="2"/>
              <a:buNone/>
            </a:pPr>
            <a:r>
              <a:rPr lang="zh-CN" altLang="en-US" sz="2000" dirty="0">
                <a:solidFill>
                  <a:srgbClr val="000000"/>
                </a:solidFill>
                <a:latin typeface="隶书" panose="02010509060101010101" charset="-122"/>
                <a:ea typeface="隶书" panose="02010509060101010101" charset="-122"/>
                <a:cs typeface="隶书" panose="02010509060101010101" charset="-122"/>
                <a:sym typeface="+mn-ea"/>
              </a:rPr>
              <a:t> 格式：</a:t>
            </a:r>
            <a:r>
              <a:rPr lang="en-US" altLang="zh-CN" sz="2000" dirty="0" err="1">
                <a:solidFill>
                  <a:srgbClr val="000000"/>
                </a:solidFill>
                <a:latin typeface="隶书" panose="02010509060101010101" charset="-122"/>
                <a:ea typeface="隶书" panose="02010509060101010101" charset="-122"/>
                <a:cs typeface="隶书" panose="02010509060101010101" charset="-122"/>
                <a:sym typeface="+mn-ea"/>
              </a:rPr>
              <a:t>scanf</a:t>
            </a:r>
            <a:r>
              <a:rPr lang="en-US" altLang="zh-CN" sz="2000" dirty="0">
                <a:solidFill>
                  <a:srgbClr val="000000"/>
                </a:solidFill>
                <a:latin typeface="隶书" panose="02010509060101010101" charset="-122"/>
                <a:ea typeface="隶书" panose="02010509060101010101" charset="-122"/>
                <a:cs typeface="隶书" panose="02010509060101010101" charset="-122"/>
                <a:sym typeface="+mn-ea"/>
              </a:rPr>
              <a:t>(“%s”,</a:t>
            </a:r>
            <a:r>
              <a:rPr lang="zh-CN" altLang="en-US" sz="2000" dirty="0">
                <a:solidFill>
                  <a:srgbClr val="000000"/>
                </a:solidFill>
                <a:latin typeface="隶书" panose="02010509060101010101" charset="-122"/>
                <a:ea typeface="隶书" panose="02010509060101010101" charset="-122"/>
                <a:cs typeface="隶书" panose="02010509060101010101" charset="-122"/>
                <a:sym typeface="+mn-ea"/>
              </a:rPr>
              <a:t>字符串名称</a:t>
            </a:r>
            <a:r>
              <a:rPr lang="en-US" altLang="zh-CN" sz="2000" dirty="0">
                <a:solidFill>
                  <a:srgbClr val="000000"/>
                </a:solidFill>
                <a:latin typeface="隶书" panose="02010509060101010101" charset="-122"/>
                <a:ea typeface="隶书" panose="02010509060101010101" charset="-122"/>
                <a:cs typeface="隶书" panose="02010509060101010101" charset="-122"/>
                <a:sym typeface="+mn-ea"/>
              </a:rPr>
              <a:t>);</a:t>
            </a:r>
            <a:endParaRPr lang="zh-CN" altLang="en-US" sz="2000" dirty="0">
              <a:latin typeface="隶书" panose="02010509060101010101" charset="-122"/>
              <a:ea typeface="隶书" panose="02010509060101010101" charset="-122"/>
              <a:cs typeface="隶书" panose="02010509060101010101" charset="-122"/>
            </a:endParaRPr>
          </a:p>
        </p:txBody>
      </p:sp>
      <p:sp>
        <p:nvSpPr>
          <p:cNvPr id="3" name="文本框 2"/>
          <p:cNvSpPr txBox="1"/>
          <p:nvPr/>
        </p:nvSpPr>
        <p:spPr>
          <a:xfrm>
            <a:off x="388620" y="2924175"/>
            <a:ext cx="8271510" cy="2031325"/>
          </a:xfrm>
          <a:prstGeom prst="rect">
            <a:avLst/>
          </a:prstGeom>
          <a:noFill/>
        </p:spPr>
        <p:txBody>
          <a:bodyPr wrap="square" rtlCol="0" anchor="t">
            <a:spAutoFit/>
          </a:bodyPr>
          <a:lstStyle/>
          <a:p>
            <a:pPr lvl="0" indent="0">
              <a:spcBef>
                <a:spcPct val="20000"/>
              </a:spcBef>
              <a:buClr>
                <a:srgbClr val="0066CC"/>
              </a:buClr>
              <a:buFont typeface="Wingdings" panose="05000000000000000000" pitchFamily="2" charset="2"/>
              <a:buNone/>
            </a:pPr>
            <a:r>
              <a:rPr lang="zh-CN" altLang="en-US" dirty="0">
                <a:solidFill>
                  <a:srgbClr val="000000"/>
                </a:solidFill>
                <a:latin typeface="隶书" panose="02010509060101010101" charset="-122"/>
                <a:ea typeface="隶书" panose="02010509060101010101" charset="-122"/>
                <a:cs typeface="隶书" panose="02010509060101010101" charset="-122"/>
                <a:sym typeface="+mn-ea"/>
              </a:rPr>
              <a:t>说明：</a:t>
            </a:r>
            <a:endParaRPr lang="zh-CN" altLang="en-US" dirty="0">
              <a:solidFill>
                <a:srgbClr val="000000"/>
              </a:solidFill>
              <a:latin typeface="隶书" panose="02010509060101010101" charset="-122"/>
              <a:ea typeface="隶书" panose="02010509060101010101" charset="-122"/>
              <a:cs typeface="隶书" panose="02010509060101010101" charset="-122"/>
            </a:endParaRPr>
          </a:p>
          <a:p>
            <a:pPr lvl="0" indent="0">
              <a:spcBef>
                <a:spcPct val="20000"/>
              </a:spcBef>
              <a:buClr>
                <a:srgbClr val="0066CC"/>
              </a:buClr>
              <a:buFont typeface="Wingdings" panose="05000000000000000000" pitchFamily="2" charset="2"/>
              <a:buNone/>
            </a:pPr>
            <a:r>
              <a:rPr lang="zh-CN" altLang="en-US" dirty="0">
                <a:solidFill>
                  <a:srgbClr val="000000"/>
                </a:solidFill>
                <a:latin typeface="隶书" panose="02010509060101010101" charset="-122"/>
                <a:ea typeface="隶书" panose="02010509060101010101" charset="-122"/>
                <a:cs typeface="隶书" panose="02010509060101010101" charset="-122"/>
                <a:sym typeface="+mn-ea"/>
              </a:rPr>
              <a:t>①这里的字符串名称之前</a:t>
            </a:r>
            <a:r>
              <a:rPr lang="zh-CN" altLang="en-US" b="1" dirty="0">
                <a:solidFill>
                  <a:srgbClr val="FF0000"/>
                </a:solidFill>
                <a:latin typeface="隶书" panose="02010509060101010101" charset="-122"/>
                <a:ea typeface="隶书" panose="02010509060101010101" charset="-122"/>
                <a:cs typeface="隶书" panose="02010509060101010101" charset="-122"/>
                <a:sym typeface="+mn-ea"/>
              </a:rPr>
              <a:t>不加</a:t>
            </a:r>
            <a:r>
              <a:rPr lang="en-US" altLang="zh-CN" b="1" dirty="0">
                <a:solidFill>
                  <a:srgbClr val="FF0000"/>
                </a:solidFill>
                <a:latin typeface="隶书" panose="02010509060101010101" charset="-122"/>
                <a:ea typeface="隶书" panose="02010509060101010101" charset="-122"/>
                <a:cs typeface="隶书" panose="02010509060101010101" charset="-122"/>
                <a:sym typeface="+mn-ea"/>
              </a:rPr>
              <a:t>&amp;</a:t>
            </a:r>
            <a:r>
              <a:rPr lang="zh-CN" altLang="en-US" dirty="0">
                <a:solidFill>
                  <a:srgbClr val="000000"/>
                </a:solidFill>
                <a:latin typeface="隶书" panose="02010509060101010101" charset="-122"/>
                <a:ea typeface="隶书" panose="02010509060101010101" charset="-122"/>
                <a:cs typeface="隶书" panose="02010509060101010101" charset="-122"/>
                <a:sym typeface="+mn-ea"/>
              </a:rPr>
              <a:t>这个取地址符</a:t>
            </a:r>
            <a:r>
              <a:rPr lang="zh-CN" altLang="en-US" dirty="0" smtClean="0">
                <a:solidFill>
                  <a:srgbClr val="000000"/>
                </a:solidFill>
                <a:latin typeface="隶书" panose="02010509060101010101" charset="-122"/>
                <a:ea typeface="隶书" panose="02010509060101010101" charset="-122"/>
                <a:cs typeface="隶书" panose="02010509060101010101" charset="-122"/>
                <a:sym typeface="+mn-ea"/>
              </a:rPr>
              <a:t>。</a:t>
            </a:r>
            <a:endParaRPr lang="en-US" altLang="zh-CN" dirty="0" smtClean="0">
              <a:solidFill>
                <a:srgbClr val="000000"/>
              </a:solidFill>
              <a:latin typeface="隶书" panose="02010509060101010101" charset="-122"/>
              <a:ea typeface="隶书" panose="02010509060101010101" charset="-122"/>
              <a:cs typeface="隶书" panose="02010509060101010101" charset="-122"/>
              <a:sym typeface="+mn-ea"/>
            </a:endParaRPr>
          </a:p>
          <a:p>
            <a:pPr lvl="0" indent="0">
              <a:spcBef>
                <a:spcPct val="20000"/>
              </a:spcBef>
              <a:buClr>
                <a:srgbClr val="0066CC"/>
              </a:buClr>
              <a:buFont typeface="Wingdings" panose="05000000000000000000" pitchFamily="2" charset="2"/>
              <a:buNone/>
            </a:pPr>
            <a:r>
              <a:rPr lang="en-US" altLang="zh-CN" dirty="0">
                <a:solidFill>
                  <a:srgbClr val="000000"/>
                </a:solidFill>
                <a:latin typeface="隶书" panose="02010509060101010101" charset="-122"/>
                <a:ea typeface="隶书" panose="02010509060101010101" charset="-122"/>
                <a:cs typeface="隶书" panose="02010509060101010101" charset="-122"/>
                <a:sym typeface="+mn-ea"/>
              </a:rPr>
              <a:t> </a:t>
            </a:r>
            <a:r>
              <a:rPr lang="en-US" altLang="zh-CN" dirty="0" smtClean="0">
                <a:solidFill>
                  <a:srgbClr val="000000"/>
                </a:solidFill>
                <a:latin typeface="隶书" panose="02010509060101010101" charset="-122"/>
                <a:ea typeface="隶书" panose="02010509060101010101" charset="-122"/>
                <a:cs typeface="隶书" panose="02010509060101010101" charset="-122"/>
                <a:sym typeface="+mn-ea"/>
              </a:rPr>
              <a:t>    </a:t>
            </a:r>
            <a:r>
              <a:rPr lang="zh-CN" altLang="en-US" dirty="0" smtClean="0">
                <a:solidFill>
                  <a:srgbClr val="000000"/>
                </a:solidFill>
                <a:latin typeface="隶书" panose="02010509060101010101" charset="-122"/>
                <a:ea typeface="隶书" panose="02010509060101010101" charset="-122"/>
                <a:cs typeface="隶书" panose="02010509060101010101" charset="-122"/>
                <a:sym typeface="+mn-ea"/>
              </a:rPr>
              <a:t>例如</a:t>
            </a:r>
            <a:r>
              <a:rPr lang="zh-CN" altLang="en-US" dirty="0">
                <a:solidFill>
                  <a:srgbClr val="000000"/>
                </a:solidFill>
                <a:latin typeface="隶书" panose="02010509060101010101" charset="-122"/>
                <a:ea typeface="隶书" panose="02010509060101010101" charset="-122"/>
                <a:cs typeface="隶书" panose="02010509060101010101" charset="-122"/>
                <a:sym typeface="+mn-ea"/>
              </a:rPr>
              <a:t>：</a:t>
            </a:r>
            <a:r>
              <a:rPr lang="en-US" altLang="zh-CN" dirty="0" err="1">
                <a:solidFill>
                  <a:srgbClr val="000000"/>
                </a:solidFill>
                <a:latin typeface="隶书" panose="02010509060101010101" charset="-122"/>
                <a:ea typeface="隶书" panose="02010509060101010101" charset="-122"/>
                <a:cs typeface="隶书" panose="02010509060101010101" charset="-122"/>
                <a:sym typeface="+mn-ea"/>
              </a:rPr>
              <a:t>scanf</a:t>
            </a:r>
            <a:r>
              <a:rPr lang="en-US" altLang="zh-CN" dirty="0">
                <a:solidFill>
                  <a:srgbClr val="000000"/>
                </a:solidFill>
                <a:latin typeface="隶书" panose="02010509060101010101" charset="-122"/>
                <a:ea typeface="隶书" panose="02010509060101010101" charset="-122"/>
                <a:cs typeface="隶书" panose="02010509060101010101" charset="-122"/>
                <a:sym typeface="+mn-ea"/>
              </a:rPr>
              <a:t>(“%s”,&amp;s1)</a:t>
            </a:r>
            <a:r>
              <a:rPr lang="zh-CN" altLang="en-US" dirty="0">
                <a:solidFill>
                  <a:srgbClr val="000000"/>
                </a:solidFill>
                <a:latin typeface="隶书" panose="02010509060101010101" charset="-122"/>
                <a:ea typeface="隶书" panose="02010509060101010101" charset="-122"/>
                <a:cs typeface="隶书" panose="02010509060101010101" charset="-122"/>
                <a:sym typeface="+mn-ea"/>
              </a:rPr>
              <a:t>是错误的。</a:t>
            </a:r>
            <a:endParaRPr lang="zh-CN" altLang="en-US" dirty="0">
              <a:solidFill>
                <a:srgbClr val="000000"/>
              </a:solidFill>
              <a:latin typeface="隶书" panose="02010509060101010101" charset="-122"/>
              <a:ea typeface="隶书" panose="02010509060101010101" charset="-122"/>
              <a:cs typeface="隶书" panose="02010509060101010101" charset="-122"/>
            </a:endParaRPr>
          </a:p>
          <a:p>
            <a:pPr lvl="0" indent="0">
              <a:spcBef>
                <a:spcPct val="20000"/>
              </a:spcBef>
              <a:buClr>
                <a:srgbClr val="0066CC"/>
              </a:buClr>
              <a:buFont typeface="Wingdings" panose="05000000000000000000" pitchFamily="2" charset="2"/>
              <a:buNone/>
            </a:pPr>
            <a:r>
              <a:rPr lang="zh-CN" altLang="en-US" dirty="0">
                <a:solidFill>
                  <a:srgbClr val="000000"/>
                </a:solidFill>
                <a:latin typeface="隶书" panose="02010509060101010101" charset="-122"/>
                <a:ea typeface="隶书" panose="02010509060101010101" charset="-122"/>
                <a:cs typeface="隶书" panose="02010509060101010101" charset="-122"/>
                <a:sym typeface="+mn-ea"/>
              </a:rPr>
              <a:t>②系统会自动在输入的字符串常量后添加‘</a:t>
            </a:r>
            <a:r>
              <a:rPr lang="en-US" altLang="zh-CN" dirty="0">
                <a:solidFill>
                  <a:srgbClr val="000000"/>
                </a:solidFill>
                <a:latin typeface="隶书" panose="02010509060101010101" charset="-122"/>
                <a:ea typeface="隶书" panose="02010509060101010101" charset="-122"/>
                <a:cs typeface="隶书" panose="02010509060101010101" charset="-122"/>
                <a:sym typeface="+mn-ea"/>
              </a:rPr>
              <a:t>\0’</a:t>
            </a:r>
            <a:r>
              <a:rPr lang="zh-CN" altLang="en-US" dirty="0">
                <a:solidFill>
                  <a:srgbClr val="000000"/>
                </a:solidFill>
                <a:latin typeface="隶书" panose="02010509060101010101" charset="-122"/>
                <a:ea typeface="隶书" panose="02010509060101010101" charset="-122"/>
                <a:cs typeface="隶书" panose="02010509060101010101" charset="-122"/>
                <a:sym typeface="+mn-ea"/>
              </a:rPr>
              <a:t>标志，因此输入时，仅输入</a:t>
            </a:r>
            <a:r>
              <a:rPr lang="zh-CN" altLang="en-US" dirty="0" smtClean="0">
                <a:solidFill>
                  <a:srgbClr val="000000"/>
                </a:solidFill>
                <a:latin typeface="隶书" panose="02010509060101010101" charset="-122"/>
                <a:ea typeface="隶书" panose="02010509060101010101" charset="-122"/>
                <a:cs typeface="隶书" panose="02010509060101010101" charset="-122"/>
                <a:sym typeface="+mn-ea"/>
              </a:rPr>
              <a:t>字符</a:t>
            </a:r>
            <a:endParaRPr lang="en-US" altLang="zh-CN" dirty="0" smtClean="0">
              <a:solidFill>
                <a:srgbClr val="000000"/>
              </a:solidFill>
              <a:latin typeface="隶书" panose="02010509060101010101" charset="-122"/>
              <a:ea typeface="隶书" panose="02010509060101010101" charset="-122"/>
              <a:cs typeface="隶书" panose="02010509060101010101" charset="-122"/>
              <a:sym typeface="+mn-ea"/>
            </a:endParaRPr>
          </a:p>
          <a:p>
            <a:pPr lvl="0" indent="0">
              <a:spcBef>
                <a:spcPct val="20000"/>
              </a:spcBef>
              <a:buClr>
                <a:srgbClr val="0066CC"/>
              </a:buClr>
              <a:buFont typeface="Wingdings" panose="05000000000000000000" pitchFamily="2" charset="2"/>
              <a:buNone/>
            </a:pPr>
            <a:r>
              <a:rPr lang="en-US" altLang="zh-CN" dirty="0">
                <a:solidFill>
                  <a:srgbClr val="000000"/>
                </a:solidFill>
                <a:latin typeface="隶书" panose="02010509060101010101" charset="-122"/>
                <a:ea typeface="隶书" panose="02010509060101010101" charset="-122"/>
                <a:cs typeface="隶书" panose="02010509060101010101" charset="-122"/>
                <a:sym typeface="+mn-ea"/>
              </a:rPr>
              <a:t> </a:t>
            </a:r>
            <a:r>
              <a:rPr lang="en-US" altLang="zh-CN" dirty="0" smtClean="0">
                <a:solidFill>
                  <a:srgbClr val="000000"/>
                </a:solidFill>
                <a:latin typeface="隶书" panose="02010509060101010101" charset="-122"/>
                <a:ea typeface="隶书" panose="02010509060101010101" charset="-122"/>
                <a:cs typeface="隶书" panose="02010509060101010101" charset="-122"/>
                <a:sym typeface="+mn-ea"/>
              </a:rPr>
              <a:t> </a:t>
            </a:r>
            <a:r>
              <a:rPr lang="zh-CN" altLang="en-US" dirty="0" smtClean="0">
                <a:solidFill>
                  <a:srgbClr val="000000"/>
                </a:solidFill>
                <a:latin typeface="隶书" panose="02010509060101010101" charset="-122"/>
                <a:ea typeface="隶书" panose="02010509060101010101" charset="-122"/>
                <a:cs typeface="隶书" panose="02010509060101010101" charset="-122"/>
                <a:sym typeface="+mn-ea"/>
              </a:rPr>
              <a:t>串</a:t>
            </a:r>
            <a:r>
              <a:rPr lang="zh-CN" altLang="en-US" dirty="0">
                <a:solidFill>
                  <a:srgbClr val="000000"/>
                </a:solidFill>
                <a:latin typeface="隶书" panose="02010509060101010101" charset="-122"/>
                <a:ea typeface="隶书" panose="02010509060101010101" charset="-122"/>
                <a:cs typeface="隶书" panose="02010509060101010101" charset="-122"/>
                <a:sym typeface="+mn-ea"/>
              </a:rPr>
              <a:t>的内容即可。</a:t>
            </a:r>
            <a:endParaRPr lang="zh-CN" altLang="en-US" dirty="0">
              <a:solidFill>
                <a:srgbClr val="000000"/>
              </a:solidFill>
              <a:latin typeface="隶书" panose="02010509060101010101" charset="-122"/>
              <a:ea typeface="隶书" panose="02010509060101010101" charset="-122"/>
              <a:cs typeface="隶书" panose="02010509060101010101" charset="-122"/>
            </a:endParaRPr>
          </a:p>
          <a:p>
            <a:pPr lvl="0" indent="0">
              <a:spcBef>
                <a:spcPct val="20000"/>
              </a:spcBef>
              <a:buClr>
                <a:srgbClr val="0066CC"/>
              </a:buClr>
              <a:buFont typeface="Wingdings" panose="05000000000000000000" pitchFamily="2" charset="2"/>
              <a:buNone/>
            </a:pPr>
            <a:r>
              <a:rPr lang="zh-CN" altLang="en-US" dirty="0">
                <a:solidFill>
                  <a:srgbClr val="000000"/>
                </a:solidFill>
                <a:latin typeface="隶书" panose="02010509060101010101" charset="-122"/>
                <a:ea typeface="隶书" panose="02010509060101010101" charset="-122"/>
                <a:cs typeface="隶书" panose="02010509060101010101" charset="-122"/>
                <a:sym typeface="+mn-ea"/>
              </a:rPr>
              <a:t>③输入多个字符串时，以空格分隔</a:t>
            </a:r>
            <a:r>
              <a:rPr lang="zh-CN" altLang="en-US" dirty="0" smtClean="0">
                <a:solidFill>
                  <a:srgbClr val="000000"/>
                </a:solidFill>
                <a:latin typeface="隶书" panose="02010509060101010101" charset="-122"/>
                <a:ea typeface="隶书" panose="02010509060101010101" charset="-122"/>
                <a:cs typeface="隶书" panose="02010509060101010101" charset="-122"/>
                <a:sym typeface="+mn-ea"/>
              </a:rPr>
              <a:t>。</a:t>
            </a:r>
            <a:endParaRPr lang="zh-CN" altLang="en-US" dirty="0">
              <a:latin typeface="隶书" panose="02010509060101010101" charset="-122"/>
              <a:ea typeface="隶书" panose="02010509060101010101" charset="-122"/>
              <a:cs typeface="隶书" panose="02010509060101010101" charset="-122"/>
            </a:endParaRPr>
          </a:p>
        </p:txBody>
      </p:sp>
      <p:sp>
        <p:nvSpPr>
          <p:cNvPr id="9" name="矩形 8"/>
          <p:cNvSpPr/>
          <p:nvPr/>
        </p:nvSpPr>
        <p:spPr>
          <a:xfrm>
            <a:off x="4320186" y="164680"/>
            <a:ext cx="2969083" cy="461665"/>
          </a:xfrm>
          <a:prstGeom prst="rect">
            <a:avLst/>
          </a:prstGeom>
        </p:spPr>
        <p:txBody>
          <a:bodyPr wrap="none">
            <a:spAutoFit/>
          </a:bodyPr>
          <a:lstStyle/>
          <a:p>
            <a:r>
              <a:rPr lang="en-US" altLang="zh-CN" sz="2400" b="1" dirty="0" smtClean="0">
                <a:solidFill>
                  <a:srgbClr val="FF0000"/>
                </a:solidFill>
                <a:latin typeface="隶书" panose="02010509060101010101" charset="-122"/>
                <a:ea typeface="隶书" panose="02010509060101010101" charset="-122"/>
                <a:cs typeface="隶书" panose="02010509060101010101" charset="-122"/>
              </a:rPr>
              <a:t>——</a:t>
            </a:r>
            <a:r>
              <a:rPr lang="zh-CN" altLang="zh-CN" sz="2400" b="1" dirty="0" smtClean="0">
                <a:solidFill>
                  <a:srgbClr val="FF0000"/>
                </a:solidFill>
                <a:latin typeface="隶书" panose="02010509060101010101" charset="-122"/>
                <a:ea typeface="隶书" panose="02010509060101010101" charset="-122"/>
                <a:cs typeface="隶书" panose="02010509060101010101" charset="-122"/>
              </a:rPr>
              <a:t>字符串</a:t>
            </a:r>
            <a:r>
              <a:rPr lang="zh-CN" altLang="zh-CN" sz="2400" b="1" dirty="0">
                <a:solidFill>
                  <a:srgbClr val="FF0000"/>
                </a:solidFill>
                <a:latin typeface="隶书" panose="02010509060101010101" charset="-122"/>
                <a:ea typeface="隶书" panose="02010509060101010101" charset="-122"/>
                <a:cs typeface="隶书" panose="02010509060101010101" charset="-122"/>
              </a:rPr>
              <a:t>数组类型</a:t>
            </a:r>
            <a:endParaRPr lang="zh-CN" altLang="en-US" sz="2400"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2"/>
                                        </p:tgtEl>
                                        <p:attrNameLst>
                                          <p:attrName>style.visibility</p:attrName>
                                        </p:attrNameLst>
                                      </p:cBhvr>
                                      <p:to>
                                        <p:strVal val="visible"/>
                                      </p:to>
                                    </p:set>
                                    <p:anim calcmode="discrete" valueType="clr">
                                      <p:cBhvr override="childStyle">
                                        <p:cTn id="7" dur="80"/>
                                        <p:tgtEl>
                                          <p:spTgt spid="2"/>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
                                        </p:tgtEl>
                                        <p:attrNameLst>
                                          <p:attrName>fillcolor</p:attrName>
                                        </p:attrNameLst>
                                      </p:cBhvr>
                                      <p:tavLst>
                                        <p:tav tm="0">
                                          <p:val>
                                            <p:clrVal>
                                              <a:schemeClr val="accent2"/>
                                            </p:clrVal>
                                          </p:val>
                                        </p:tav>
                                        <p:tav tm="50000">
                                          <p:val>
                                            <p:clrVal>
                                              <a:schemeClr val="hlink"/>
                                            </p:clrVal>
                                          </p:val>
                                        </p:tav>
                                      </p:tavLst>
                                    </p:anim>
                                    <p:set>
                                      <p:cBhvr>
                                        <p:cTn id="9" dur="80"/>
                                        <p:tgtEl>
                                          <p:spTgt spid="2"/>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grpId="0" nodeType="clickEffect">
                                  <p:stCondLst>
                                    <p:cond delay="0"/>
                                  </p:stCondLst>
                                  <p:iterate type="lt">
                                    <p:tmPct val="50000"/>
                                  </p:iterate>
                                  <p:childTnLst>
                                    <p:set>
                                      <p:cBhvr>
                                        <p:cTn id="13" dur="1" fill="hold">
                                          <p:stCondLst>
                                            <p:cond delay="0"/>
                                          </p:stCondLst>
                                        </p:cTn>
                                        <p:tgtEl>
                                          <p:spTgt spid="3"/>
                                        </p:tgtEl>
                                        <p:attrNameLst>
                                          <p:attrName>style.visibility</p:attrName>
                                        </p:attrNameLst>
                                      </p:cBhvr>
                                      <p:to>
                                        <p:strVal val="visible"/>
                                      </p:to>
                                    </p:set>
                                    <p:anim calcmode="discrete" valueType="clr">
                                      <p:cBhvr override="childStyle">
                                        <p:cTn id="14" dur="80"/>
                                        <p:tgtEl>
                                          <p:spTgt spid="3"/>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3"/>
                                        </p:tgtEl>
                                        <p:attrNameLst>
                                          <p:attrName>fillcolor</p:attrName>
                                        </p:attrNameLst>
                                      </p:cBhvr>
                                      <p:tavLst>
                                        <p:tav tm="0">
                                          <p:val>
                                            <p:clrVal>
                                              <a:schemeClr val="accent2"/>
                                            </p:clrVal>
                                          </p:val>
                                        </p:tav>
                                        <p:tav tm="50000">
                                          <p:val>
                                            <p:clrVal>
                                              <a:schemeClr val="hlink"/>
                                            </p:clrVal>
                                          </p:val>
                                        </p:tav>
                                      </p:tavLst>
                                    </p:anim>
                                    <p:set>
                                      <p:cBhvr>
                                        <p:cTn id="16" dur="80"/>
                                        <p:tgtEl>
                                          <p:spTgt spid="3"/>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组合 3"/>
          <p:cNvGrpSpPr/>
          <p:nvPr/>
        </p:nvGrpSpPr>
        <p:grpSpPr>
          <a:xfrm>
            <a:off x="-23495" y="-113665"/>
            <a:ext cx="4674235" cy="787861"/>
            <a:chOff x="201757" y="129906"/>
            <a:chExt cx="6264696" cy="1096834"/>
          </a:xfrm>
        </p:grpSpPr>
        <p:pic>
          <p:nvPicPr>
            <p:cNvPr id="19473" name="Picture 9" descr="F:\ppt素材\图标\我收集的图标\字体\3.png"/>
            <p:cNvPicPr>
              <a:picLocks noChangeAspect="1"/>
            </p:cNvPicPr>
            <p:nvPr/>
          </p:nvPicPr>
          <p:blipFill>
            <a:blip r:embed="rId2"/>
            <a:stretch>
              <a:fillRect/>
            </a:stretch>
          </p:blipFill>
          <p:spPr>
            <a:xfrm rot="5400000">
              <a:off x="2884210" y="-2418911"/>
              <a:ext cx="899790" cy="6264696"/>
            </a:xfrm>
            <a:prstGeom prst="rect">
              <a:avLst/>
            </a:prstGeom>
            <a:noFill/>
            <a:ln w="9525">
              <a:noFill/>
            </a:ln>
          </p:spPr>
        </p:pic>
        <p:pic>
          <p:nvPicPr>
            <p:cNvPr id="19474" name="Picture 6" descr="F:\超棒ppt模板\中国风\中国风物件\maobi.png"/>
            <p:cNvPicPr>
              <a:picLocks noChangeAspect="1"/>
            </p:cNvPicPr>
            <p:nvPr/>
          </p:nvPicPr>
          <p:blipFill>
            <a:blip r:embed="rId3"/>
            <a:stretch>
              <a:fillRect/>
            </a:stretch>
          </p:blipFill>
          <p:spPr>
            <a:xfrm>
              <a:off x="308134" y="129906"/>
              <a:ext cx="775209" cy="775006"/>
            </a:xfrm>
            <a:prstGeom prst="rect">
              <a:avLst/>
            </a:prstGeom>
            <a:noFill/>
            <a:ln w="9525">
              <a:noFill/>
            </a:ln>
          </p:spPr>
        </p:pic>
        <p:sp>
          <p:nvSpPr>
            <p:cNvPr id="19475" name="TextBox 2"/>
            <p:cNvSpPr txBox="1"/>
            <p:nvPr/>
          </p:nvSpPr>
          <p:spPr>
            <a:xfrm>
              <a:off x="1083609" y="500071"/>
              <a:ext cx="2844474" cy="726669"/>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eaLnBrk="1" hangingPunct="1">
                <a:lnSpc>
                  <a:spcPct val="100000"/>
                </a:lnSpc>
                <a:spcBef>
                  <a:spcPct val="0"/>
                </a:spcBef>
                <a:buNone/>
              </a:pPr>
              <a:r>
                <a:rPr lang="zh-CN" altLang="en-US" b="1" dirty="0">
                  <a:solidFill>
                    <a:schemeClr val="bg1"/>
                  </a:solidFill>
                  <a:latin typeface="楷体" panose="02010609060101010101" pitchFamily="1" charset="-122"/>
                  <a:ea typeface="楷体" panose="02010609060101010101" pitchFamily="1" charset="-122"/>
                </a:rPr>
                <a:t>字符串</a:t>
              </a:r>
            </a:p>
          </p:txBody>
        </p:sp>
      </p:grpSp>
      <p:pic>
        <p:nvPicPr>
          <p:cNvPr id="4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4835" y="4641215"/>
            <a:ext cx="965200" cy="50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 name="图片 1"/>
          <p:cNvPicPr>
            <a:picLocks noChangeAspect="1"/>
          </p:cNvPicPr>
          <p:nvPr/>
        </p:nvPicPr>
        <p:blipFill>
          <a:blip r:embed="rId5"/>
          <a:stretch>
            <a:fillRect/>
          </a:stretch>
        </p:blipFill>
        <p:spPr>
          <a:xfrm>
            <a:off x="481330" y="674370"/>
            <a:ext cx="5410200" cy="3329305"/>
          </a:xfrm>
          <a:prstGeom prst="rect">
            <a:avLst/>
          </a:prstGeom>
        </p:spPr>
      </p:pic>
      <p:sp>
        <p:nvSpPr>
          <p:cNvPr id="8" name="矩形 7"/>
          <p:cNvSpPr/>
          <p:nvPr/>
        </p:nvSpPr>
        <p:spPr>
          <a:xfrm>
            <a:off x="4355976" y="150383"/>
            <a:ext cx="2969083" cy="461665"/>
          </a:xfrm>
          <a:prstGeom prst="rect">
            <a:avLst/>
          </a:prstGeom>
        </p:spPr>
        <p:txBody>
          <a:bodyPr wrap="none">
            <a:spAutoFit/>
          </a:bodyPr>
          <a:lstStyle/>
          <a:p>
            <a:r>
              <a:rPr lang="en-US" altLang="zh-CN" sz="2400" b="1" dirty="0" smtClean="0">
                <a:solidFill>
                  <a:srgbClr val="FF0000"/>
                </a:solidFill>
                <a:latin typeface="隶书" panose="02010509060101010101" charset="-122"/>
                <a:ea typeface="隶书" panose="02010509060101010101" charset="-122"/>
                <a:cs typeface="隶书" panose="02010509060101010101" charset="-122"/>
              </a:rPr>
              <a:t>——</a:t>
            </a:r>
            <a:r>
              <a:rPr lang="zh-CN" altLang="zh-CN" sz="2400" b="1" dirty="0" smtClean="0">
                <a:solidFill>
                  <a:srgbClr val="FF0000"/>
                </a:solidFill>
                <a:latin typeface="隶书" panose="02010509060101010101" charset="-122"/>
                <a:ea typeface="隶书" panose="02010509060101010101" charset="-122"/>
                <a:cs typeface="隶书" panose="02010509060101010101" charset="-122"/>
              </a:rPr>
              <a:t>字符串</a:t>
            </a:r>
            <a:r>
              <a:rPr lang="zh-CN" altLang="zh-CN" sz="2400" b="1" dirty="0">
                <a:solidFill>
                  <a:srgbClr val="FF0000"/>
                </a:solidFill>
                <a:latin typeface="隶书" panose="02010509060101010101" charset="-122"/>
                <a:ea typeface="隶书" panose="02010509060101010101" charset="-122"/>
                <a:cs typeface="隶书" panose="02010509060101010101" charset="-122"/>
              </a:rPr>
              <a:t>数组类型</a:t>
            </a:r>
            <a:endParaRPr lang="zh-CN" altLang="en-US" sz="2400"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to="" calcmode="lin" valueType="num">
                                      <p:cBhvr>
                                        <p:cTn id="7" dur="1" fill="hold"/>
                                        <p:tgtEl>
                                          <p:spTgt spid="2"/>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组合 3"/>
          <p:cNvGrpSpPr/>
          <p:nvPr/>
        </p:nvGrpSpPr>
        <p:grpSpPr>
          <a:xfrm>
            <a:off x="-23495" y="-113665"/>
            <a:ext cx="4674235" cy="787861"/>
            <a:chOff x="201757" y="129906"/>
            <a:chExt cx="6264696" cy="1096834"/>
          </a:xfrm>
        </p:grpSpPr>
        <p:pic>
          <p:nvPicPr>
            <p:cNvPr id="19473" name="Picture 9" descr="F:\ppt素材\图标\我收集的图标\字体\3.png"/>
            <p:cNvPicPr>
              <a:picLocks noChangeAspect="1"/>
            </p:cNvPicPr>
            <p:nvPr/>
          </p:nvPicPr>
          <p:blipFill>
            <a:blip r:embed="rId2"/>
            <a:stretch>
              <a:fillRect/>
            </a:stretch>
          </p:blipFill>
          <p:spPr>
            <a:xfrm rot="5400000">
              <a:off x="2884210" y="-2418911"/>
              <a:ext cx="899790" cy="6264696"/>
            </a:xfrm>
            <a:prstGeom prst="rect">
              <a:avLst/>
            </a:prstGeom>
            <a:noFill/>
            <a:ln w="9525">
              <a:noFill/>
            </a:ln>
          </p:spPr>
        </p:pic>
        <p:pic>
          <p:nvPicPr>
            <p:cNvPr id="19474" name="Picture 6" descr="F:\超棒ppt模板\中国风\中国风物件\maobi.png"/>
            <p:cNvPicPr>
              <a:picLocks noChangeAspect="1"/>
            </p:cNvPicPr>
            <p:nvPr/>
          </p:nvPicPr>
          <p:blipFill>
            <a:blip r:embed="rId3"/>
            <a:stretch>
              <a:fillRect/>
            </a:stretch>
          </p:blipFill>
          <p:spPr>
            <a:xfrm>
              <a:off x="308134" y="129906"/>
              <a:ext cx="775209" cy="775006"/>
            </a:xfrm>
            <a:prstGeom prst="rect">
              <a:avLst/>
            </a:prstGeom>
            <a:noFill/>
            <a:ln w="9525">
              <a:noFill/>
            </a:ln>
          </p:spPr>
        </p:pic>
        <p:sp>
          <p:nvSpPr>
            <p:cNvPr id="19475" name="TextBox 2"/>
            <p:cNvSpPr txBox="1"/>
            <p:nvPr/>
          </p:nvSpPr>
          <p:spPr>
            <a:xfrm>
              <a:off x="1083609" y="500071"/>
              <a:ext cx="2844474" cy="726669"/>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eaLnBrk="1" hangingPunct="1">
                <a:lnSpc>
                  <a:spcPct val="100000"/>
                </a:lnSpc>
                <a:spcBef>
                  <a:spcPct val="0"/>
                </a:spcBef>
                <a:buNone/>
              </a:pPr>
              <a:r>
                <a:rPr lang="zh-CN" altLang="en-US" b="1" dirty="0">
                  <a:solidFill>
                    <a:schemeClr val="bg1"/>
                  </a:solidFill>
                  <a:latin typeface="楷体" panose="02010609060101010101" pitchFamily="1" charset="-122"/>
                  <a:ea typeface="楷体" panose="02010609060101010101" pitchFamily="1" charset="-122"/>
                </a:rPr>
                <a:t>字符串</a:t>
              </a:r>
            </a:p>
          </p:txBody>
        </p:sp>
      </p:grpSp>
      <p:pic>
        <p:nvPicPr>
          <p:cNvPr id="4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4835" y="4641215"/>
            <a:ext cx="965200" cy="50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文本框 1"/>
          <p:cNvSpPr txBox="1"/>
          <p:nvPr/>
        </p:nvSpPr>
        <p:spPr>
          <a:xfrm>
            <a:off x="319405" y="734060"/>
            <a:ext cx="8371205" cy="707886"/>
          </a:xfrm>
          <a:prstGeom prst="rect">
            <a:avLst/>
          </a:prstGeom>
          <a:noFill/>
        </p:spPr>
        <p:txBody>
          <a:bodyPr wrap="square" rtlCol="0" anchor="t">
            <a:spAutoFit/>
          </a:bodyPr>
          <a:lstStyle/>
          <a:p>
            <a:r>
              <a:rPr lang="zh-CN" altLang="en-US" sz="2000" dirty="0" smtClean="0">
                <a:latin typeface="隶书" panose="02010509060101010101" charset="-122"/>
                <a:ea typeface="隶书" panose="02010509060101010101" charset="-122"/>
                <a:cs typeface="隶书" panose="02010509060101010101" charset="-122"/>
                <a:sym typeface="+mn-ea"/>
              </a:rPr>
              <a:t>例如</a:t>
            </a:r>
            <a:r>
              <a:rPr lang="zh-CN" altLang="en-US" sz="2000" dirty="0">
                <a:latin typeface="隶书" panose="02010509060101010101" charset="-122"/>
                <a:ea typeface="隶书" panose="02010509060101010101" charset="-122"/>
                <a:cs typeface="隶书" panose="02010509060101010101" charset="-122"/>
                <a:sym typeface="+mn-ea"/>
              </a:rPr>
              <a:t>：</a:t>
            </a:r>
            <a:r>
              <a:rPr lang="en-US" altLang="zh-CN" sz="2000" dirty="0" err="1">
                <a:solidFill>
                  <a:srgbClr val="FF0000"/>
                </a:solidFill>
                <a:latin typeface="隶书" panose="02010509060101010101" charset="-122"/>
                <a:ea typeface="隶书" panose="02010509060101010101" charset="-122"/>
                <a:cs typeface="隶书" panose="02010509060101010101" charset="-122"/>
                <a:sym typeface="+mn-ea"/>
              </a:rPr>
              <a:t>scanf</a:t>
            </a:r>
            <a:r>
              <a:rPr lang="en-US" altLang="zh-CN" sz="2000" dirty="0">
                <a:solidFill>
                  <a:srgbClr val="FF0000"/>
                </a:solidFill>
                <a:latin typeface="隶书" panose="02010509060101010101" charset="-122"/>
                <a:ea typeface="隶书" panose="02010509060101010101" charset="-122"/>
                <a:cs typeface="隶书" panose="02010509060101010101" charset="-122"/>
                <a:sym typeface="+mn-ea"/>
              </a:rPr>
              <a:t>(“%s”,s1)</a:t>
            </a:r>
            <a:r>
              <a:rPr lang="zh-CN" altLang="en-US" sz="2000" dirty="0" smtClean="0">
                <a:solidFill>
                  <a:srgbClr val="FF0000"/>
                </a:solidFill>
                <a:latin typeface="隶书" panose="02010509060101010101" charset="-122"/>
                <a:ea typeface="隶书" panose="02010509060101010101" charset="-122"/>
                <a:cs typeface="隶书" panose="02010509060101010101" charset="-122"/>
                <a:sym typeface="+mn-ea"/>
              </a:rPr>
              <a:t>；如果</a:t>
            </a:r>
            <a:r>
              <a:rPr lang="zh-CN" altLang="en-US" sz="2000" dirty="0" smtClean="0">
                <a:latin typeface="隶书" panose="02010509060101010101" charset="-122"/>
                <a:ea typeface="隶书" panose="02010509060101010101" charset="-122"/>
                <a:cs typeface="隶书" panose="02010509060101010101" charset="-122"/>
                <a:sym typeface="+mn-ea"/>
              </a:rPr>
              <a:t>输入</a:t>
            </a:r>
            <a:r>
              <a:rPr lang="en-US" altLang="zh-CN" sz="2000" dirty="0">
                <a:latin typeface="隶书" panose="02010509060101010101" charset="-122"/>
                <a:ea typeface="隶书" panose="02010509060101010101" charset="-122"/>
                <a:cs typeface="隶书" panose="02010509060101010101" charset="-122"/>
                <a:sym typeface="+mn-ea"/>
              </a:rPr>
              <a:t>Hello World!</a:t>
            </a:r>
            <a:r>
              <a:rPr lang="zh-CN" altLang="en-US" sz="2000" dirty="0">
                <a:latin typeface="隶书" panose="02010509060101010101" charset="-122"/>
                <a:ea typeface="隶书" panose="02010509060101010101" charset="-122"/>
                <a:cs typeface="隶书" panose="02010509060101010101" charset="-122"/>
                <a:sym typeface="+mn-ea"/>
              </a:rPr>
              <a:t>。</a:t>
            </a:r>
            <a:r>
              <a:rPr lang="en-US" altLang="zh-CN" sz="2000" dirty="0">
                <a:latin typeface="隶书" panose="02010509060101010101" charset="-122"/>
                <a:ea typeface="隶书" panose="02010509060101010101" charset="-122"/>
                <a:cs typeface="隶书" panose="02010509060101010101" charset="-122"/>
                <a:sym typeface="+mn-ea"/>
              </a:rPr>
              <a:t>s1</a:t>
            </a:r>
            <a:r>
              <a:rPr lang="zh-CN" altLang="en-US" sz="2000" dirty="0">
                <a:latin typeface="隶书" panose="02010509060101010101" charset="-122"/>
                <a:ea typeface="隶书" panose="02010509060101010101" charset="-122"/>
                <a:cs typeface="隶书" panose="02010509060101010101" charset="-122"/>
                <a:sym typeface="+mn-ea"/>
              </a:rPr>
              <a:t>获取的结果仅仅是</a:t>
            </a:r>
            <a:r>
              <a:rPr lang="en-US" altLang="zh-CN" sz="2000" dirty="0">
                <a:latin typeface="隶书" panose="02010509060101010101" charset="-122"/>
                <a:ea typeface="隶书" panose="02010509060101010101" charset="-122"/>
                <a:cs typeface="隶书" panose="02010509060101010101" charset="-122"/>
                <a:sym typeface="+mn-ea"/>
              </a:rPr>
              <a:t>Hello</a:t>
            </a:r>
            <a:r>
              <a:rPr lang="zh-CN" altLang="en-US" sz="2000" dirty="0" smtClean="0">
                <a:latin typeface="隶书" panose="02010509060101010101" charset="-122"/>
                <a:ea typeface="隶书" panose="02010509060101010101" charset="-122"/>
                <a:cs typeface="隶书" panose="02010509060101010101" charset="-122"/>
                <a:sym typeface="+mn-ea"/>
              </a:rPr>
              <a:t>，</a:t>
            </a:r>
            <a:r>
              <a:rPr lang="en-US" altLang="zh-CN" sz="2000" dirty="0" smtClean="0">
                <a:latin typeface="隶书" panose="02010509060101010101" charset="-122"/>
                <a:ea typeface="隶书" panose="02010509060101010101" charset="-122"/>
                <a:cs typeface="隶书" panose="02010509060101010101" charset="-122"/>
                <a:sym typeface="+mn-ea"/>
              </a:rPr>
              <a:t>World!</a:t>
            </a:r>
            <a:r>
              <a:rPr lang="zh-CN" altLang="en-US" sz="2000" dirty="0" smtClean="0">
                <a:latin typeface="隶书" panose="02010509060101010101" charset="-122"/>
                <a:ea typeface="隶书" panose="02010509060101010101" charset="-122"/>
                <a:cs typeface="隶书" panose="02010509060101010101" charset="-122"/>
                <a:sym typeface="+mn-ea"/>
              </a:rPr>
              <a:t>将不被计算机接收</a:t>
            </a:r>
            <a:endParaRPr lang="zh-CN" altLang="en-US" sz="2000" dirty="0">
              <a:latin typeface="隶书" panose="02010509060101010101" charset="-122"/>
              <a:ea typeface="隶书" panose="02010509060101010101" charset="-122"/>
              <a:cs typeface="隶书" panose="02010509060101010101" charset="-122"/>
            </a:endParaRPr>
          </a:p>
        </p:txBody>
      </p:sp>
      <p:graphicFrame>
        <p:nvGraphicFramePr>
          <p:cNvPr id="8" name="内容占位符 15379"/>
          <p:cNvGraphicFramePr/>
          <p:nvPr>
            <p:extLst>
              <p:ext uri="{D42A27DB-BD31-4B8C-83A1-F6EECF244321}">
                <p14:modId xmlns:p14="http://schemas.microsoft.com/office/powerpoint/2010/main" val="2799014050"/>
              </p:ext>
            </p:extLst>
          </p:nvPr>
        </p:nvGraphicFramePr>
        <p:xfrm>
          <a:off x="2051720" y="3003798"/>
          <a:ext cx="5388156" cy="457836"/>
        </p:xfrm>
        <a:graphic>
          <a:graphicData uri="http://schemas.openxmlformats.org/drawingml/2006/table">
            <a:tbl>
              <a:tblPr/>
              <a:tblGrid>
                <a:gridCol w="898026">
                  <a:extLst>
                    <a:ext uri="{9D8B030D-6E8A-4147-A177-3AD203B41FA5}">
                      <a16:colId xmlns="" xmlns:a16="http://schemas.microsoft.com/office/drawing/2014/main" val="20000"/>
                    </a:ext>
                  </a:extLst>
                </a:gridCol>
                <a:gridCol w="898026">
                  <a:extLst>
                    <a:ext uri="{9D8B030D-6E8A-4147-A177-3AD203B41FA5}">
                      <a16:colId xmlns="" xmlns:a16="http://schemas.microsoft.com/office/drawing/2014/main" val="20001"/>
                    </a:ext>
                  </a:extLst>
                </a:gridCol>
                <a:gridCol w="898026">
                  <a:extLst>
                    <a:ext uri="{9D8B030D-6E8A-4147-A177-3AD203B41FA5}">
                      <a16:colId xmlns="" xmlns:a16="http://schemas.microsoft.com/office/drawing/2014/main" val="20002"/>
                    </a:ext>
                  </a:extLst>
                </a:gridCol>
                <a:gridCol w="898026">
                  <a:extLst>
                    <a:ext uri="{9D8B030D-6E8A-4147-A177-3AD203B41FA5}">
                      <a16:colId xmlns="" xmlns:a16="http://schemas.microsoft.com/office/drawing/2014/main" val="20003"/>
                    </a:ext>
                  </a:extLst>
                </a:gridCol>
                <a:gridCol w="898026">
                  <a:extLst>
                    <a:ext uri="{9D8B030D-6E8A-4147-A177-3AD203B41FA5}">
                      <a16:colId xmlns="" xmlns:a16="http://schemas.microsoft.com/office/drawing/2014/main" val="20004"/>
                    </a:ext>
                  </a:extLst>
                </a:gridCol>
                <a:gridCol w="898026">
                  <a:extLst>
                    <a:ext uri="{9D8B030D-6E8A-4147-A177-3AD203B41FA5}">
                      <a16:colId xmlns="" xmlns:a16="http://schemas.microsoft.com/office/drawing/2014/main" val="20005"/>
                    </a:ext>
                  </a:extLst>
                </a:gridCol>
              </a:tblGrid>
              <a:tr h="422324">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3765" rtl="0" eaLnBrk="1" latinLnBrk="0" hangingPunct="1">
                        <a:buClr>
                          <a:schemeClr val="tx2"/>
                        </a:buClr>
                        <a:buSzPct val="85000"/>
                        <a:defRPr sz="2400" kern="1200">
                          <a:solidFill>
                            <a:schemeClr val="tx1"/>
                          </a:solidFill>
                          <a:latin typeface="Arial" panose="020B0604020202020204"/>
                          <a:ea typeface="宋体" panose="02010600030101010101" pitchFamily="2" charset="-122"/>
                        </a:defRPr>
                      </a:lvl2pPr>
                      <a:lvl3pPr marL="1143000" lvl="2" indent="-228600" algn="l" defTabSz="913765" rtl="0" eaLnBrk="1" latinLnBrk="0" hangingPunct="1">
                        <a:buClr>
                          <a:schemeClr val="hlink"/>
                        </a:buClr>
                        <a:defRPr sz="2000" kern="1200">
                          <a:solidFill>
                            <a:schemeClr val="tx1"/>
                          </a:solidFill>
                          <a:latin typeface="Arial" panose="020B0604020202020204"/>
                          <a:ea typeface="宋体" panose="02010600030101010101" pitchFamily="2" charset="-122"/>
                        </a:defRPr>
                      </a:lvl3pPr>
                      <a:lvl4pPr marL="1600200" lvl="3" indent="-228600" algn="l" defTabSz="913765" rtl="0" eaLnBrk="1" latinLnBrk="0" hangingPunct="1">
                        <a:buClr>
                          <a:schemeClr val="tx2"/>
                        </a:buClr>
                        <a:defRPr sz="1800" kern="1200">
                          <a:solidFill>
                            <a:schemeClr val="tx1"/>
                          </a:solidFill>
                          <a:latin typeface="Arial" panose="020B0604020202020204"/>
                          <a:ea typeface="宋体" panose="02010600030101010101" pitchFamily="2" charset="-122"/>
                        </a:defRPr>
                      </a:lvl4pPr>
                      <a:lvl5pPr marL="2057400" lvl="4" indent="-228600" algn="l" defTabSz="913765" rtl="0" eaLnBrk="1" latinLnBrk="0" hangingPunct="1">
                        <a:buClr>
                          <a:schemeClr val="hlink"/>
                        </a:buClr>
                        <a:buFont typeface="Wingdings 2" panose="05020102010507070707" pitchFamily="18" charset="2"/>
                        <a:defRPr sz="1800" kern="1200">
                          <a:solidFill>
                            <a:schemeClr val="tx1"/>
                          </a:solidFill>
                          <a:latin typeface="Arial" panose="020B0604020202020204"/>
                          <a:ea typeface="宋体" panose="02010600030101010101" pitchFamily="2" charset="-122"/>
                        </a:defRPr>
                      </a:lvl5pPr>
                      <a:lvl6pPr marL="2286000" algn="l" defTabSz="913765" rtl="0" eaLnBrk="1" latinLnBrk="0" hangingPunct="1">
                        <a:defRPr sz="1800" kern="1200">
                          <a:solidFill>
                            <a:schemeClr val="tx1"/>
                          </a:solidFill>
                          <a:latin typeface="Arial" panose="020B0604020202020204"/>
                          <a:ea typeface="宋体" panose="02010600030101010101" pitchFamily="2" charset="-122"/>
                        </a:defRPr>
                      </a:lvl6pPr>
                      <a:lvl7pPr marL="2743200" algn="l" defTabSz="913765" rtl="0" eaLnBrk="1" latinLnBrk="0" hangingPunct="1">
                        <a:defRPr sz="1800" kern="1200">
                          <a:solidFill>
                            <a:schemeClr val="tx1"/>
                          </a:solidFill>
                          <a:latin typeface="Arial" panose="020B0604020202020204"/>
                          <a:ea typeface="宋体" panose="02010600030101010101" pitchFamily="2" charset="-122"/>
                        </a:defRPr>
                      </a:lvl7pPr>
                      <a:lvl8pPr marL="3199765" algn="l" defTabSz="913765" rtl="0" eaLnBrk="1" latinLnBrk="0" hangingPunct="1">
                        <a:defRPr sz="1800" kern="1200">
                          <a:solidFill>
                            <a:schemeClr val="tx1"/>
                          </a:solidFill>
                          <a:latin typeface="Arial" panose="020B0604020202020204"/>
                          <a:ea typeface="宋体" panose="02010600030101010101" pitchFamily="2" charset="-122"/>
                        </a:defRPr>
                      </a:lvl8pPr>
                      <a:lvl9pPr marL="3656965" algn="l" defTabSz="913765" rtl="0" eaLnBrk="1" latinLnBrk="0" hangingPunct="1">
                        <a:defRPr sz="1800" kern="1200">
                          <a:solidFill>
                            <a:schemeClr val="tx1"/>
                          </a:solidFill>
                          <a:latin typeface="Arial" panose="020B0604020202020204"/>
                          <a:ea typeface="宋体" panose="02010600030101010101" pitchFamily="2" charset="-122"/>
                        </a:defRPr>
                      </a:lvl9pPr>
                    </a:lstStyle>
                    <a:p>
                      <a:pPr marL="0" lvl="0" indent="0">
                        <a:spcBef>
                          <a:spcPct val="0"/>
                        </a:spcBef>
                        <a:buNone/>
                      </a:pPr>
                      <a:r>
                        <a:rPr lang="en-US" altLang="x-none" sz="2400" dirty="0" smtClean="0"/>
                        <a:t>H</a:t>
                      </a:r>
                      <a:endParaRPr lang="en-US" altLang="x-none" sz="2400" dirty="0"/>
                    </a:p>
                  </a:txBody>
                  <a:tcPr marT="46038" marB="4603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3765" rtl="0" eaLnBrk="1" latinLnBrk="0" hangingPunct="1">
                        <a:buClr>
                          <a:schemeClr val="tx2"/>
                        </a:buClr>
                        <a:buSzPct val="85000"/>
                        <a:defRPr sz="2400" kern="1200">
                          <a:solidFill>
                            <a:schemeClr val="tx1"/>
                          </a:solidFill>
                          <a:latin typeface="Arial" panose="020B0604020202020204"/>
                          <a:ea typeface="宋体" panose="02010600030101010101" pitchFamily="2" charset="-122"/>
                        </a:defRPr>
                      </a:lvl2pPr>
                      <a:lvl3pPr marL="1143000" lvl="2" indent="-228600" algn="l" defTabSz="913765" rtl="0" eaLnBrk="1" latinLnBrk="0" hangingPunct="1">
                        <a:buClr>
                          <a:schemeClr val="hlink"/>
                        </a:buClr>
                        <a:defRPr sz="2000" kern="1200">
                          <a:solidFill>
                            <a:schemeClr val="tx1"/>
                          </a:solidFill>
                          <a:latin typeface="Arial" panose="020B0604020202020204"/>
                          <a:ea typeface="宋体" panose="02010600030101010101" pitchFamily="2" charset="-122"/>
                        </a:defRPr>
                      </a:lvl3pPr>
                      <a:lvl4pPr marL="1600200" lvl="3" indent="-228600" algn="l" defTabSz="913765" rtl="0" eaLnBrk="1" latinLnBrk="0" hangingPunct="1">
                        <a:buClr>
                          <a:schemeClr val="tx2"/>
                        </a:buClr>
                        <a:defRPr sz="1800" kern="1200">
                          <a:solidFill>
                            <a:schemeClr val="tx1"/>
                          </a:solidFill>
                          <a:latin typeface="Arial" panose="020B0604020202020204"/>
                          <a:ea typeface="宋体" panose="02010600030101010101" pitchFamily="2" charset="-122"/>
                        </a:defRPr>
                      </a:lvl4pPr>
                      <a:lvl5pPr marL="2057400" lvl="4" indent="-228600" algn="l" defTabSz="913765" rtl="0" eaLnBrk="1" latinLnBrk="0" hangingPunct="1">
                        <a:buClr>
                          <a:schemeClr val="hlink"/>
                        </a:buClr>
                        <a:buFont typeface="Wingdings 2" panose="05020102010507070707" pitchFamily="18" charset="2"/>
                        <a:defRPr sz="1800" kern="1200">
                          <a:solidFill>
                            <a:schemeClr val="tx1"/>
                          </a:solidFill>
                          <a:latin typeface="Arial" panose="020B0604020202020204"/>
                          <a:ea typeface="宋体" panose="02010600030101010101" pitchFamily="2" charset="-122"/>
                        </a:defRPr>
                      </a:lvl5pPr>
                      <a:lvl6pPr marL="2286000" algn="l" defTabSz="913765" rtl="0" eaLnBrk="1" latinLnBrk="0" hangingPunct="1">
                        <a:defRPr sz="1800" kern="1200">
                          <a:solidFill>
                            <a:schemeClr val="tx1"/>
                          </a:solidFill>
                          <a:latin typeface="Arial" panose="020B0604020202020204"/>
                          <a:ea typeface="宋体" panose="02010600030101010101" pitchFamily="2" charset="-122"/>
                        </a:defRPr>
                      </a:lvl6pPr>
                      <a:lvl7pPr marL="2743200" algn="l" defTabSz="913765" rtl="0" eaLnBrk="1" latinLnBrk="0" hangingPunct="1">
                        <a:defRPr sz="1800" kern="1200">
                          <a:solidFill>
                            <a:schemeClr val="tx1"/>
                          </a:solidFill>
                          <a:latin typeface="Arial" panose="020B0604020202020204"/>
                          <a:ea typeface="宋体" panose="02010600030101010101" pitchFamily="2" charset="-122"/>
                        </a:defRPr>
                      </a:lvl7pPr>
                      <a:lvl8pPr marL="3199765" algn="l" defTabSz="913765" rtl="0" eaLnBrk="1" latinLnBrk="0" hangingPunct="1">
                        <a:defRPr sz="1800" kern="1200">
                          <a:solidFill>
                            <a:schemeClr val="tx1"/>
                          </a:solidFill>
                          <a:latin typeface="Arial" panose="020B0604020202020204"/>
                          <a:ea typeface="宋体" panose="02010600030101010101" pitchFamily="2" charset="-122"/>
                        </a:defRPr>
                      </a:lvl8pPr>
                      <a:lvl9pPr marL="3656965" algn="l" defTabSz="913765" rtl="0" eaLnBrk="1" latinLnBrk="0" hangingPunct="1">
                        <a:defRPr sz="1800" kern="1200">
                          <a:solidFill>
                            <a:schemeClr val="tx1"/>
                          </a:solidFill>
                          <a:latin typeface="Arial" panose="020B0604020202020204"/>
                          <a:ea typeface="宋体" panose="02010600030101010101" pitchFamily="2" charset="-122"/>
                        </a:defRPr>
                      </a:lvl9pPr>
                    </a:lstStyle>
                    <a:p>
                      <a:pPr marL="0" lvl="0" indent="0">
                        <a:spcBef>
                          <a:spcPct val="0"/>
                        </a:spcBef>
                        <a:buNone/>
                      </a:pPr>
                      <a:r>
                        <a:rPr lang="en-US" altLang="x-none" sz="2400" dirty="0" smtClean="0">
                          <a:latin typeface="Calibri" panose="020F0502020204030204" charset="0"/>
                        </a:rPr>
                        <a:t>e</a:t>
                      </a:r>
                      <a:endParaRPr lang="en-US" altLang="x-none" sz="2400" dirty="0"/>
                    </a:p>
                  </a:txBody>
                  <a:tcPr marT="46038" marB="4603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3765" rtl="0" eaLnBrk="1" latinLnBrk="0" hangingPunct="1">
                        <a:buClr>
                          <a:schemeClr val="tx2"/>
                        </a:buClr>
                        <a:buSzPct val="85000"/>
                        <a:defRPr sz="2400" kern="1200">
                          <a:solidFill>
                            <a:schemeClr val="tx1"/>
                          </a:solidFill>
                          <a:latin typeface="Arial" panose="020B0604020202020204"/>
                          <a:ea typeface="宋体" panose="02010600030101010101" pitchFamily="2" charset="-122"/>
                        </a:defRPr>
                      </a:lvl2pPr>
                      <a:lvl3pPr marL="1143000" lvl="2" indent="-228600" algn="l" defTabSz="913765" rtl="0" eaLnBrk="1" latinLnBrk="0" hangingPunct="1">
                        <a:buClr>
                          <a:schemeClr val="hlink"/>
                        </a:buClr>
                        <a:defRPr sz="2000" kern="1200">
                          <a:solidFill>
                            <a:schemeClr val="tx1"/>
                          </a:solidFill>
                          <a:latin typeface="Arial" panose="020B0604020202020204"/>
                          <a:ea typeface="宋体" panose="02010600030101010101" pitchFamily="2" charset="-122"/>
                        </a:defRPr>
                      </a:lvl3pPr>
                      <a:lvl4pPr marL="1600200" lvl="3" indent="-228600" algn="l" defTabSz="913765" rtl="0" eaLnBrk="1" latinLnBrk="0" hangingPunct="1">
                        <a:buClr>
                          <a:schemeClr val="tx2"/>
                        </a:buClr>
                        <a:defRPr sz="1800" kern="1200">
                          <a:solidFill>
                            <a:schemeClr val="tx1"/>
                          </a:solidFill>
                          <a:latin typeface="Arial" panose="020B0604020202020204"/>
                          <a:ea typeface="宋体" panose="02010600030101010101" pitchFamily="2" charset="-122"/>
                        </a:defRPr>
                      </a:lvl4pPr>
                      <a:lvl5pPr marL="2057400" lvl="4" indent="-228600" algn="l" defTabSz="913765" rtl="0" eaLnBrk="1" latinLnBrk="0" hangingPunct="1">
                        <a:buClr>
                          <a:schemeClr val="hlink"/>
                        </a:buClr>
                        <a:buFont typeface="Wingdings 2" panose="05020102010507070707" pitchFamily="18" charset="2"/>
                        <a:defRPr sz="1800" kern="1200">
                          <a:solidFill>
                            <a:schemeClr val="tx1"/>
                          </a:solidFill>
                          <a:latin typeface="Arial" panose="020B0604020202020204"/>
                          <a:ea typeface="宋体" panose="02010600030101010101" pitchFamily="2" charset="-122"/>
                        </a:defRPr>
                      </a:lvl5pPr>
                      <a:lvl6pPr marL="2286000" algn="l" defTabSz="913765" rtl="0" eaLnBrk="1" latinLnBrk="0" hangingPunct="1">
                        <a:defRPr sz="1800" kern="1200">
                          <a:solidFill>
                            <a:schemeClr val="tx1"/>
                          </a:solidFill>
                          <a:latin typeface="Arial" panose="020B0604020202020204"/>
                          <a:ea typeface="宋体" panose="02010600030101010101" pitchFamily="2" charset="-122"/>
                        </a:defRPr>
                      </a:lvl6pPr>
                      <a:lvl7pPr marL="2743200" algn="l" defTabSz="913765" rtl="0" eaLnBrk="1" latinLnBrk="0" hangingPunct="1">
                        <a:defRPr sz="1800" kern="1200">
                          <a:solidFill>
                            <a:schemeClr val="tx1"/>
                          </a:solidFill>
                          <a:latin typeface="Arial" panose="020B0604020202020204"/>
                          <a:ea typeface="宋体" panose="02010600030101010101" pitchFamily="2" charset="-122"/>
                        </a:defRPr>
                      </a:lvl7pPr>
                      <a:lvl8pPr marL="3199765" algn="l" defTabSz="913765" rtl="0" eaLnBrk="1" latinLnBrk="0" hangingPunct="1">
                        <a:defRPr sz="1800" kern="1200">
                          <a:solidFill>
                            <a:schemeClr val="tx1"/>
                          </a:solidFill>
                          <a:latin typeface="Arial" panose="020B0604020202020204"/>
                          <a:ea typeface="宋体" panose="02010600030101010101" pitchFamily="2" charset="-122"/>
                        </a:defRPr>
                      </a:lvl8pPr>
                      <a:lvl9pPr marL="3656965" algn="l" defTabSz="913765" rtl="0" eaLnBrk="1" latinLnBrk="0" hangingPunct="1">
                        <a:defRPr sz="1800" kern="1200">
                          <a:solidFill>
                            <a:schemeClr val="tx1"/>
                          </a:solidFill>
                          <a:latin typeface="Arial" panose="020B0604020202020204"/>
                          <a:ea typeface="宋体" panose="02010600030101010101" pitchFamily="2" charset="-122"/>
                        </a:defRPr>
                      </a:lvl9pPr>
                    </a:lstStyle>
                    <a:p>
                      <a:pPr marL="0" lvl="0" indent="0">
                        <a:spcBef>
                          <a:spcPct val="0"/>
                        </a:spcBef>
                        <a:buNone/>
                      </a:pPr>
                      <a:r>
                        <a:rPr lang="en-US" altLang="x-none" sz="2400" dirty="0" smtClean="0">
                          <a:latin typeface="Calibri" panose="020F0502020204030204" charset="0"/>
                        </a:rPr>
                        <a:t>l</a:t>
                      </a:r>
                      <a:endParaRPr lang="en-US" altLang="x-none" sz="2400" dirty="0"/>
                    </a:p>
                  </a:txBody>
                  <a:tcPr marT="46038" marB="4603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3765" rtl="0" eaLnBrk="1" latinLnBrk="0" hangingPunct="1">
                        <a:buClr>
                          <a:schemeClr val="tx2"/>
                        </a:buClr>
                        <a:buSzPct val="85000"/>
                        <a:defRPr sz="2400" kern="1200">
                          <a:solidFill>
                            <a:schemeClr val="tx1"/>
                          </a:solidFill>
                          <a:latin typeface="Arial" panose="020B0604020202020204"/>
                          <a:ea typeface="宋体" panose="02010600030101010101" pitchFamily="2" charset="-122"/>
                        </a:defRPr>
                      </a:lvl2pPr>
                      <a:lvl3pPr marL="1143000" lvl="2" indent="-228600" algn="l" defTabSz="913765" rtl="0" eaLnBrk="1" latinLnBrk="0" hangingPunct="1">
                        <a:buClr>
                          <a:schemeClr val="hlink"/>
                        </a:buClr>
                        <a:defRPr sz="2000" kern="1200">
                          <a:solidFill>
                            <a:schemeClr val="tx1"/>
                          </a:solidFill>
                          <a:latin typeface="Arial" panose="020B0604020202020204"/>
                          <a:ea typeface="宋体" panose="02010600030101010101" pitchFamily="2" charset="-122"/>
                        </a:defRPr>
                      </a:lvl3pPr>
                      <a:lvl4pPr marL="1600200" lvl="3" indent="-228600" algn="l" defTabSz="913765" rtl="0" eaLnBrk="1" latinLnBrk="0" hangingPunct="1">
                        <a:buClr>
                          <a:schemeClr val="tx2"/>
                        </a:buClr>
                        <a:defRPr sz="1800" kern="1200">
                          <a:solidFill>
                            <a:schemeClr val="tx1"/>
                          </a:solidFill>
                          <a:latin typeface="Arial" panose="020B0604020202020204"/>
                          <a:ea typeface="宋体" panose="02010600030101010101" pitchFamily="2" charset="-122"/>
                        </a:defRPr>
                      </a:lvl4pPr>
                      <a:lvl5pPr marL="2057400" lvl="4" indent="-228600" algn="l" defTabSz="913765" rtl="0" eaLnBrk="1" latinLnBrk="0" hangingPunct="1">
                        <a:buClr>
                          <a:schemeClr val="hlink"/>
                        </a:buClr>
                        <a:buFont typeface="Wingdings 2" panose="05020102010507070707" pitchFamily="18" charset="2"/>
                        <a:defRPr sz="1800" kern="1200">
                          <a:solidFill>
                            <a:schemeClr val="tx1"/>
                          </a:solidFill>
                          <a:latin typeface="Arial" panose="020B0604020202020204"/>
                          <a:ea typeface="宋体" panose="02010600030101010101" pitchFamily="2" charset="-122"/>
                        </a:defRPr>
                      </a:lvl5pPr>
                      <a:lvl6pPr marL="2286000" algn="l" defTabSz="913765" rtl="0" eaLnBrk="1" latinLnBrk="0" hangingPunct="1">
                        <a:defRPr sz="1800" kern="1200">
                          <a:solidFill>
                            <a:schemeClr val="tx1"/>
                          </a:solidFill>
                          <a:latin typeface="Arial" panose="020B0604020202020204"/>
                          <a:ea typeface="宋体" panose="02010600030101010101" pitchFamily="2" charset="-122"/>
                        </a:defRPr>
                      </a:lvl6pPr>
                      <a:lvl7pPr marL="2743200" algn="l" defTabSz="913765" rtl="0" eaLnBrk="1" latinLnBrk="0" hangingPunct="1">
                        <a:defRPr sz="1800" kern="1200">
                          <a:solidFill>
                            <a:schemeClr val="tx1"/>
                          </a:solidFill>
                          <a:latin typeface="Arial" panose="020B0604020202020204"/>
                          <a:ea typeface="宋体" panose="02010600030101010101" pitchFamily="2" charset="-122"/>
                        </a:defRPr>
                      </a:lvl7pPr>
                      <a:lvl8pPr marL="3199765" algn="l" defTabSz="913765" rtl="0" eaLnBrk="1" latinLnBrk="0" hangingPunct="1">
                        <a:defRPr sz="1800" kern="1200">
                          <a:solidFill>
                            <a:schemeClr val="tx1"/>
                          </a:solidFill>
                          <a:latin typeface="Arial" panose="020B0604020202020204"/>
                          <a:ea typeface="宋体" panose="02010600030101010101" pitchFamily="2" charset="-122"/>
                        </a:defRPr>
                      </a:lvl8pPr>
                      <a:lvl9pPr marL="3656965" algn="l" defTabSz="913765" rtl="0" eaLnBrk="1" latinLnBrk="0" hangingPunct="1">
                        <a:defRPr sz="1800" kern="1200">
                          <a:solidFill>
                            <a:schemeClr val="tx1"/>
                          </a:solidFill>
                          <a:latin typeface="Arial" panose="020B0604020202020204"/>
                          <a:ea typeface="宋体" panose="02010600030101010101" pitchFamily="2" charset="-122"/>
                        </a:defRPr>
                      </a:lvl9pPr>
                    </a:lstStyle>
                    <a:p>
                      <a:pPr marL="0" lvl="0" indent="0">
                        <a:spcBef>
                          <a:spcPct val="0"/>
                        </a:spcBef>
                        <a:buNone/>
                      </a:pPr>
                      <a:r>
                        <a:rPr lang="en-US" altLang="x-none" sz="2400" dirty="0" smtClean="0">
                          <a:latin typeface="Calibri" panose="020F0502020204030204" charset="0"/>
                        </a:rPr>
                        <a:t>l</a:t>
                      </a:r>
                      <a:endParaRPr lang="en-US" altLang="x-none" sz="2400" dirty="0"/>
                    </a:p>
                  </a:txBody>
                  <a:tcPr marT="46038" marB="4603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3765" rtl="0" eaLnBrk="1" latinLnBrk="0" hangingPunct="1">
                        <a:buClr>
                          <a:schemeClr val="tx2"/>
                        </a:buClr>
                        <a:buSzPct val="85000"/>
                        <a:defRPr sz="2400" kern="1200">
                          <a:solidFill>
                            <a:schemeClr val="tx1"/>
                          </a:solidFill>
                          <a:latin typeface="Arial" panose="020B0604020202020204"/>
                          <a:ea typeface="宋体" panose="02010600030101010101" pitchFamily="2" charset="-122"/>
                        </a:defRPr>
                      </a:lvl2pPr>
                      <a:lvl3pPr marL="1143000" lvl="2" indent="-228600" algn="l" defTabSz="913765" rtl="0" eaLnBrk="1" latinLnBrk="0" hangingPunct="1">
                        <a:buClr>
                          <a:schemeClr val="hlink"/>
                        </a:buClr>
                        <a:defRPr sz="2000" kern="1200">
                          <a:solidFill>
                            <a:schemeClr val="tx1"/>
                          </a:solidFill>
                          <a:latin typeface="Arial" panose="020B0604020202020204"/>
                          <a:ea typeface="宋体" panose="02010600030101010101" pitchFamily="2" charset="-122"/>
                        </a:defRPr>
                      </a:lvl3pPr>
                      <a:lvl4pPr marL="1600200" lvl="3" indent="-228600" algn="l" defTabSz="913765" rtl="0" eaLnBrk="1" latinLnBrk="0" hangingPunct="1">
                        <a:buClr>
                          <a:schemeClr val="tx2"/>
                        </a:buClr>
                        <a:defRPr sz="1800" kern="1200">
                          <a:solidFill>
                            <a:schemeClr val="tx1"/>
                          </a:solidFill>
                          <a:latin typeface="Arial" panose="020B0604020202020204"/>
                          <a:ea typeface="宋体" panose="02010600030101010101" pitchFamily="2" charset="-122"/>
                        </a:defRPr>
                      </a:lvl4pPr>
                      <a:lvl5pPr marL="2057400" lvl="4" indent="-228600" algn="l" defTabSz="913765" rtl="0" eaLnBrk="1" latinLnBrk="0" hangingPunct="1">
                        <a:buClr>
                          <a:schemeClr val="hlink"/>
                        </a:buClr>
                        <a:buFont typeface="Wingdings 2" panose="05020102010507070707" pitchFamily="18" charset="2"/>
                        <a:defRPr sz="1800" kern="1200">
                          <a:solidFill>
                            <a:schemeClr val="tx1"/>
                          </a:solidFill>
                          <a:latin typeface="Arial" panose="020B0604020202020204"/>
                          <a:ea typeface="宋体" panose="02010600030101010101" pitchFamily="2" charset="-122"/>
                        </a:defRPr>
                      </a:lvl5pPr>
                      <a:lvl6pPr marL="2286000" algn="l" defTabSz="913765" rtl="0" eaLnBrk="1" latinLnBrk="0" hangingPunct="1">
                        <a:defRPr sz="1800" kern="1200">
                          <a:solidFill>
                            <a:schemeClr val="tx1"/>
                          </a:solidFill>
                          <a:latin typeface="Arial" panose="020B0604020202020204"/>
                          <a:ea typeface="宋体" panose="02010600030101010101" pitchFamily="2" charset="-122"/>
                        </a:defRPr>
                      </a:lvl6pPr>
                      <a:lvl7pPr marL="2743200" algn="l" defTabSz="913765" rtl="0" eaLnBrk="1" latinLnBrk="0" hangingPunct="1">
                        <a:defRPr sz="1800" kern="1200">
                          <a:solidFill>
                            <a:schemeClr val="tx1"/>
                          </a:solidFill>
                          <a:latin typeface="Arial" panose="020B0604020202020204"/>
                          <a:ea typeface="宋体" panose="02010600030101010101" pitchFamily="2" charset="-122"/>
                        </a:defRPr>
                      </a:lvl7pPr>
                      <a:lvl8pPr marL="3199765" algn="l" defTabSz="913765" rtl="0" eaLnBrk="1" latinLnBrk="0" hangingPunct="1">
                        <a:defRPr sz="1800" kern="1200">
                          <a:solidFill>
                            <a:schemeClr val="tx1"/>
                          </a:solidFill>
                          <a:latin typeface="Arial" panose="020B0604020202020204"/>
                          <a:ea typeface="宋体" panose="02010600030101010101" pitchFamily="2" charset="-122"/>
                        </a:defRPr>
                      </a:lvl8pPr>
                      <a:lvl9pPr marL="3656965" algn="l" defTabSz="913765" rtl="0" eaLnBrk="1" latinLnBrk="0" hangingPunct="1">
                        <a:defRPr sz="1800" kern="1200">
                          <a:solidFill>
                            <a:schemeClr val="tx1"/>
                          </a:solidFill>
                          <a:latin typeface="Arial" panose="020B0604020202020204"/>
                          <a:ea typeface="宋体" panose="02010600030101010101" pitchFamily="2" charset="-122"/>
                        </a:defRPr>
                      </a:lvl9pPr>
                    </a:lstStyle>
                    <a:p>
                      <a:pPr marL="0" lvl="0" indent="0">
                        <a:spcBef>
                          <a:spcPct val="0"/>
                        </a:spcBef>
                        <a:buNone/>
                      </a:pPr>
                      <a:r>
                        <a:rPr lang="en-US" altLang="x-none" sz="2400" dirty="0" smtClean="0">
                          <a:latin typeface="Calibri" panose="020F0502020204030204" charset="0"/>
                        </a:rPr>
                        <a:t>o</a:t>
                      </a:r>
                      <a:endParaRPr lang="en-US" altLang="x-none" sz="2400" dirty="0"/>
                    </a:p>
                  </a:txBody>
                  <a:tcPr marT="46038" marB="4603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3765" rtl="0" eaLnBrk="1" latinLnBrk="0" hangingPunct="1">
                        <a:buClr>
                          <a:schemeClr val="tx2"/>
                        </a:buClr>
                        <a:buSzPct val="85000"/>
                        <a:defRPr sz="2400" kern="1200">
                          <a:solidFill>
                            <a:schemeClr val="tx1"/>
                          </a:solidFill>
                          <a:latin typeface="Arial" panose="020B0604020202020204"/>
                          <a:ea typeface="宋体" panose="02010600030101010101" pitchFamily="2" charset="-122"/>
                        </a:defRPr>
                      </a:lvl2pPr>
                      <a:lvl3pPr marL="1143000" lvl="2" indent="-228600" algn="l" defTabSz="913765" rtl="0" eaLnBrk="1" latinLnBrk="0" hangingPunct="1">
                        <a:buClr>
                          <a:schemeClr val="hlink"/>
                        </a:buClr>
                        <a:defRPr sz="2000" kern="1200">
                          <a:solidFill>
                            <a:schemeClr val="tx1"/>
                          </a:solidFill>
                          <a:latin typeface="Arial" panose="020B0604020202020204"/>
                          <a:ea typeface="宋体" panose="02010600030101010101" pitchFamily="2" charset="-122"/>
                        </a:defRPr>
                      </a:lvl3pPr>
                      <a:lvl4pPr marL="1600200" lvl="3" indent="-228600" algn="l" defTabSz="913765" rtl="0" eaLnBrk="1" latinLnBrk="0" hangingPunct="1">
                        <a:buClr>
                          <a:schemeClr val="tx2"/>
                        </a:buClr>
                        <a:defRPr sz="1800" kern="1200">
                          <a:solidFill>
                            <a:schemeClr val="tx1"/>
                          </a:solidFill>
                          <a:latin typeface="Arial" panose="020B0604020202020204"/>
                          <a:ea typeface="宋体" panose="02010600030101010101" pitchFamily="2" charset="-122"/>
                        </a:defRPr>
                      </a:lvl4pPr>
                      <a:lvl5pPr marL="2057400" lvl="4" indent="-228600" algn="l" defTabSz="913765" rtl="0" eaLnBrk="1" latinLnBrk="0" hangingPunct="1">
                        <a:buClr>
                          <a:schemeClr val="hlink"/>
                        </a:buClr>
                        <a:buFont typeface="Wingdings 2" panose="05020102010507070707" pitchFamily="18" charset="2"/>
                        <a:defRPr sz="1800" kern="1200">
                          <a:solidFill>
                            <a:schemeClr val="tx1"/>
                          </a:solidFill>
                          <a:latin typeface="Arial" panose="020B0604020202020204"/>
                          <a:ea typeface="宋体" panose="02010600030101010101" pitchFamily="2" charset="-122"/>
                        </a:defRPr>
                      </a:lvl5pPr>
                      <a:lvl6pPr marL="2286000" algn="l" defTabSz="913765" rtl="0" eaLnBrk="1" latinLnBrk="0" hangingPunct="1">
                        <a:defRPr sz="1800" kern="1200">
                          <a:solidFill>
                            <a:schemeClr val="tx1"/>
                          </a:solidFill>
                          <a:latin typeface="Arial" panose="020B0604020202020204"/>
                          <a:ea typeface="宋体" panose="02010600030101010101" pitchFamily="2" charset="-122"/>
                        </a:defRPr>
                      </a:lvl6pPr>
                      <a:lvl7pPr marL="2743200" algn="l" defTabSz="913765" rtl="0" eaLnBrk="1" latinLnBrk="0" hangingPunct="1">
                        <a:defRPr sz="1800" kern="1200">
                          <a:solidFill>
                            <a:schemeClr val="tx1"/>
                          </a:solidFill>
                          <a:latin typeface="Arial" panose="020B0604020202020204"/>
                          <a:ea typeface="宋体" panose="02010600030101010101" pitchFamily="2" charset="-122"/>
                        </a:defRPr>
                      </a:lvl7pPr>
                      <a:lvl8pPr marL="3199765" algn="l" defTabSz="913765" rtl="0" eaLnBrk="1" latinLnBrk="0" hangingPunct="1">
                        <a:defRPr sz="1800" kern="1200">
                          <a:solidFill>
                            <a:schemeClr val="tx1"/>
                          </a:solidFill>
                          <a:latin typeface="Arial" panose="020B0604020202020204"/>
                          <a:ea typeface="宋体" panose="02010600030101010101" pitchFamily="2" charset="-122"/>
                        </a:defRPr>
                      </a:lvl8pPr>
                      <a:lvl9pPr marL="3656965" algn="l" defTabSz="913765" rtl="0" eaLnBrk="1" latinLnBrk="0" hangingPunct="1">
                        <a:defRPr sz="1800" kern="1200">
                          <a:solidFill>
                            <a:schemeClr val="tx1"/>
                          </a:solidFill>
                          <a:latin typeface="Arial" panose="020B0604020202020204"/>
                          <a:ea typeface="宋体" panose="02010600030101010101" pitchFamily="2" charset="-122"/>
                        </a:defRPr>
                      </a:lvl9pPr>
                    </a:lstStyle>
                    <a:p>
                      <a:pPr marL="0" lvl="0" indent="0">
                        <a:spcBef>
                          <a:spcPct val="0"/>
                        </a:spcBef>
                        <a:buNone/>
                      </a:pPr>
                      <a:r>
                        <a:rPr lang="en-US" altLang="x-none" sz="2400" dirty="0">
                          <a:latin typeface="Calibri" panose="020F0502020204030204" charset="0"/>
                          <a:ea typeface="Times New Roman" panose="02020603050405020304" charset="0"/>
                        </a:rPr>
                        <a:t>\0</a:t>
                      </a:r>
                      <a:endParaRPr lang="en-US" altLang="x-none" sz="2400" dirty="0"/>
                    </a:p>
                  </a:txBody>
                  <a:tcPr marT="46038" marB="4603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bl>
          </a:graphicData>
        </a:graphic>
      </p:graphicFrame>
      <p:graphicFrame>
        <p:nvGraphicFramePr>
          <p:cNvPr id="9" name="内容占位符 15379"/>
          <p:cNvGraphicFramePr/>
          <p:nvPr>
            <p:extLst>
              <p:ext uri="{D42A27DB-BD31-4B8C-83A1-F6EECF244321}">
                <p14:modId xmlns:p14="http://schemas.microsoft.com/office/powerpoint/2010/main" val="547133796"/>
              </p:ext>
            </p:extLst>
          </p:nvPr>
        </p:nvGraphicFramePr>
        <p:xfrm>
          <a:off x="2051720" y="2499742"/>
          <a:ext cx="5388156" cy="476076"/>
        </p:xfrm>
        <a:graphic>
          <a:graphicData uri="http://schemas.openxmlformats.org/drawingml/2006/table">
            <a:tbl>
              <a:tblPr/>
              <a:tblGrid>
                <a:gridCol w="898026">
                  <a:extLst>
                    <a:ext uri="{9D8B030D-6E8A-4147-A177-3AD203B41FA5}">
                      <a16:colId xmlns="" xmlns:a16="http://schemas.microsoft.com/office/drawing/2014/main" val="20000"/>
                    </a:ext>
                  </a:extLst>
                </a:gridCol>
                <a:gridCol w="898026">
                  <a:extLst>
                    <a:ext uri="{9D8B030D-6E8A-4147-A177-3AD203B41FA5}">
                      <a16:colId xmlns="" xmlns:a16="http://schemas.microsoft.com/office/drawing/2014/main" val="20001"/>
                    </a:ext>
                  </a:extLst>
                </a:gridCol>
                <a:gridCol w="898026">
                  <a:extLst>
                    <a:ext uri="{9D8B030D-6E8A-4147-A177-3AD203B41FA5}">
                      <a16:colId xmlns="" xmlns:a16="http://schemas.microsoft.com/office/drawing/2014/main" val="20002"/>
                    </a:ext>
                  </a:extLst>
                </a:gridCol>
                <a:gridCol w="898026">
                  <a:extLst>
                    <a:ext uri="{9D8B030D-6E8A-4147-A177-3AD203B41FA5}">
                      <a16:colId xmlns="" xmlns:a16="http://schemas.microsoft.com/office/drawing/2014/main" val="20003"/>
                    </a:ext>
                  </a:extLst>
                </a:gridCol>
                <a:gridCol w="898026">
                  <a:extLst>
                    <a:ext uri="{9D8B030D-6E8A-4147-A177-3AD203B41FA5}">
                      <a16:colId xmlns="" xmlns:a16="http://schemas.microsoft.com/office/drawing/2014/main" val="20004"/>
                    </a:ext>
                  </a:extLst>
                </a:gridCol>
                <a:gridCol w="898026">
                  <a:extLst>
                    <a:ext uri="{9D8B030D-6E8A-4147-A177-3AD203B41FA5}">
                      <a16:colId xmlns="" xmlns:a16="http://schemas.microsoft.com/office/drawing/2014/main" val="20005"/>
                    </a:ext>
                  </a:extLst>
                </a:gridCol>
              </a:tblGrid>
              <a:tr h="476076">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3765" rtl="0" eaLnBrk="1" latinLnBrk="0" hangingPunct="1">
                        <a:buClr>
                          <a:schemeClr val="tx2"/>
                        </a:buClr>
                        <a:buSzPct val="85000"/>
                        <a:defRPr sz="2400" kern="1200">
                          <a:solidFill>
                            <a:schemeClr val="tx1"/>
                          </a:solidFill>
                          <a:latin typeface="Arial" panose="020B0604020202020204"/>
                          <a:ea typeface="宋体" panose="02010600030101010101" pitchFamily="2" charset="-122"/>
                        </a:defRPr>
                      </a:lvl2pPr>
                      <a:lvl3pPr marL="1143000" lvl="2" indent="-228600" algn="l" defTabSz="913765" rtl="0" eaLnBrk="1" latinLnBrk="0" hangingPunct="1">
                        <a:buClr>
                          <a:schemeClr val="hlink"/>
                        </a:buClr>
                        <a:defRPr sz="2000" kern="1200">
                          <a:solidFill>
                            <a:schemeClr val="tx1"/>
                          </a:solidFill>
                          <a:latin typeface="Arial" panose="020B0604020202020204"/>
                          <a:ea typeface="宋体" panose="02010600030101010101" pitchFamily="2" charset="-122"/>
                        </a:defRPr>
                      </a:lvl3pPr>
                      <a:lvl4pPr marL="1600200" lvl="3" indent="-228600" algn="l" defTabSz="913765" rtl="0" eaLnBrk="1" latinLnBrk="0" hangingPunct="1">
                        <a:buClr>
                          <a:schemeClr val="tx2"/>
                        </a:buClr>
                        <a:defRPr sz="1800" kern="1200">
                          <a:solidFill>
                            <a:schemeClr val="tx1"/>
                          </a:solidFill>
                          <a:latin typeface="Arial" panose="020B0604020202020204"/>
                          <a:ea typeface="宋体" panose="02010600030101010101" pitchFamily="2" charset="-122"/>
                        </a:defRPr>
                      </a:lvl4pPr>
                      <a:lvl5pPr marL="2057400" lvl="4" indent="-228600" algn="l" defTabSz="913765" rtl="0" eaLnBrk="1" latinLnBrk="0" hangingPunct="1">
                        <a:buClr>
                          <a:schemeClr val="hlink"/>
                        </a:buClr>
                        <a:buFont typeface="Wingdings 2" panose="05020102010507070707" pitchFamily="18" charset="2"/>
                        <a:defRPr sz="1800" kern="1200">
                          <a:solidFill>
                            <a:schemeClr val="tx1"/>
                          </a:solidFill>
                          <a:latin typeface="Arial" panose="020B0604020202020204"/>
                          <a:ea typeface="宋体" panose="02010600030101010101" pitchFamily="2" charset="-122"/>
                        </a:defRPr>
                      </a:lvl5pPr>
                      <a:lvl6pPr marL="2286000" algn="l" defTabSz="913765" rtl="0" eaLnBrk="1" latinLnBrk="0" hangingPunct="1">
                        <a:defRPr sz="1800" kern="1200">
                          <a:solidFill>
                            <a:schemeClr val="tx1"/>
                          </a:solidFill>
                          <a:latin typeface="Arial" panose="020B0604020202020204"/>
                          <a:ea typeface="宋体" panose="02010600030101010101" pitchFamily="2" charset="-122"/>
                        </a:defRPr>
                      </a:lvl6pPr>
                      <a:lvl7pPr marL="2743200" algn="l" defTabSz="913765" rtl="0" eaLnBrk="1" latinLnBrk="0" hangingPunct="1">
                        <a:defRPr sz="1800" kern="1200">
                          <a:solidFill>
                            <a:schemeClr val="tx1"/>
                          </a:solidFill>
                          <a:latin typeface="Arial" panose="020B0604020202020204"/>
                          <a:ea typeface="宋体" panose="02010600030101010101" pitchFamily="2" charset="-122"/>
                        </a:defRPr>
                      </a:lvl7pPr>
                      <a:lvl8pPr marL="3199765" algn="l" defTabSz="913765" rtl="0" eaLnBrk="1" latinLnBrk="0" hangingPunct="1">
                        <a:defRPr sz="1800" kern="1200">
                          <a:solidFill>
                            <a:schemeClr val="tx1"/>
                          </a:solidFill>
                          <a:latin typeface="Arial" panose="020B0604020202020204"/>
                          <a:ea typeface="宋体" panose="02010600030101010101" pitchFamily="2" charset="-122"/>
                        </a:defRPr>
                      </a:lvl8pPr>
                      <a:lvl9pPr marL="3656965" algn="l" defTabSz="913765" rtl="0" eaLnBrk="1" latinLnBrk="0" hangingPunct="1">
                        <a:defRPr sz="1800" kern="1200">
                          <a:solidFill>
                            <a:schemeClr val="tx1"/>
                          </a:solidFill>
                          <a:latin typeface="Arial" panose="020B0604020202020204"/>
                          <a:ea typeface="宋体" panose="02010600030101010101" pitchFamily="2" charset="-122"/>
                        </a:defRPr>
                      </a:lvl9pPr>
                    </a:lstStyle>
                    <a:p>
                      <a:pPr marL="0" lvl="0" indent="0">
                        <a:spcBef>
                          <a:spcPct val="0"/>
                        </a:spcBef>
                        <a:buNone/>
                      </a:pPr>
                      <a:r>
                        <a:rPr lang="en-US" altLang="x-none" sz="2400" dirty="0" smtClean="0">
                          <a:latin typeface="Calibri" panose="020F0502020204030204" charset="0"/>
                        </a:rPr>
                        <a:t>s1[0]</a:t>
                      </a:r>
                      <a:endParaRPr lang="en-US" altLang="x-none" sz="2400" dirty="0"/>
                    </a:p>
                  </a:txBody>
                  <a:tcPr marT="46038" marB="4603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3765" rtl="0" eaLnBrk="1" latinLnBrk="0" hangingPunct="1">
                        <a:buClr>
                          <a:schemeClr val="tx2"/>
                        </a:buClr>
                        <a:buSzPct val="85000"/>
                        <a:defRPr sz="2400" kern="1200">
                          <a:solidFill>
                            <a:schemeClr val="tx1"/>
                          </a:solidFill>
                          <a:latin typeface="Arial" panose="020B0604020202020204"/>
                          <a:ea typeface="宋体" panose="02010600030101010101" pitchFamily="2" charset="-122"/>
                        </a:defRPr>
                      </a:lvl2pPr>
                      <a:lvl3pPr marL="1143000" lvl="2" indent="-228600" algn="l" defTabSz="913765" rtl="0" eaLnBrk="1" latinLnBrk="0" hangingPunct="1">
                        <a:buClr>
                          <a:schemeClr val="hlink"/>
                        </a:buClr>
                        <a:defRPr sz="2000" kern="1200">
                          <a:solidFill>
                            <a:schemeClr val="tx1"/>
                          </a:solidFill>
                          <a:latin typeface="Arial" panose="020B0604020202020204"/>
                          <a:ea typeface="宋体" panose="02010600030101010101" pitchFamily="2" charset="-122"/>
                        </a:defRPr>
                      </a:lvl3pPr>
                      <a:lvl4pPr marL="1600200" lvl="3" indent="-228600" algn="l" defTabSz="913765" rtl="0" eaLnBrk="1" latinLnBrk="0" hangingPunct="1">
                        <a:buClr>
                          <a:schemeClr val="tx2"/>
                        </a:buClr>
                        <a:defRPr sz="1800" kern="1200">
                          <a:solidFill>
                            <a:schemeClr val="tx1"/>
                          </a:solidFill>
                          <a:latin typeface="Arial" panose="020B0604020202020204"/>
                          <a:ea typeface="宋体" panose="02010600030101010101" pitchFamily="2" charset="-122"/>
                        </a:defRPr>
                      </a:lvl4pPr>
                      <a:lvl5pPr marL="2057400" lvl="4" indent="-228600" algn="l" defTabSz="913765" rtl="0" eaLnBrk="1" latinLnBrk="0" hangingPunct="1">
                        <a:buClr>
                          <a:schemeClr val="hlink"/>
                        </a:buClr>
                        <a:buFont typeface="Wingdings 2" panose="05020102010507070707" pitchFamily="18" charset="2"/>
                        <a:defRPr sz="1800" kern="1200">
                          <a:solidFill>
                            <a:schemeClr val="tx1"/>
                          </a:solidFill>
                          <a:latin typeface="Arial" panose="020B0604020202020204"/>
                          <a:ea typeface="宋体" panose="02010600030101010101" pitchFamily="2" charset="-122"/>
                        </a:defRPr>
                      </a:lvl5pPr>
                      <a:lvl6pPr marL="2286000" algn="l" defTabSz="913765" rtl="0" eaLnBrk="1" latinLnBrk="0" hangingPunct="1">
                        <a:defRPr sz="1800" kern="1200">
                          <a:solidFill>
                            <a:schemeClr val="tx1"/>
                          </a:solidFill>
                          <a:latin typeface="Arial" panose="020B0604020202020204"/>
                          <a:ea typeface="宋体" panose="02010600030101010101" pitchFamily="2" charset="-122"/>
                        </a:defRPr>
                      </a:lvl6pPr>
                      <a:lvl7pPr marL="2743200" algn="l" defTabSz="913765" rtl="0" eaLnBrk="1" latinLnBrk="0" hangingPunct="1">
                        <a:defRPr sz="1800" kern="1200">
                          <a:solidFill>
                            <a:schemeClr val="tx1"/>
                          </a:solidFill>
                          <a:latin typeface="Arial" panose="020B0604020202020204"/>
                          <a:ea typeface="宋体" panose="02010600030101010101" pitchFamily="2" charset="-122"/>
                        </a:defRPr>
                      </a:lvl7pPr>
                      <a:lvl8pPr marL="3199765" algn="l" defTabSz="913765" rtl="0" eaLnBrk="1" latinLnBrk="0" hangingPunct="1">
                        <a:defRPr sz="1800" kern="1200">
                          <a:solidFill>
                            <a:schemeClr val="tx1"/>
                          </a:solidFill>
                          <a:latin typeface="Arial" panose="020B0604020202020204"/>
                          <a:ea typeface="宋体" panose="02010600030101010101" pitchFamily="2" charset="-122"/>
                        </a:defRPr>
                      </a:lvl8pPr>
                      <a:lvl9pPr marL="3656965" algn="l" defTabSz="913765" rtl="0" eaLnBrk="1" latinLnBrk="0" hangingPunct="1">
                        <a:defRPr sz="1800" kern="1200">
                          <a:solidFill>
                            <a:schemeClr val="tx1"/>
                          </a:solidFill>
                          <a:latin typeface="Arial" panose="020B0604020202020204"/>
                          <a:ea typeface="宋体" panose="02010600030101010101" pitchFamily="2" charset="-122"/>
                        </a:defRPr>
                      </a:lvl9pPr>
                    </a:lstStyle>
                    <a:p>
                      <a:pPr marL="0" lvl="0" indent="0">
                        <a:spcBef>
                          <a:spcPct val="0"/>
                        </a:spcBef>
                        <a:buNone/>
                      </a:pPr>
                      <a:r>
                        <a:rPr lang="en-US" altLang="x-none" sz="2400" dirty="0" smtClean="0">
                          <a:latin typeface="Calibri" panose="020F0502020204030204" charset="0"/>
                        </a:rPr>
                        <a:t>s1[1]</a:t>
                      </a:r>
                      <a:endParaRPr lang="en-US" altLang="x-none" sz="2400" dirty="0"/>
                    </a:p>
                  </a:txBody>
                  <a:tcPr marT="46038" marB="4603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3765" rtl="0" eaLnBrk="1" latinLnBrk="0" hangingPunct="1">
                        <a:buClr>
                          <a:schemeClr val="tx2"/>
                        </a:buClr>
                        <a:buSzPct val="85000"/>
                        <a:defRPr sz="2400" kern="1200">
                          <a:solidFill>
                            <a:schemeClr val="tx1"/>
                          </a:solidFill>
                          <a:latin typeface="Arial" panose="020B0604020202020204"/>
                          <a:ea typeface="宋体" panose="02010600030101010101" pitchFamily="2" charset="-122"/>
                        </a:defRPr>
                      </a:lvl2pPr>
                      <a:lvl3pPr marL="1143000" lvl="2" indent="-228600" algn="l" defTabSz="913765" rtl="0" eaLnBrk="1" latinLnBrk="0" hangingPunct="1">
                        <a:buClr>
                          <a:schemeClr val="hlink"/>
                        </a:buClr>
                        <a:defRPr sz="2000" kern="1200">
                          <a:solidFill>
                            <a:schemeClr val="tx1"/>
                          </a:solidFill>
                          <a:latin typeface="Arial" panose="020B0604020202020204"/>
                          <a:ea typeface="宋体" panose="02010600030101010101" pitchFamily="2" charset="-122"/>
                        </a:defRPr>
                      </a:lvl3pPr>
                      <a:lvl4pPr marL="1600200" lvl="3" indent="-228600" algn="l" defTabSz="913765" rtl="0" eaLnBrk="1" latinLnBrk="0" hangingPunct="1">
                        <a:buClr>
                          <a:schemeClr val="tx2"/>
                        </a:buClr>
                        <a:defRPr sz="1800" kern="1200">
                          <a:solidFill>
                            <a:schemeClr val="tx1"/>
                          </a:solidFill>
                          <a:latin typeface="Arial" panose="020B0604020202020204"/>
                          <a:ea typeface="宋体" panose="02010600030101010101" pitchFamily="2" charset="-122"/>
                        </a:defRPr>
                      </a:lvl4pPr>
                      <a:lvl5pPr marL="2057400" lvl="4" indent="-228600" algn="l" defTabSz="913765" rtl="0" eaLnBrk="1" latinLnBrk="0" hangingPunct="1">
                        <a:buClr>
                          <a:schemeClr val="hlink"/>
                        </a:buClr>
                        <a:buFont typeface="Wingdings 2" panose="05020102010507070707" pitchFamily="18" charset="2"/>
                        <a:defRPr sz="1800" kern="1200">
                          <a:solidFill>
                            <a:schemeClr val="tx1"/>
                          </a:solidFill>
                          <a:latin typeface="Arial" panose="020B0604020202020204"/>
                          <a:ea typeface="宋体" panose="02010600030101010101" pitchFamily="2" charset="-122"/>
                        </a:defRPr>
                      </a:lvl5pPr>
                      <a:lvl6pPr marL="2286000" algn="l" defTabSz="913765" rtl="0" eaLnBrk="1" latinLnBrk="0" hangingPunct="1">
                        <a:defRPr sz="1800" kern="1200">
                          <a:solidFill>
                            <a:schemeClr val="tx1"/>
                          </a:solidFill>
                          <a:latin typeface="Arial" panose="020B0604020202020204"/>
                          <a:ea typeface="宋体" panose="02010600030101010101" pitchFamily="2" charset="-122"/>
                        </a:defRPr>
                      </a:lvl6pPr>
                      <a:lvl7pPr marL="2743200" algn="l" defTabSz="913765" rtl="0" eaLnBrk="1" latinLnBrk="0" hangingPunct="1">
                        <a:defRPr sz="1800" kern="1200">
                          <a:solidFill>
                            <a:schemeClr val="tx1"/>
                          </a:solidFill>
                          <a:latin typeface="Arial" panose="020B0604020202020204"/>
                          <a:ea typeface="宋体" panose="02010600030101010101" pitchFamily="2" charset="-122"/>
                        </a:defRPr>
                      </a:lvl7pPr>
                      <a:lvl8pPr marL="3199765" algn="l" defTabSz="913765" rtl="0" eaLnBrk="1" latinLnBrk="0" hangingPunct="1">
                        <a:defRPr sz="1800" kern="1200">
                          <a:solidFill>
                            <a:schemeClr val="tx1"/>
                          </a:solidFill>
                          <a:latin typeface="Arial" panose="020B0604020202020204"/>
                          <a:ea typeface="宋体" panose="02010600030101010101" pitchFamily="2" charset="-122"/>
                        </a:defRPr>
                      </a:lvl8pPr>
                      <a:lvl9pPr marL="3656965" algn="l" defTabSz="913765" rtl="0" eaLnBrk="1" latinLnBrk="0" hangingPunct="1">
                        <a:defRPr sz="1800" kern="1200">
                          <a:solidFill>
                            <a:schemeClr val="tx1"/>
                          </a:solidFill>
                          <a:latin typeface="Arial" panose="020B0604020202020204"/>
                          <a:ea typeface="宋体" panose="02010600030101010101" pitchFamily="2" charset="-122"/>
                        </a:defRPr>
                      </a:lvl9pPr>
                    </a:lstStyle>
                    <a:p>
                      <a:pPr marL="0" lvl="0" indent="0">
                        <a:spcBef>
                          <a:spcPct val="0"/>
                        </a:spcBef>
                        <a:buNone/>
                      </a:pPr>
                      <a:r>
                        <a:rPr lang="en-US" altLang="x-none" sz="2400" dirty="0" smtClean="0">
                          <a:latin typeface="Calibri" panose="020F0502020204030204" charset="0"/>
                        </a:rPr>
                        <a:t>s1[2]</a:t>
                      </a:r>
                      <a:endParaRPr lang="en-US" altLang="x-none" sz="2400" dirty="0"/>
                    </a:p>
                  </a:txBody>
                  <a:tcPr marT="46038" marB="4603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3765" rtl="0" eaLnBrk="1" latinLnBrk="0" hangingPunct="1">
                        <a:buClr>
                          <a:schemeClr val="tx2"/>
                        </a:buClr>
                        <a:buSzPct val="85000"/>
                        <a:defRPr sz="2400" kern="1200">
                          <a:solidFill>
                            <a:schemeClr val="tx1"/>
                          </a:solidFill>
                          <a:latin typeface="Arial" panose="020B0604020202020204"/>
                          <a:ea typeface="宋体" panose="02010600030101010101" pitchFamily="2" charset="-122"/>
                        </a:defRPr>
                      </a:lvl2pPr>
                      <a:lvl3pPr marL="1143000" lvl="2" indent="-228600" algn="l" defTabSz="913765" rtl="0" eaLnBrk="1" latinLnBrk="0" hangingPunct="1">
                        <a:buClr>
                          <a:schemeClr val="hlink"/>
                        </a:buClr>
                        <a:defRPr sz="2000" kern="1200">
                          <a:solidFill>
                            <a:schemeClr val="tx1"/>
                          </a:solidFill>
                          <a:latin typeface="Arial" panose="020B0604020202020204"/>
                          <a:ea typeface="宋体" panose="02010600030101010101" pitchFamily="2" charset="-122"/>
                        </a:defRPr>
                      </a:lvl3pPr>
                      <a:lvl4pPr marL="1600200" lvl="3" indent="-228600" algn="l" defTabSz="913765" rtl="0" eaLnBrk="1" latinLnBrk="0" hangingPunct="1">
                        <a:buClr>
                          <a:schemeClr val="tx2"/>
                        </a:buClr>
                        <a:defRPr sz="1800" kern="1200">
                          <a:solidFill>
                            <a:schemeClr val="tx1"/>
                          </a:solidFill>
                          <a:latin typeface="Arial" panose="020B0604020202020204"/>
                          <a:ea typeface="宋体" panose="02010600030101010101" pitchFamily="2" charset="-122"/>
                        </a:defRPr>
                      </a:lvl4pPr>
                      <a:lvl5pPr marL="2057400" lvl="4" indent="-228600" algn="l" defTabSz="913765" rtl="0" eaLnBrk="1" latinLnBrk="0" hangingPunct="1">
                        <a:buClr>
                          <a:schemeClr val="hlink"/>
                        </a:buClr>
                        <a:buFont typeface="Wingdings 2" panose="05020102010507070707" pitchFamily="18" charset="2"/>
                        <a:defRPr sz="1800" kern="1200">
                          <a:solidFill>
                            <a:schemeClr val="tx1"/>
                          </a:solidFill>
                          <a:latin typeface="Arial" panose="020B0604020202020204"/>
                          <a:ea typeface="宋体" panose="02010600030101010101" pitchFamily="2" charset="-122"/>
                        </a:defRPr>
                      </a:lvl5pPr>
                      <a:lvl6pPr marL="2286000" algn="l" defTabSz="913765" rtl="0" eaLnBrk="1" latinLnBrk="0" hangingPunct="1">
                        <a:defRPr sz="1800" kern="1200">
                          <a:solidFill>
                            <a:schemeClr val="tx1"/>
                          </a:solidFill>
                          <a:latin typeface="Arial" panose="020B0604020202020204"/>
                          <a:ea typeface="宋体" panose="02010600030101010101" pitchFamily="2" charset="-122"/>
                        </a:defRPr>
                      </a:lvl6pPr>
                      <a:lvl7pPr marL="2743200" algn="l" defTabSz="913765" rtl="0" eaLnBrk="1" latinLnBrk="0" hangingPunct="1">
                        <a:defRPr sz="1800" kern="1200">
                          <a:solidFill>
                            <a:schemeClr val="tx1"/>
                          </a:solidFill>
                          <a:latin typeface="Arial" panose="020B0604020202020204"/>
                          <a:ea typeface="宋体" panose="02010600030101010101" pitchFamily="2" charset="-122"/>
                        </a:defRPr>
                      </a:lvl7pPr>
                      <a:lvl8pPr marL="3199765" algn="l" defTabSz="913765" rtl="0" eaLnBrk="1" latinLnBrk="0" hangingPunct="1">
                        <a:defRPr sz="1800" kern="1200">
                          <a:solidFill>
                            <a:schemeClr val="tx1"/>
                          </a:solidFill>
                          <a:latin typeface="Arial" panose="020B0604020202020204"/>
                          <a:ea typeface="宋体" panose="02010600030101010101" pitchFamily="2" charset="-122"/>
                        </a:defRPr>
                      </a:lvl8pPr>
                      <a:lvl9pPr marL="3656965" algn="l" defTabSz="913765" rtl="0" eaLnBrk="1" latinLnBrk="0" hangingPunct="1">
                        <a:defRPr sz="1800" kern="1200">
                          <a:solidFill>
                            <a:schemeClr val="tx1"/>
                          </a:solidFill>
                          <a:latin typeface="Arial" panose="020B0604020202020204"/>
                          <a:ea typeface="宋体" panose="02010600030101010101" pitchFamily="2" charset="-122"/>
                        </a:defRPr>
                      </a:lvl9pPr>
                    </a:lstStyle>
                    <a:p>
                      <a:pPr marL="0" lvl="0" indent="0">
                        <a:spcBef>
                          <a:spcPct val="0"/>
                        </a:spcBef>
                        <a:buNone/>
                      </a:pPr>
                      <a:r>
                        <a:rPr lang="en-US" altLang="x-none" sz="2400" dirty="0" smtClean="0">
                          <a:latin typeface="Calibri" panose="020F0502020204030204" charset="0"/>
                        </a:rPr>
                        <a:t>s1[3]</a:t>
                      </a:r>
                      <a:endParaRPr lang="en-US" altLang="x-none" sz="2400" dirty="0"/>
                    </a:p>
                  </a:txBody>
                  <a:tcPr marT="46038" marB="4603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3765" rtl="0" eaLnBrk="1" latinLnBrk="0" hangingPunct="1">
                        <a:buClr>
                          <a:schemeClr val="tx2"/>
                        </a:buClr>
                        <a:buSzPct val="85000"/>
                        <a:defRPr sz="2400" kern="1200">
                          <a:solidFill>
                            <a:schemeClr val="tx1"/>
                          </a:solidFill>
                          <a:latin typeface="Arial" panose="020B0604020202020204"/>
                          <a:ea typeface="宋体" panose="02010600030101010101" pitchFamily="2" charset="-122"/>
                        </a:defRPr>
                      </a:lvl2pPr>
                      <a:lvl3pPr marL="1143000" lvl="2" indent="-228600" algn="l" defTabSz="913765" rtl="0" eaLnBrk="1" latinLnBrk="0" hangingPunct="1">
                        <a:buClr>
                          <a:schemeClr val="hlink"/>
                        </a:buClr>
                        <a:defRPr sz="2000" kern="1200">
                          <a:solidFill>
                            <a:schemeClr val="tx1"/>
                          </a:solidFill>
                          <a:latin typeface="Arial" panose="020B0604020202020204"/>
                          <a:ea typeface="宋体" panose="02010600030101010101" pitchFamily="2" charset="-122"/>
                        </a:defRPr>
                      </a:lvl3pPr>
                      <a:lvl4pPr marL="1600200" lvl="3" indent="-228600" algn="l" defTabSz="913765" rtl="0" eaLnBrk="1" latinLnBrk="0" hangingPunct="1">
                        <a:buClr>
                          <a:schemeClr val="tx2"/>
                        </a:buClr>
                        <a:defRPr sz="1800" kern="1200">
                          <a:solidFill>
                            <a:schemeClr val="tx1"/>
                          </a:solidFill>
                          <a:latin typeface="Arial" panose="020B0604020202020204"/>
                          <a:ea typeface="宋体" panose="02010600030101010101" pitchFamily="2" charset="-122"/>
                        </a:defRPr>
                      </a:lvl4pPr>
                      <a:lvl5pPr marL="2057400" lvl="4" indent="-228600" algn="l" defTabSz="913765" rtl="0" eaLnBrk="1" latinLnBrk="0" hangingPunct="1">
                        <a:buClr>
                          <a:schemeClr val="hlink"/>
                        </a:buClr>
                        <a:buFont typeface="Wingdings 2" panose="05020102010507070707" pitchFamily="18" charset="2"/>
                        <a:defRPr sz="1800" kern="1200">
                          <a:solidFill>
                            <a:schemeClr val="tx1"/>
                          </a:solidFill>
                          <a:latin typeface="Arial" panose="020B0604020202020204"/>
                          <a:ea typeface="宋体" panose="02010600030101010101" pitchFamily="2" charset="-122"/>
                        </a:defRPr>
                      </a:lvl5pPr>
                      <a:lvl6pPr marL="2286000" algn="l" defTabSz="913765" rtl="0" eaLnBrk="1" latinLnBrk="0" hangingPunct="1">
                        <a:defRPr sz="1800" kern="1200">
                          <a:solidFill>
                            <a:schemeClr val="tx1"/>
                          </a:solidFill>
                          <a:latin typeface="Arial" panose="020B0604020202020204"/>
                          <a:ea typeface="宋体" panose="02010600030101010101" pitchFamily="2" charset="-122"/>
                        </a:defRPr>
                      </a:lvl6pPr>
                      <a:lvl7pPr marL="2743200" algn="l" defTabSz="913765" rtl="0" eaLnBrk="1" latinLnBrk="0" hangingPunct="1">
                        <a:defRPr sz="1800" kern="1200">
                          <a:solidFill>
                            <a:schemeClr val="tx1"/>
                          </a:solidFill>
                          <a:latin typeface="Arial" panose="020B0604020202020204"/>
                          <a:ea typeface="宋体" panose="02010600030101010101" pitchFamily="2" charset="-122"/>
                        </a:defRPr>
                      </a:lvl7pPr>
                      <a:lvl8pPr marL="3199765" algn="l" defTabSz="913765" rtl="0" eaLnBrk="1" latinLnBrk="0" hangingPunct="1">
                        <a:defRPr sz="1800" kern="1200">
                          <a:solidFill>
                            <a:schemeClr val="tx1"/>
                          </a:solidFill>
                          <a:latin typeface="Arial" panose="020B0604020202020204"/>
                          <a:ea typeface="宋体" panose="02010600030101010101" pitchFamily="2" charset="-122"/>
                        </a:defRPr>
                      </a:lvl8pPr>
                      <a:lvl9pPr marL="3656965" algn="l" defTabSz="913765" rtl="0" eaLnBrk="1" latinLnBrk="0" hangingPunct="1">
                        <a:defRPr sz="1800" kern="1200">
                          <a:solidFill>
                            <a:schemeClr val="tx1"/>
                          </a:solidFill>
                          <a:latin typeface="Arial" panose="020B0604020202020204"/>
                          <a:ea typeface="宋体" panose="02010600030101010101" pitchFamily="2" charset="-122"/>
                        </a:defRPr>
                      </a:lvl9pPr>
                    </a:lstStyle>
                    <a:p>
                      <a:pPr marL="0" lvl="0" indent="0">
                        <a:spcBef>
                          <a:spcPct val="0"/>
                        </a:spcBef>
                        <a:buNone/>
                      </a:pPr>
                      <a:r>
                        <a:rPr lang="en-US" altLang="x-none" sz="2400" dirty="0" smtClean="0">
                          <a:latin typeface="Calibri" panose="020F0502020204030204" charset="0"/>
                        </a:rPr>
                        <a:t>s1[4]</a:t>
                      </a:r>
                      <a:endParaRPr lang="en-US" altLang="x-none" sz="2400" dirty="0"/>
                    </a:p>
                  </a:txBody>
                  <a:tcPr marT="46038" marB="4603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3765" rtl="0" eaLnBrk="1" latinLnBrk="0" hangingPunct="1">
                        <a:buClr>
                          <a:schemeClr val="tx2"/>
                        </a:buClr>
                        <a:buSzPct val="85000"/>
                        <a:defRPr sz="2400" kern="1200">
                          <a:solidFill>
                            <a:schemeClr val="tx1"/>
                          </a:solidFill>
                          <a:latin typeface="Arial" panose="020B0604020202020204"/>
                          <a:ea typeface="宋体" panose="02010600030101010101" pitchFamily="2" charset="-122"/>
                        </a:defRPr>
                      </a:lvl2pPr>
                      <a:lvl3pPr marL="1143000" lvl="2" indent="-228600" algn="l" defTabSz="913765" rtl="0" eaLnBrk="1" latinLnBrk="0" hangingPunct="1">
                        <a:buClr>
                          <a:schemeClr val="hlink"/>
                        </a:buClr>
                        <a:defRPr sz="2000" kern="1200">
                          <a:solidFill>
                            <a:schemeClr val="tx1"/>
                          </a:solidFill>
                          <a:latin typeface="Arial" panose="020B0604020202020204"/>
                          <a:ea typeface="宋体" panose="02010600030101010101" pitchFamily="2" charset="-122"/>
                        </a:defRPr>
                      </a:lvl3pPr>
                      <a:lvl4pPr marL="1600200" lvl="3" indent="-228600" algn="l" defTabSz="913765" rtl="0" eaLnBrk="1" latinLnBrk="0" hangingPunct="1">
                        <a:buClr>
                          <a:schemeClr val="tx2"/>
                        </a:buClr>
                        <a:defRPr sz="1800" kern="1200">
                          <a:solidFill>
                            <a:schemeClr val="tx1"/>
                          </a:solidFill>
                          <a:latin typeface="Arial" panose="020B0604020202020204"/>
                          <a:ea typeface="宋体" panose="02010600030101010101" pitchFamily="2" charset="-122"/>
                        </a:defRPr>
                      </a:lvl4pPr>
                      <a:lvl5pPr marL="2057400" lvl="4" indent="-228600" algn="l" defTabSz="913765" rtl="0" eaLnBrk="1" latinLnBrk="0" hangingPunct="1">
                        <a:buClr>
                          <a:schemeClr val="hlink"/>
                        </a:buClr>
                        <a:buFont typeface="Wingdings 2" panose="05020102010507070707" pitchFamily="18" charset="2"/>
                        <a:defRPr sz="1800" kern="1200">
                          <a:solidFill>
                            <a:schemeClr val="tx1"/>
                          </a:solidFill>
                          <a:latin typeface="Arial" panose="020B0604020202020204"/>
                          <a:ea typeface="宋体" panose="02010600030101010101" pitchFamily="2" charset="-122"/>
                        </a:defRPr>
                      </a:lvl5pPr>
                      <a:lvl6pPr marL="2286000" algn="l" defTabSz="913765" rtl="0" eaLnBrk="1" latinLnBrk="0" hangingPunct="1">
                        <a:defRPr sz="1800" kern="1200">
                          <a:solidFill>
                            <a:schemeClr val="tx1"/>
                          </a:solidFill>
                          <a:latin typeface="Arial" panose="020B0604020202020204"/>
                          <a:ea typeface="宋体" panose="02010600030101010101" pitchFamily="2" charset="-122"/>
                        </a:defRPr>
                      </a:lvl6pPr>
                      <a:lvl7pPr marL="2743200" algn="l" defTabSz="913765" rtl="0" eaLnBrk="1" latinLnBrk="0" hangingPunct="1">
                        <a:defRPr sz="1800" kern="1200">
                          <a:solidFill>
                            <a:schemeClr val="tx1"/>
                          </a:solidFill>
                          <a:latin typeface="Arial" panose="020B0604020202020204"/>
                          <a:ea typeface="宋体" panose="02010600030101010101" pitchFamily="2" charset="-122"/>
                        </a:defRPr>
                      </a:lvl7pPr>
                      <a:lvl8pPr marL="3199765" algn="l" defTabSz="913765" rtl="0" eaLnBrk="1" latinLnBrk="0" hangingPunct="1">
                        <a:defRPr sz="1800" kern="1200">
                          <a:solidFill>
                            <a:schemeClr val="tx1"/>
                          </a:solidFill>
                          <a:latin typeface="Arial" panose="020B0604020202020204"/>
                          <a:ea typeface="宋体" panose="02010600030101010101" pitchFamily="2" charset="-122"/>
                        </a:defRPr>
                      </a:lvl8pPr>
                      <a:lvl9pPr marL="3656965" algn="l" defTabSz="913765" rtl="0" eaLnBrk="1" latinLnBrk="0" hangingPunct="1">
                        <a:defRPr sz="1800" kern="1200">
                          <a:solidFill>
                            <a:schemeClr val="tx1"/>
                          </a:solidFill>
                          <a:latin typeface="Arial" panose="020B0604020202020204"/>
                          <a:ea typeface="宋体" panose="02010600030101010101" pitchFamily="2" charset="-122"/>
                        </a:defRPr>
                      </a:lvl9pPr>
                    </a:lstStyle>
                    <a:p>
                      <a:pPr marL="0" lvl="0" indent="0">
                        <a:spcBef>
                          <a:spcPct val="0"/>
                        </a:spcBef>
                        <a:buNone/>
                      </a:pPr>
                      <a:r>
                        <a:rPr lang="en-US" altLang="x-none" sz="2400" dirty="0" smtClean="0">
                          <a:latin typeface="Calibri" panose="020F0502020204030204" charset="0"/>
                        </a:rPr>
                        <a:t>s1[5]</a:t>
                      </a:r>
                      <a:endParaRPr lang="en-US" altLang="x-none" sz="2400" dirty="0"/>
                    </a:p>
                  </a:txBody>
                  <a:tcPr marT="46038" marB="4603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bl>
          </a:graphicData>
        </a:graphic>
      </p:graphicFrame>
      <p:graphicFrame>
        <p:nvGraphicFramePr>
          <p:cNvPr id="10" name="内容占位符 15379"/>
          <p:cNvGraphicFramePr/>
          <p:nvPr>
            <p:extLst>
              <p:ext uri="{D42A27DB-BD31-4B8C-83A1-F6EECF244321}">
                <p14:modId xmlns:p14="http://schemas.microsoft.com/office/powerpoint/2010/main" val="3341804983"/>
              </p:ext>
            </p:extLst>
          </p:nvPr>
        </p:nvGraphicFramePr>
        <p:xfrm>
          <a:off x="2051720" y="2018010"/>
          <a:ext cx="5388156" cy="479540"/>
        </p:xfrm>
        <a:graphic>
          <a:graphicData uri="http://schemas.openxmlformats.org/drawingml/2006/table">
            <a:tbl>
              <a:tblPr/>
              <a:tblGrid>
                <a:gridCol w="898026">
                  <a:extLst>
                    <a:ext uri="{9D8B030D-6E8A-4147-A177-3AD203B41FA5}">
                      <a16:colId xmlns="" xmlns:a16="http://schemas.microsoft.com/office/drawing/2014/main" val="20000"/>
                    </a:ext>
                  </a:extLst>
                </a:gridCol>
                <a:gridCol w="898026">
                  <a:extLst>
                    <a:ext uri="{9D8B030D-6E8A-4147-A177-3AD203B41FA5}">
                      <a16:colId xmlns="" xmlns:a16="http://schemas.microsoft.com/office/drawing/2014/main" val="20001"/>
                    </a:ext>
                  </a:extLst>
                </a:gridCol>
                <a:gridCol w="898026">
                  <a:extLst>
                    <a:ext uri="{9D8B030D-6E8A-4147-A177-3AD203B41FA5}">
                      <a16:colId xmlns="" xmlns:a16="http://schemas.microsoft.com/office/drawing/2014/main" val="20002"/>
                    </a:ext>
                  </a:extLst>
                </a:gridCol>
                <a:gridCol w="898026">
                  <a:extLst>
                    <a:ext uri="{9D8B030D-6E8A-4147-A177-3AD203B41FA5}">
                      <a16:colId xmlns="" xmlns:a16="http://schemas.microsoft.com/office/drawing/2014/main" val="20003"/>
                    </a:ext>
                  </a:extLst>
                </a:gridCol>
                <a:gridCol w="898026">
                  <a:extLst>
                    <a:ext uri="{9D8B030D-6E8A-4147-A177-3AD203B41FA5}">
                      <a16:colId xmlns="" xmlns:a16="http://schemas.microsoft.com/office/drawing/2014/main" val="20004"/>
                    </a:ext>
                  </a:extLst>
                </a:gridCol>
                <a:gridCol w="898026">
                  <a:extLst>
                    <a:ext uri="{9D8B030D-6E8A-4147-A177-3AD203B41FA5}">
                      <a16:colId xmlns="" xmlns:a16="http://schemas.microsoft.com/office/drawing/2014/main" val="20005"/>
                    </a:ext>
                  </a:extLst>
                </a:gridCol>
              </a:tblGrid>
              <a:tr h="479540">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3765" rtl="0" eaLnBrk="1" latinLnBrk="0" hangingPunct="1">
                        <a:buClr>
                          <a:schemeClr val="tx2"/>
                        </a:buClr>
                        <a:buSzPct val="85000"/>
                        <a:defRPr sz="2400" kern="1200">
                          <a:solidFill>
                            <a:schemeClr val="tx1"/>
                          </a:solidFill>
                          <a:latin typeface="Arial" panose="020B0604020202020204"/>
                          <a:ea typeface="宋体" panose="02010600030101010101" pitchFamily="2" charset="-122"/>
                        </a:defRPr>
                      </a:lvl2pPr>
                      <a:lvl3pPr marL="1143000" lvl="2" indent="-228600" algn="l" defTabSz="913765" rtl="0" eaLnBrk="1" latinLnBrk="0" hangingPunct="1">
                        <a:buClr>
                          <a:schemeClr val="hlink"/>
                        </a:buClr>
                        <a:defRPr sz="2000" kern="1200">
                          <a:solidFill>
                            <a:schemeClr val="tx1"/>
                          </a:solidFill>
                          <a:latin typeface="Arial" panose="020B0604020202020204"/>
                          <a:ea typeface="宋体" panose="02010600030101010101" pitchFamily="2" charset="-122"/>
                        </a:defRPr>
                      </a:lvl3pPr>
                      <a:lvl4pPr marL="1600200" lvl="3" indent="-228600" algn="l" defTabSz="913765" rtl="0" eaLnBrk="1" latinLnBrk="0" hangingPunct="1">
                        <a:buClr>
                          <a:schemeClr val="tx2"/>
                        </a:buClr>
                        <a:defRPr sz="1800" kern="1200">
                          <a:solidFill>
                            <a:schemeClr val="tx1"/>
                          </a:solidFill>
                          <a:latin typeface="Arial" panose="020B0604020202020204"/>
                          <a:ea typeface="宋体" panose="02010600030101010101" pitchFamily="2" charset="-122"/>
                        </a:defRPr>
                      </a:lvl4pPr>
                      <a:lvl5pPr marL="2057400" lvl="4" indent="-228600" algn="l" defTabSz="913765" rtl="0" eaLnBrk="1" latinLnBrk="0" hangingPunct="1">
                        <a:buClr>
                          <a:schemeClr val="hlink"/>
                        </a:buClr>
                        <a:buFont typeface="Wingdings 2" panose="05020102010507070707" pitchFamily="18" charset="2"/>
                        <a:defRPr sz="1800" kern="1200">
                          <a:solidFill>
                            <a:schemeClr val="tx1"/>
                          </a:solidFill>
                          <a:latin typeface="Arial" panose="020B0604020202020204"/>
                          <a:ea typeface="宋体" panose="02010600030101010101" pitchFamily="2" charset="-122"/>
                        </a:defRPr>
                      </a:lvl5pPr>
                      <a:lvl6pPr marL="2286000" algn="l" defTabSz="913765" rtl="0" eaLnBrk="1" latinLnBrk="0" hangingPunct="1">
                        <a:defRPr sz="1800" kern="1200">
                          <a:solidFill>
                            <a:schemeClr val="tx1"/>
                          </a:solidFill>
                          <a:latin typeface="Arial" panose="020B0604020202020204"/>
                          <a:ea typeface="宋体" panose="02010600030101010101" pitchFamily="2" charset="-122"/>
                        </a:defRPr>
                      </a:lvl6pPr>
                      <a:lvl7pPr marL="2743200" algn="l" defTabSz="913765" rtl="0" eaLnBrk="1" latinLnBrk="0" hangingPunct="1">
                        <a:defRPr sz="1800" kern="1200">
                          <a:solidFill>
                            <a:schemeClr val="tx1"/>
                          </a:solidFill>
                          <a:latin typeface="Arial" panose="020B0604020202020204"/>
                          <a:ea typeface="宋体" panose="02010600030101010101" pitchFamily="2" charset="-122"/>
                        </a:defRPr>
                      </a:lvl7pPr>
                      <a:lvl8pPr marL="3199765" algn="l" defTabSz="913765" rtl="0" eaLnBrk="1" latinLnBrk="0" hangingPunct="1">
                        <a:defRPr sz="1800" kern="1200">
                          <a:solidFill>
                            <a:schemeClr val="tx1"/>
                          </a:solidFill>
                          <a:latin typeface="Arial" panose="020B0604020202020204"/>
                          <a:ea typeface="宋体" panose="02010600030101010101" pitchFamily="2" charset="-122"/>
                        </a:defRPr>
                      </a:lvl8pPr>
                      <a:lvl9pPr marL="3656965" algn="l" defTabSz="913765" rtl="0" eaLnBrk="1" latinLnBrk="0" hangingPunct="1">
                        <a:defRPr sz="1800" kern="1200">
                          <a:solidFill>
                            <a:schemeClr val="tx1"/>
                          </a:solidFill>
                          <a:latin typeface="Arial" panose="020B0604020202020204"/>
                          <a:ea typeface="宋体" panose="02010600030101010101" pitchFamily="2" charset="-122"/>
                        </a:defRPr>
                      </a:lvl9pPr>
                    </a:lstStyle>
                    <a:p>
                      <a:pPr marL="0" lvl="0" indent="0">
                        <a:spcBef>
                          <a:spcPct val="0"/>
                        </a:spcBef>
                        <a:buNone/>
                      </a:pPr>
                      <a:r>
                        <a:rPr lang="en-US" altLang="x-none" sz="2400" dirty="0">
                          <a:latin typeface="Calibri" panose="020F0502020204030204" charset="0"/>
                        </a:rPr>
                        <a:t>0</a:t>
                      </a:r>
                      <a:endParaRPr lang="en-US" altLang="x-none" sz="2400" dirty="0"/>
                    </a:p>
                  </a:txBody>
                  <a:tcPr marT="46038" marB="4603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3765" rtl="0" eaLnBrk="1" latinLnBrk="0" hangingPunct="1">
                        <a:buClr>
                          <a:schemeClr val="tx2"/>
                        </a:buClr>
                        <a:buSzPct val="85000"/>
                        <a:defRPr sz="2400" kern="1200">
                          <a:solidFill>
                            <a:schemeClr val="tx1"/>
                          </a:solidFill>
                          <a:latin typeface="Arial" panose="020B0604020202020204"/>
                          <a:ea typeface="宋体" panose="02010600030101010101" pitchFamily="2" charset="-122"/>
                        </a:defRPr>
                      </a:lvl2pPr>
                      <a:lvl3pPr marL="1143000" lvl="2" indent="-228600" algn="l" defTabSz="913765" rtl="0" eaLnBrk="1" latinLnBrk="0" hangingPunct="1">
                        <a:buClr>
                          <a:schemeClr val="hlink"/>
                        </a:buClr>
                        <a:defRPr sz="2000" kern="1200">
                          <a:solidFill>
                            <a:schemeClr val="tx1"/>
                          </a:solidFill>
                          <a:latin typeface="Arial" panose="020B0604020202020204"/>
                          <a:ea typeface="宋体" panose="02010600030101010101" pitchFamily="2" charset="-122"/>
                        </a:defRPr>
                      </a:lvl3pPr>
                      <a:lvl4pPr marL="1600200" lvl="3" indent="-228600" algn="l" defTabSz="913765" rtl="0" eaLnBrk="1" latinLnBrk="0" hangingPunct="1">
                        <a:buClr>
                          <a:schemeClr val="tx2"/>
                        </a:buClr>
                        <a:defRPr sz="1800" kern="1200">
                          <a:solidFill>
                            <a:schemeClr val="tx1"/>
                          </a:solidFill>
                          <a:latin typeface="Arial" panose="020B0604020202020204"/>
                          <a:ea typeface="宋体" panose="02010600030101010101" pitchFamily="2" charset="-122"/>
                        </a:defRPr>
                      </a:lvl4pPr>
                      <a:lvl5pPr marL="2057400" lvl="4" indent="-228600" algn="l" defTabSz="913765" rtl="0" eaLnBrk="1" latinLnBrk="0" hangingPunct="1">
                        <a:buClr>
                          <a:schemeClr val="hlink"/>
                        </a:buClr>
                        <a:buFont typeface="Wingdings 2" panose="05020102010507070707" pitchFamily="18" charset="2"/>
                        <a:defRPr sz="1800" kern="1200">
                          <a:solidFill>
                            <a:schemeClr val="tx1"/>
                          </a:solidFill>
                          <a:latin typeface="Arial" panose="020B0604020202020204"/>
                          <a:ea typeface="宋体" panose="02010600030101010101" pitchFamily="2" charset="-122"/>
                        </a:defRPr>
                      </a:lvl5pPr>
                      <a:lvl6pPr marL="2286000" algn="l" defTabSz="913765" rtl="0" eaLnBrk="1" latinLnBrk="0" hangingPunct="1">
                        <a:defRPr sz="1800" kern="1200">
                          <a:solidFill>
                            <a:schemeClr val="tx1"/>
                          </a:solidFill>
                          <a:latin typeface="Arial" panose="020B0604020202020204"/>
                          <a:ea typeface="宋体" panose="02010600030101010101" pitchFamily="2" charset="-122"/>
                        </a:defRPr>
                      </a:lvl6pPr>
                      <a:lvl7pPr marL="2743200" algn="l" defTabSz="913765" rtl="0" eaLnBrk="1" latinLnBrk="0" hangingPunct="1">
                        <a:defRPr sz="1800" kern="1200">
                          <a:solidFill>
                            <a:schemeClr val="tx1"/>
                          </a:solidFill>
                          <a:latin typeface="Arial" panose="020B0604020202020204"/>
                          <a:ea typeface="宋体" panose="02010600030101010101" pitchFamily="2" charset="-122"/>
                        </a:defRPr>
                      </a:lvl7pPr>
                      <a:lvl8pPr marL="3199765" algn="l" defTabSz="913765" rtl="0" eaLnBrk="1" latinLnBrk="0" hangingPunct="1">
                        <a:defRPr sz="1800" kern="1200">
                          <a:solidFill>
                            <a:schemeClr val="tx1"/>
                          </a:solidFill>
                          <a:latin typeface="Arial" panose="020B0604020202020204"/>
                          <a:ea typeface="宋体" panose="02010600030101010101" pitchFamily="2" charset="-122"/>
                        </a:defRPr>
                      </a:lvl8pPr>
                      <a:lvl9pPr marL="3656965" algn="l" defTabSz="913765" rtl="0" eaLnBrk="1" latinLnBrk="0" hangingPunct="1">
                        <a:defRPr sz="1800" kern="1200">
                          <a:solidFill>
                            <a:schemeClr val="tx1"/>
                          </a:solidFill>
                          <a:latin typeface="Arial" panose="020B0604020202020204"/>
                          <a:ea typeface="宋体" panose="02010600030101010101" pitchFamily="2" charset="-122"/>
                        </a:defRPr>
                      </a:lvl9pPr>
                    </a:lstStyle>
                    <a:p>
                      <a:pPr marL="0" lvl="0" indent="0">
                        <a:spcBef>
                          <a:spcPct val="0"/>
                        </a:spcBef>
                        <a:buNone/>
                      </a:pPr>
                      <a:r>
                        <a:rPr lang="en-US" altLang="x-none" sz="2400" dirty="0">
                          <a:latin typeface="Calibri" panose="020F0502020204030204" charset="0"/>
                        </a:rPr>
                        <a:t>1</a:t>
                      </a:r>
                      <a:endParaRPr lang="en-US" altLang="x-none" sz="2400" dirty="0"/>
                    </a:p>
                  </a:txBody>
                  <a:tcPr marT="46038" marB="4603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3765" rtl="0" eaLnBrk="1" latinLnBrk="0" hangingPunct="1">
                        <a:buClr>
                          <a:schemeClr val="tx2"/>
                        </a:buClr>
                        <a:buSzPct val="85000"/>
                        <a:defRPr sz="2400" kern="1200">
                          <a:solidFill>
                            <a:schemeClr val="tx1"/>
                          </a:solidFill>
                          <a:latin typeface="Arial" panose="020B0604020202020204"/>
                          <a:ea typeface="宋体" panose="02010600030101010101" pitchFamily="2" charset="-122"/>
                        </a:defRPr>
                      </a:lvl2pPr>
                      <a:lvl3pPr marL="1143000" lvl="2" indent="-228600" algn="l" defTabSz="913765" rtl="0" eaLnBrk="1" latinLnBrk="0" hangingPunct="1">
                        <a:buClr>
                          <a:schemeClr val="hlink"/>
                        </a:buClr>
                        <a:defRPr sz="2000" kern="1200">
                          <a:solidFill>
                            <a:schemeClr val="tx1"/>
                          </a:solidFill>
                          <a:latin typeface="Arial" panose="020B0604020202020204"/>
                          <a:ea typeface="宋体" panose="02010600030101010101" pitchFamily="2" charset="-122"/>
                        </a:defRPr>
                      </a:lvl3pPr>
                      <a:lvl4pPr marL="1600200" lvl="3" indent="-228600" algn="l" defTabSz="913765" rtl="0" eaLnBrk="1" latinLnBrk="0" hangingPunct="1">
                        <a:buClr>
                          <a:schemeClr val="tx2"/>
                        </a:buClr>
                        <a:defRPr sz="1800" kern="1200">
                          <a:solidFill>
                            <a:schemeClr val="tx1"/>
                          </a:solidFill>
                          <a:latin typeface="Arial" panose="020B0604020202020204"/>
                          <a:ea typeface="宋体" panose="02010600030101010101" pitchFamily="2" charset="-122"/>
                        </a:defRPr>
                      </a:lvl4pPr>
                      <a:lvl5pPr marL="2057400" lvl="4" indent="-228600" algn="l" defTabSz="913765" rtl="0" eaLnBrk="1" latinLnBrk="0" hangingPunct="1">
                        <a:buClr>
                          <a:schemeClr val="hlink"/>
                        </a:buClr>
                        <a:buFont typeface="Wingdings 2" panose="05020102010507070707" pitchFamily="18" charset="2"/>
                        <a:defRPr sz="1800" kern="1200">
                          <a:solidFill>
                            <a:schemeClr val="tx1"/>
                          </a:solidFill>
                          <a:latin typeface="Arial" panose="020B0604020202020204"/>
                          <a:ea typeface="宋体" panose="02010600030101010101" pitchFamily="2" charset="-122"/>
                        </a:defRPr>
                      </a:lvl5pPr>
                      <a:lvl6pPr marL="2286000" algn="l" defTabSz="913765" rtl="0" eaLnBrk="1" latinLnBrk="0" hangingPunct="1">
                        <a:defRPr sz="1800" kern="1200">
                          <a:solidFill>
                            <a:schemeClr val="tx1"/>
                          </a:solidFill>
                          <a:latin typeface="Arial" panose="020B0604020202020204"/>
                          <a:ea typeface="宋体" panose="02010600030101010101" pitchFamily="2" charset="-122"/>
                        </a:defRPr>
                      </a:lvl6pPr>
                      <a:lvl7pPr marL="2743200" algn="l" defTabSz="913765" rtl="0" eaLnBrk="1" latinLnBrk="0" hangingPunct="1">
                        <a:defRPr sz="1800" kern="1200">
                          <a:solidFill>
                            <a:schemeClr val="tx1"/>
                          </a:solidFill>
                          <a:latin typeface="Arial" panose="020B0604020202020204"/>
                          <a:ea typeface="宋体" panose="02010600030101010101" pitchFamily="2" charset="-122"/>
                        </a:defRPr>
                      </a:lvl7pPr>
                      <a:lvl8pPr marL="3199765" algn="l" defTabSz="913765" rtl="0" eaLnBrk="1" latinLnBrk="0" hangingPunct="1">
                        <a:defRPr sz="1800" kern="1200">
                          <a:solidFill>
                            <a:schemeClr val="tx1"/>
                          </a:solidFill>
                          <a:latin typeface="Arial" panose="020B0604020202020204"/>
                          <a:ea typeface="宋体" panose="02010600030101010101" pitchFamily="2" charset="-122"/>
                        </a:defRPr>
                      </a:lvl8pPr>
                      <a:lvl9pPr marL="3656965" algn="l" defTabSz="913765" rtl="0" eaLnBrk="1" latinLnBrk="0" hangingPunct="1">
                        <a:defRPr sz="1800" kern="1200">
                          <a:solidFill>
                            <a:schemeClr val="tx1"/>
                          </a:solidFill>
                          <a:latin typeface="Arial" panose="020B0604020202020204"/>
                          <a:ea typeface="宋体" panose="02010600030101010101" pitchFamily="2" charset="-122"/>
                        </a:defRPr>
                      </a:lvl9pPr>
                    </a:lstStyle>
                    <a:p>
                      <a:pPr marL="0" lvl="0" indent="0">
                        <a:spcBef>
                          <a:spcPct val="0"/>
                        </a:spcBef>
                        <a:buNone/>
                      </a:pPr>
                      <a:r>
                        <a:rPr lang="en-US" altLang="x-none" sz="2400" dirty="0">
                          <a:latin typeface="Calibri" panose="020F0502020204030204" charset="0"/>
                        </a:rPr>
                        <a:t>2</a:t>
                      </a:r>
                      <a:endParaRPr lang="en-US" altLang="x-none" sz="2400" dirty="0"/>
                    </a:p>
                  </a:txBody>
                  <a:tcPr marT="46038" marB="4603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3765" rtl="0" eaLnBrk="1" latinLnBrk="0" hangingPunct="1">
                        <a:buClr>
                          <a:schemeClr val="tx2"/>
                        </a:buClr>
                        <a:buSzPct val="85000"/>
                        <a:defRPr sz="2400" kern="1200">
                          <a:solidFill>
                            <a:schemeClr val="tx1"/>
                          </a:solidFill>
                          <a:latin typeface="Arial" panose="020B0604020202020204"/>
                          <a:ea typeface="宋体" panose="02010600030101010101" pitchFamily="2" charset="-122"/>
                        </a:defRPr>
                      </a:lvl2pPr>
                      <a:lvl3pPr marL="1143000" lvl="2" indent="-228600" algn="l" defTabSz="913765" rtl="0" eaLnBrk="1" latinLnBrk="0" hangingPunct="1">
                        <a:buClr>
                          <a:schemeClr val="hlink"/>
                        </a:buClr>
                        <a:defRPr sz="2000" kern="1200">
                          <a:solidFill>
                            <a:schemeClr val="tx1"/>
                          </a:solidFill>
                          <a:latin typeface="Arial" panose="020B0604020202020204"/>
                          <a:ea typeface="宋体" panose="02010600030101010101" pitchFamily="2" charset="-122"/>
                        </a:defRPr>
                      </a:lvl3pPr>
                      <a:lvl4pPr marL="1600200" lvl="3" indent="-228600" algn="l" defTabSz="913765" rtl="0" eaLnBrk="1" latinLnBrk="0" hangingPunct="1">
                        <a:buClr>
                          <a:schemeClr val="tx2"/>
                        </a:buClr>
                        <a:defRPr sz="1800" kern="1200">
                          <a:solidFill>
                            <a:schemeClr val="tx1"/>
                          </a:solidFill>
                          <a:latin typeface="Arial" panose="020B0604020202020204"/>
                          <a:ea typeface="宋体" panose="02010600030101010101" pitchFamily="2" charset="-122"/>
                        </a:defRPr>
                      </a:lvl4pPr>
                      <a:lvl5pPr marL="2057400" lvl="4" indent="-228600" algn="l" defTabSz="913765" rtl="0" eaLnBrk="1" latinLnBrk="0" hangingPunct="1">
                        <a:buClr>
                          <a:schemeClr val="hlink"/>
                        </a:buClr>
                        <a:buFont typeface="Wingdings 2" panose="05020102010507070707" pitchFamily="18" charset="2"/>
                        <a:defRPr sz="1800" kern="1200">
                          <a:solidFill>
                            <a:schemeClr val="tx1"/>
                          </a:solidFill>
                          <a:latin typeface="Arial" panose="020B0604020202020204"/>
                          <a:ea typeface="宋体" panose="02010600030101010101" pitchFamily="2" charset="-122"/>
                        </a:defRPr>
                      </a:lvl5pPr>
                      <a:lvl6pPr marL="2286000" algn="l" defTabSz="913765" rtl="0" eaLnBrk="1" latinLnBrk="0" hangingPunct="1">
                        <a:defRPr sz="1800" kern="1200">
                          <a:solidFill>
                            <a:schemeClr val="tx1"/>
                          </a:solidFill>
                          <a:latin typeface="Arial" panose="020B0604020202020204"/>
                          <a:ea typeface="宋体" panose="02010600030101010101" pitchFamily="2" charset="-122"/>
                        </a:defRPr>
                      </a:lvl6pPr>
                      <a:lvl7pPr marL="2743200" algn="l" defTabSz="913765" rtl="0" eaLnBrk="1" latinLnBrk="0" hangingPunct="1">
                        <a:defRPr sz="1800" kern="1200">
                          <a:solidFill>
                            <a:schemeClr val="tx1"/>
                          </a:solidFill>
                          <a:latin typeface="Arial" panose="020B0604020202020204"/>
                          <a:ea typeface="宋体" panose="02010600030101010101" pitchFamily="2" charset="-122"/>
                        </a:defRPr>
                      </a:lvl7pPr>
                      <a:lvl8pPr marL="3199765" algn="l" defTabSz="913765" rtl="0" eaLnBrk="1" latinLnBrk="0" hangingPunct="1">
                        <a:defRPr sz="1800" kern="1200">
                          <a:solidFill>
                            <a:schemeClr val="tx1"/>
                          </a:solidFill>
                          <a:latin typeface="Arial" panose="020B0604020202020204"/>
                          <a:ea typeface="宋体" panose="02010600030101010101" pitchFamily="2" charset="-122"/>
                        </a:defRPr>
                      </a:lvl8pPr>
                      <a:lvl9pPr marL="3656965" algn="l" defTabSz="913765" rtl="0" eaLnBrk="1" latinLnBrk="0" hangingPunct="1">
                        <a:defRPr sz="1800" kern="1200">
                          <a:solidFill>
                            <a:schemeClr val="tx1"/>
                          </a:solidFill>
                          <a:latin typeface="Arial" panose="020B0604020202020204"/>
                          <a:ea typeface="宋体" panose="02010600030101010101" pitchFamily="2" charset="-122"/>
                        </a:defRPr>
                      </a:lvl9pPr>
                    </a:lstStyle>
                    <a:p>
                      <a:pPr marL="0" lvl="0" indent="0">
                        <a:spcBef>
                          <a:spcPct val="0"/>
                        </a:spcBef>
                        <a:buNone/>
                      </a:pPr>
                      <a:r>
                        <a:rPr lang="en-US" altLang="x-none" sz="2400" dirty="0">
                          <a:latin typeface="Calibri" panose="020F0502020204030204" charset="0"/>
                        </a:rPr>
                        <a:t>3</a:t>
                      </a:r>
                      <a:endParaRPr lang="en-US" altLang="x-none" sz="2400" dirty="0"/>
                    </a:p>
                  </a:txBody>
                  <a:tcPr marT="46038" marB="4603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3765" rtl="0" eaLnBrk="1" latinLnBrk="0" hangingPunct="1">
                        <a:buClr>
                          <a:schemeClr val="tx2"/>
                        </a:buClr>
                        <a:buSzPct val="85000"/>
                        <a:defRPr sz="2400" kern="1200">
                          <a:solidFill>
                            <a:schemeClr val="tx1"/>
                          </a:solidFill>
                          <a:latin typeface="Arial" panose="020B0604020202020204"/>
                          <a:ea typeface="宋体" panose="02010600030101010101" pitchFamily="2" charset="-122"/>
                        </a:defRPr>
                      </a:lvl2pPr>
                      <a:lvl3pPr marL="1143000" lvl="2" indent="-228600" algn="l" defTabSz="913765" rtl="0" eaLnBrk="1" latinLnBrk="0" hangingPunct="1">
                        <a:buClr>
                          <a:schemeClr val="hlink"/>
                        </a:buClr>
                        <a:defRPr sz="2000" kern="1200">
                          <a:solidFill>
                            <a:schemeClr val="tx1"/>
                          </a:solidFill>
                          <a:latin typeface="Arial" panose="020B0604020202020204"/>
                          <a:ea typeface="宋体" panose="02010600030101010101" pitchFamily="2" charset="-122"/>
                        </a:defRPr>
                      </a:lvl3pPr>
                      <a:lvl4pPr marL="1600200" lvl="3" indent="-228600" algn="l" defTabSz="913765" rtl="0" eaLnBrk="1" latinLnBrk="0" hangingPunct="1">
                        <a:buClr>
                          <a:schemeClr val="tx2"/>
                        </a:buClr>
                        <a:defRPr sz="1800" kern="1200">
                          <a:solidFill>
                            <a:schemeClr val="tx1"/>
                          </a:solidFill>
                          <a:latin typeface="Arial" panose="020B0604020202020204"/>
                          <a:ea typeface="宋体" panose="02010600030101010101" pitchFamily="2" charset="-122"/>
                        </a:defRPr>
                      </a:lvl4pPr>
                      <a:lvl5pPr marL="2057400" lvl="4" indent="-228600" algn="l" defTabSz="913765" rtl="0" eaLnBrk="1" latinLnBrk="0" hangingPunct="1">
                        <a:buClr>
                          <a:schemeClr val="hlink"/>
                        </a:buClr>
                        <a:buFont typeface="Wingdings 2" panose="05020102010507070707" pitchFamily="18" charset="2"/>
                        <a:defRPr sz="1800" kern="1200">
                          <a:solidFill>
                            <a:schemeClr val="tx1"/>
                          </a:solidFill>
                          <a:latin typeface="Arial" panose="020B0604020202020204"/>
                          <a:ea typeface="宋体" panose="02010600030101010101" pitchFamily="2" charset="-122"/>
                        </a:defRPr>
                      </a:lvl5pPr>
                      <a:lvl6pPr marL="2286000" algn="l" defTabSz="913765" rtl="0" eaLnBrk="1" latinLnBrk="0" hangingPunct="1">
                        <a:defRPr sz="1800" kern="1200">
                          <a:solidFill>
                            <a:schemeClr val="tx1"/>
                          </a:solidFill>
                          <a:latin typeface="Arial" panose="020B0604020202020204"/>
                          <a:ea typeface="宋体" panose="02010600030101010101" pitchFamily="2" charset="-122"/>
                        </a:defRPr>
                      </a:lvl6pPr>
                      <a:lvl7pPr marL="2743200" algn="l" defTabSz="913765" rtl="0" eaLnBrk="1" latinLnBrk="0" hangingPunct="1">
                        <a:defRPr sz="1800" kern="1200">
                          <a:solidFill>
                            <a:schemeClr val="tx1"/>
                          </a:solidFill>
                          <a:latin typeface="Arial" panose="020B0604020202020204"/>
                          <a:ea typeface="宋体" panose="02010600030101010101" pitchFamily="2" charset="-122"/>
                        </a:defRPr>
                      </a:lvl7pPr>
                      <a:lvl8pPr marL="3199765" algn="l" defTabSz="913765" rtl="0" eaLnBrk="1" latinLnBrk="0" hangingPunct="1">
                        <a:defRPr sz="1800" kern="1200">
                          <a:solidFill>
                            <a:schemeClr val="tx1"/>
                          </a:solidFill>
                          <a:latin typeface="Arial" panose="020B0604020202020204"/>
                          <a:ea typeface="宋体" panose="02010600030101010101" pitchFamily="2" charset="-122"/>
                        </a:defRPr>
                      </a:lvl8pPr>
                      <a:lvl9pPr marL="3656965" algn="l" defTabSz="913765" rtl="0" eaLnBrk="1" latinLnBrk="0" hangingPunct="1">
                        <a:defRPr sz="1800" kern="1200">
                          <a:solidFill>
                            <a:schemeClr val="tx1"/>
                          </a:solidFill>
                          <a:latin typeface="Arial" panose="020B0604020202020204"/>
                          <a:ea typeface="宋体" panose="02010600030101010101" pitchFamily="2" charset="-122"/>
                        </a:defRPr>
                      </a:lvl9pPr>
                    </a:lstStyle>
                    <a:p>
                      <a:pPr marL="0" lvl="0" indent="0">
                        <a:spcBef>
                          <a:spcPct val="0"/>
                        </a:spcBef>
                        <a:buNone/>
                      </a:pPr>
                      <a:r>
                        <a:rPr lang="en-US" altLang="x-none" sz="2400" dirty="0">
                          <a:latin typeface="Calibri" panose="020F0502020204030204" charset="0"/>
                        </a:rPr>
                        <a:t>4</a:t>
                      </a:r>
                      <a:endParaRPr lang="en-US" altLang="x-none" sz="2400" dirty="0"/>
                    </a:p>
                  </a:txBody>
                  <a:tcPr marT="46038" marB="4603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3765" rtl="0" eaLnBrk="1" latinLnBrk="0" hangingPunct="1">
                        <a:buClr>
                          <a:schemeClr val="tx2"/>
                        </a:buClr>
                        <a:buSzPct val="85000"/>
                        <a:defRPr sz="2400" kern="1200">
                          <a:solidFill>
                            <a:schemeClr val="tx1"/>
                          </a:solidFill>
                          <a:latin typeface="Arial" panose="020B0604020202020204"/>
                          <a:ea typeface="宋体" panose="02010600030101010101" pitchFamily="2" charset="-122"/>
                        </a:defRPr>
                      </a:lvl2pPr>
                      <a:lvl3pPr marL="1143000" lvl="2" indent="-228600" algn="l" defTabSz="913765" rtl="0" eaLnBrk="1" latinLnBrk="0" hangingPunct="1">
                        <a:buClr>
                          <a:schemeClr val="hlink"/>
                        </a:buClr>
                        <a:defRPr sz="2000" kern="1200">
                          <a:solidFill>
                            <a:schemeClr val="tx1"/>
                          </a:solidFill>
                          <a:latin typeface="Arial" panose="020B0604020202020204"/>
                          <a:ea typeface="宋体" panose="02010600030101010101" pitchFamily="2" charset="-122"/>
                        </a:defRPr>
                      </a:lvl3pPr>
                      <a:lvl4pPr marL="1600200" lvl="3" indent="-228600" algn="l" defTabSz="913765" rtl="0" eaLnBrk="1" latinLnBrk="0" hangingPunct="1">
                        <a:buClr>
                          <a:schemeClr val="tx2"/>
                        </a:buClr>
                        <a:defRPr sz="1800" kern="1200">
                          <a:solidFill>
                            <a:schemeClr val="tx1"/>
                          </a:solidFill>
                          <a:latin typeface="Arial" panose="020B0604020202020204"/>
                          <a:ea typeface="宋体" panose="02010600030101010101" pitchFamily="2" charset="-122"/>
                        </a:defRPr>
                      </a:lvl4pPr>
                      <a:lvl5pPr marL="2057400" lvl="4" indent="-228600" algn="l" defTabSz="913765" rtl="0" eaLnBrk="1" latinLnBrk="0" hangingPunct="1">
                        <a:buClr>
                          <a:schemeClr val="hlink"/>
                        </a:buClr>
                        <a:buFont typeface="Wingdings 2" panose="05020102010507070707" pitchFamily="18" charset="2"/>
                        <a:defRPr sz="1800" kern="1200">
                          <a:solidFill>
                            <a:schemeClr val="tx1"/>
                          </a:solidFill>
                          <a:latin typeface="Arial" panose="020B0604020202020204"/>
                          <a:ea typeface="宋体" panose="02010600030101010101" pitchFamily="2" charset="-122"/>
                        </a:defRPr>
                      </a:lvl5pPr>
                      <a:lvl6pPr marL="2286000" algn="l" defTabSz="913765" rtl="0" eaLnBrk="1" latinLnBrk="0" hangingPunct="1">
                        <a:defRPr sz="1800" kern="1200">
                          <a:solidFill>
                            <a:schemeClr val="tx1"/>
                          </a:solidFill>
                          <a:latin typeface="Arial" panose="020B0604020202020204"/>
                          <a:ea typeface="宋体" panose="02010600030101010101" pitchFamily="2" charset="-122"/>
                        </a:defRPr>
                      </a:lvl6pPr>
                      <a:lvl7pPr marL="2743200" algn="l" defTabSz="913765" rtl="0" eaLnBrk="1" latinLnBrk="0" hangingPunct="1">
                        <a:defRPr sz="1800" kern="1200">
                          <a:solidFill>
                            <a:schemeClr val="tx1"/>
                          </a:solidFill>
                          <a:latin typeface="Arial" panose="020B0604020202020204"/>
                          <a:ea typeface="宋体" panose="02010600030101010101" pitchFamily="2" charset="-122"/>
                        </a:defRPr>
                      </a:lvl7pPr>
                      <a:lvl8pPr marL="3199765" algn="l" defTabSz="913765" rtl="0" eaLnBrk="1" latinLnBrk="0" hangingPunct="1">
                        <a:defRPr sz="1800" kern="1200">
                          <a:solidFill>
                            <a:schemeClr val="tx1"/>
                          </a:solidFill>
                          <a:latin typeface="Arial" panose="020B0604020202020204"/>
                          <a:ea typeface="宋体" panose="02010600030101010101" pitchFamily="2" charset="-122"/>
                        </a:defRPr>
                      </a:lvl8pPr>
                      <a:lvl9pPr marL="3656965" algn="l" defTabSz="913765" rtl="0" eaLnBrk="1" latinLnBrk="0" hangingPunct="1">
                        <a:defRPr sz="1800" kern="1200">
                          <a:solidFill>
                            <a:schemeClr val="tx1"/>
                          </a:solidFill>
                          <a:latin typeface="Arial" panose="020B0604020202020204"/>
                          <a:ea typeface="宋体" panose="02010600030101010101" pitchFamily="2" charset="-122"/>
                        </a:defRPr>
                      </a:lvl9pPr>
                    </a:lstStyle>
                    <a:p>
                      <a:pPr marL="0" lvl="0" indent="0">
                        <a:spcBef>
                          <a:spcPct val="0"/>
                        </a:spcBef>
                        <a:buNone/>
                      </a:pPr>
                      <a:r>
                        <a:rPr lang="en-US" altLang="x-none" sz="2400" dirty="0" smtClean="0">
                          <a:latin typeface="Calibri" panose="020F0502020204030204" charset="0"/>
                        </a:rPr>
                        <a:t>5</a:t>
                      </a:r>
                      <a:endParaRPr lang="en-US" altLang="x-none" sz="2400" dirty="0"/>
                    </a:p>
                  </a:txBody>
                  <a:tcPr marT="46038" marB="4603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bl>
          </a:graphicData>
        </a:graphic>
      </p:graphicFrame>
      <p:graphicFrame>
        <p:nvGraphicFramePr>
          <p:cNvPr id="11" name="内容占位符 14353"/>
          <p:cNvGraphicFramePr/>
          <p:nvPr>
            <p:extLst>
              <p:ext uri="{D42A27DB-BD31-4B8C-83A1-F6EECF244321}">
                <p14:modId xmlns:p14="http://schemas.microsoft.com/office/powerpoint/2010/main" val="3382648610"/>
              </p:ext>
            </p:extLst>
          </p:nvPr>
        </p:nvGraphicFramePr>
        <p:xfrm>
          <a:off x="539552" y="2959492"/>
          <a:ext cx="1437115" cy="457836"/>
        </p:xfrm>
        <a:graphic>
          <a:graphicData uri="http://schemas.openxmlformats.org/drawingml/2006/table">
            <a:tbl>
              <a:tblPr/>
              <a:tblGrid>
                <a:gridCol w="1437115">
                  <a:extLst>
                    <a:ext uri="{9D8B030D-6E8A-4147-A177-3AD203B41FA5}">
                      <a16:colId xmlns="" xmlns:a16="http://schemas.microsoft.com/office/drawing/2014/main" val="20000"/>
                    </a:ext>
                  </a:extLst>
                </a:gridCol>
              </a:tblGrid>
              <a:tr h="378296">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3765" rtl="0" eaLnBrk="1" latinLnBrk="0" hangingPunct="1">
                        <a:buClr>
                          <a:schemeClr val="tx2"/>
                        </a:buClr>
                        <a:buSzPct val="85000"/>
                        <a:defRPr sz="2400" kern="1200">
                          <a:solidFill>
                            <a:schemeClr val="tx1"/>
                          </a:solidFill>
                          <a:latin typeface="Arial" panose="020B0604020202020204"/>
                          <a:ea typeface="宋体" panose="02010600030101010101" pitchFamily="2" charset="-122"/>
                        </a:defRPr>
                      </a:lvl2pPr>
                      <a:lvl3pPr marL="1143000" lvl="2" indent="-228600" algn="l" defTabSz="913765" rtl="0" eaLnBrk="1" latinLnBrk="0" hangingPunct="1">
                        <a:buClr>
                          <a:schemeClr val="hlink"/>
                        </a:buClr>
                        <a:defRPr sz="2000" kern="1200">
                          <a:solidFill>
                            <a:schemeClr val="tx1"/>
                          </a:solidFill>
                          <a:latin typeface="Arial" panose="020B0604020202020204"/>
                          <a:ea typeface="宋体" panose="02010600030101010101" pitchFamily="2" charset="-122"/>
                        </a:defRPr>
                      </a:lvl3pPr>
                      <a:lvl4pPr marL="1600200" lvl="3" indent="-228600" algn="l" defTabSz="913765" rtl="0" eaLnBrk="1" latinLnBrk="0" hangingPunct="1">
                        <a:buClr>
                          <a:schemeClr val="tx2"/>
                        </a:buClr>
                        <a:defRPr sz="1800" kern="1200">
                          <a:solidFill>
                            <a:schemeClr val="tx1"/>
                          </a:solidFill>
                          <a:latin typeface="Arial" panose="020B0604020202020204"/>
                          <a:ea typeface="宋体" panose="02010600030101010101" pitchFamily="2" charset="-122"/>
                        </a:defRPr>
                      </a:lvl4pPr>
                      <a:lvl5pPr marL="2057400" lvl="4" indent="-228600" algn="l" defTabSz="913765" rtl="0" eaLnBrk="1" latinLnBrk="0" hangingPunct="1">
                        <a:buClr>
                          <a:schemeClr val="hlink"/>
                        </a:buClr>
                        <a:buFont typeface="Wingdings 2" panose="05020102010507070707" pitchFamily="18" charset="2"/>
                        <a:defRPr sz="1800" kern="1200">
                          <a:solidFill>
                            <a:schemeClr val="tx1"/>
                          </a:solidFill>
                          <a:latin typeface="Arial" panose="020B0604020202020204"/>
                          <a:ea typeface="宋体" panose="02010600030101010101" pitchFamily="2" charset="-122"/>
                        </a:defRPr>
                      </a:lvl5pPr>
                      <a:lvl6pPr marL="2286000" algn="l" defTabSz="913765" rtl="0" eaLnBrk="1" latinLnBrk="0" hangingPunct="1">
                        <a:defRPr sz="1800" kern="1200">
                          <a:solidFill>
                            <a:schemeClr val="tx1"/>
                          </a:solidFill>
                          <a:latin typeface="Arial" panose="020B0604020202020204"/>
                          <a:ea typeface="宋体" panose="02010600030101010101" pitchFamily="2" charset="-122"/>
                        </a:defRPr>
                      </a:lvl6pPr>
                      <a:lvl7pPr marL="2743200" algn="l" defTabSz="913765" rtl="0" eaLnBrk="1" latinLnBrk="0" hangingPunct="1">
                        <a:defRPr sz="1800" kern="1200">
                          <a:solidFill>
                            <a:schemeClr val="tx1"/>
                          </a:solidFill>
                          <a:latin typeface="Arial" panose="020B0604020202020204"/>
                          <a:ea typeface="宋体" panose="02010600030101010101" pitchFamily="2" charset="-122"/>
                        </a:defRPr>
                      </a:lvl7pPr>
                      <a:lvl8pPr marL="3199765" algn="l" defTabSz="913765" rtl="0" eaLnBrk="1" latinLnBrk="0" hangingPunct="1">
                        <a:defRPr sz="1800" kern="1200">
                          <a:solidFill>
                            <a:schemeClr val="tx1"/>
                          </a:solidFill>
                          <a:latin typeface="Arial" panose="020B0604020202020204"/>
                          <a:ea typeface="宋体" panose="02010600030101010101" pitchFamily="2" charset="-122"/>
                        </a:defRPr>
                      </a:lvl8pPr>
                      <a:lvl9pPr marL="3656965" algn="l" defTabSz="913765" rtl="0" eaLnBrk="1" latinLnBrk="0" hangingPunct="1">
                        <a:defRPr sz="1800" kern="1200">
                          <a:solidFill>
                            <a:schemeClr val="tx1"/>
                          </a:solidFill>
                          <a:latin typeface="Arial" panose="020B0604020202020204"/>
                          <a:ea typeface="宋体" panose="02010600030101010101" pitchFamily="2" charset="-122"/>
                        </a:defRPr>
                      </a:lvl9pPr>
                    </a:lstStyle>
                    <a:p>
                      <a:pPr marL="0" lvl="0" indent="0" algn="ctr">
                        <a:spcBef>
                          <a:spcPct val="0"/>
                        </a:spcBef>
                        <a:buNone/>
                      </a:pPr>
                      <a:r>
                        <a:rPr lang="zh-CN" altLang="en-US" sz="2400" dirty="0" smtClean="0"/>
                        <a:t>变量值</a:t>
                      </a:r>
                      <a:endParaRPr lang="en-US" altLang="x-none" sz="2400" dirty="0"/>
                    </a:p>
                  </a:txBody>
                  <a:tcPr marT="46038" marB="4603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bl>
          </a:graphicData>
        </a:graphic>
      </p:graphicFrame>
      <p:graphicFrame>
        <p:nvGraphicFramePr>
          <p:cNvPr id="12" name="内容占位符 14353"/>
          <p:cNvGraphicFramePr/>
          <p:nvPr>
            <p:extLst>
              <p:ext uri="{D42A27DB-BD31-4B8C-83A1-F6EECF244321}">
                <p14:modId xmlns:p14="http://schemas.microsoft.com/office/powerpoint/2010/main" val="466676536"/>
              </p:ext>
            </p:extLst>
          </p:nvPr>
        </p:nvGraphicFramePr>
        <p:xfrm>
          <a:off x="539552" y="2481224"/>
          <a:ext cx="1437115" cy="457836"/>
        </p:xfrm>
        <a:graphic>
          <a:graphicData uri="http://schemas.openxmlformats.org/drawingml/2006/table">
            <a:tbl>
              <a:tblPr/>
              <a:tblGrid>
                <a:gridCol w="1437115">
                  <a:extLst>
                    <a:ext uri="{9D8B030D-6E8A-4147-A177-3AD203B41FA5}">
                      <a16:colId xmlns="" xmlns:a16="http://schemas.microsoft.com/office/drawing/2014/main" val="20000"/>
                    </a:ext>
                  </a:extLst>
                </a:gridCol>
              </a:tblGrid>
              <a:tr h="409904">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3765" rtl="0" eaLnBrk="1" latinLnBrk="0" hangingPunct="1">
                        <a:buClr>
                          <a:schemeClr val="tx2"/>
                        </a:buClr>
                        <a:buSzPct val="85000"/>
                        <a:defRPr sz="2400" kern="1200">
                          <a:solidFill>
                            <a:schemeClr val="tx1"/>
                          </a:solidFill>
                          <a:latin typeface="Arial" panose="020B0604020202020204"/>
                          <a:ea typeface="宋体" panose="02010600030101010101" pitchFamily="2" charset="-122"/>
                        </a:defRPr>
                      </a:lvl2pPr>
                      <a:lvl3pPr marL="1143000" lvl="2" indent="-228600" algn="l" defTabSz="913765" rtl="0" eaLnBrk="1" latinLnBrk="0" hangingPunct="1">
                        <a:buClr>
                          <a:schemeClr val="hlink"/>
                        </a:buClr>
                        <a:defRPr sz="2000" kern="1200">
                          <a:solidFill>
                            <a:schemeClr val="tx1"/>
                          </a:solidFill>
                          <a:latin typeface="Arial" panose="020B0604020202020204"/>
                          <a:ea typeface="宋体" panose="02010600030101010101" pitchFamily="2" charset="-122"/>
                        </a:defRPr>
                      </a:lvl3pPr>
                      <a:lvl4pPr marL="1600200" lvl="3" indent="-228600" algn="l" defTabSz="913765" rtl="0" eaLnBrk="1" latinLnBrk="0" hangingPunct="1">
                        <a:buClr>
                          <a:schemeClr val="tx2"/>
                        </a:buClr>
                        <a:defRPr sz="1800" kern="1200">
                          <a:solidFill>
                            <a:schemeClr val="tx1"/>
                          </a:solidFill>
                          <a:latin typeface="Arial" panose="020B0604020202020204"/>
                          <a:ea typeface="宋体" panose="02010600030101010101" pitchFamily="2" charset="-122"/>
                        </a:defRPr>
                      </a:lvl4pPr>
                      <a:lvl5pPr marL="2057400" lvl="4" indent="-228600" algn="l" defTabSz="913765" rtl="0" eaLnBrk="1" latinLnBrk="0" hangingPunct="1">
                        <a:buClr>
                          <a:schemeClr val="hlink"/>
                        </a:buClr>
                        <a:buFont typeface="Wingdings 2" panose="05020102010507070707" pitchFamily="18" charset="2"/>
                        <a:defRPr sz="1800" kern="1200">
                          <a:solidFill>
                            <a:schemeClr val="tx1"/>
                          </a:solidFill>
                          <a:latin typeface="Arial" panose="020B0604020202020204"/>
                          <a:ea typeface="宋体" panose="02010600030101010101" pitchFamily="2" charset="-122"/>
                        </a:defRPr>
                      </a:lvl5pPr>
                      <a:lvl6pPr marL="2286000" algn="l" defTabSz="913765" rtl="0" eaLnBrk="1" latinLnBrk="0" hangingPunct="1">
                        <a:defRPr sz="1800" kern="1200">
                          <a:solidFill>
                            <a:schemeClr val="tx1"/>
                          </a:solidFill>
                          <a:latin typeface="Arial" panose="020B0604020202020204"/>
                          <a:ea typeface="宋体" panose="02010600030101010101" pitchFamily="2" charset="-122"/>
                        </a:defRPr>
                      </a:lvl6pPr>
                      <a:lvl7pPr marL="2743200" algn="l" defTabSz="913765" rtl="0" eaLnBrk="1" latinLnBrk="0" hangingPunct="1">
                        <a:defRPr sz="1800" kern="1200">
                          <a:solidFill>
                            <a:schemeClr val="tx1"/>
                          </a:solidFill>
                          <a:latin typeface="Arial" panose="020B0604020202020204"/>
                          <a:ea typeface="宋体" panose="02010600030101010101" pitchFamily="2" charset="-122"/>
                        </a:defRPr>
                      </a:lvl7pPr>
                      <a:lvl8pPr marL="3199765" algn="l" defTabSz="913765" rtl="0" eaLnBrk="1" latinLnBrk="0" hangingPunct="1">
                        <a:defRPr sz="1800" kern="1200">
                          <a:solidFill>
                            <a:schemeClr val="tx1"/>
                          </a:solidFill>
                          <a:latin typeface="Arial" panose="020B0604020202020204"/>
                          <a:ea typeface="宋体" panose="02010600030101010101" pitchFamily="2" charset="-122"/>
                        </a:defRPr>
                      </a:lvl8pPr>
                      <a:lvl9pPr marL="3656965" algn="l" defTabSz="913765" rtl="0" eaLnBrk="1" latinLnBrk="0" hangingPunct="1">
                        <a:defRPr sz="1800" kern="1200">
                          <a:solidFill>
                            <a:schemeClr val="tx1"/>
                          </a:solidFill>
                          <a:latin typeface="Arial" panose="020B0604020202020204"/>
                          <a:ea typeface="宋体" panose="02010600030101010101" pitchFamily="2" charset="-122"/>
                        </a:defRPr>
                      </a:lvl9pPr>
                    </a:lstStyle>
                    <a:p>
                      <a:pPr marL="0" lvl="0" indent="0" algn="ctr">
                        <a:spcBef>
                          <a:spcPct val="0"/>
                        </a:spcBef>
                        <a:buNone/>
                      </a:pPr>
                      <a:r>
                        <a:rPr lang="zh-CN" altLang="en-US" sz="2400" dirty="0" smtClean="0"/>
                        <a:t>变量</a:t>
                      </a:r>
                      <a:endParaRPr lang="en-US" altLang="x-none" sz="2400" dirty="0"/>
                    </a:p>
                  </a:txBody>
                  <a:tcPr marT="46038" marB="4603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bl>
          </a:graphicData>
        </a:graphic>
      </p:graphicFrame>
      <p:graphicFrame>
        <p:nvGraphicFramePr>
          <p:cNvPr id="13" name="内容占位符 14353"/>
          <p:cNvGraphicFramePr/>
          <p:nvPr>
            <p:extLst>
              <p:ext uri="{D42A27DB-BD31-4B8C-83A1-F6EECF244321}">
                <p14:modId xmlns:p14="http://schemas.microsoft.com/office/powerpoint/2010/main" val="1990994636"/>
              </p:ext>
            </p:extLst>
          </p:nvPr>
        </p:nvGraphicFramePr>
        <p:xfrm>
          <a:off x="539552" y="2039714"/>
          <a:ext cx="1440160" cy="457836"/>
        </p:xfrm>
        <a:graphic>
          <a:graphicData uri="http://schemas.openxmlformats.org/drawingml/2006/table">
            <a:tbl>
              <a:tblPr/>
              <a:tblGrid>
                <a:gridCol w="1440160">
                  <a:extLst>
                    <a:ext uri="{9D8B030D-6E8A-4147-A177-3AD203B41FA5}">
                      <a16:colId xmlns="" xmlns:a16="http://schemas.microsoft.com/office/drawing/2014/main" val="20000"/>
                    </a:ext>
                  </a:extLst>
                </a:gridCol>
              </a:tblGrid>
              <a:tr h="409904">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3765" rtl="0" eaLnBrk="1" latinLnBrk="0" hangingPunct="1">
                        <a:buClr>
                          <a:schemeClr val="tx2"/>
                        </a:buClr>
                        <a:buSzPct val="85000"/>
                        <a:defRPr sz="2400" kern="1200">
                          <a:solidFill>
                            <a:schemeClr val="tx1"/>
                          </a:solidFill>
                          <a:latin typeface="Arial" panose="020B0604020202020204"/>
                          <a:ea typeface="宋体" panose="02010600030101010101" pitchFamily="2" charset="-122"/>
                        </a:defRPr>
                      </a:lvl2pPr>
                      <a:lvl3pPr marL="1143000" lvl="2" indent="-228600" algn="l" defTabSz="913765" rtl="0" eaLnBrk="1" latinLnBrk="0" hangingPunct="1">
                        <a:buClr>
                          <a:schemeClr val="hlink"/>
                        </a:buClr>
                        <a:defRPr sz="2000" kern="1200">
                          <a:solidFill>
                            <a:schemeClr val="tx1"/>
                          </a:solidFill>
                          <a:latin typeface="Arial" panose="020B0604020202020204"/>
                          <a:ea typeface="宋体" panose="02010600030101010101" pitchFamily="2" charset="-122"/>
                        </a:defRPr>
                      </a:lvl3pPr>
                      <a:lvl4pPr marL="1600200" lvl="3" indent="-228600" algn="l" defTabSz="913765" rtl="0" eaLnBrk="1" latinLnBrk="0" hangingPunct="1">
                        <a:buClr>
                          <a:schemeClr val="tx2"/>
                        </a:buClr>
                        <a:defRPr sz="1800" kern="1200">
                          <a:solidFill>
                            <a:schemeClr val="tx1"/>
                          </a:solidFill>
                          <a:latin typeface="Arial" panose="020B0604020202020204"/>
                          <a:ea typeface="宋体" panose="02010600030101010101" pitchFamily="2" charset="-122"/>
                        </a:defRPr>
                      </a:lvl4pPr>
                      <a:lvl5pPr marL="2057400" lvl="4" indent="-228600" algn="l" defTabSz="913765" rtl="0" eaLnBrk="1" latinLnBrk="0" hangingPunct="1">
                        <a:buClr>
                          <a:schemeClr val="hlink"/>
                        </a:buClr>
                        <a:buFont typeface="Wingdings 2" panose="05020102010507070707" pitchFamily="18" charset="2"/>
                        <a:defRPr sz="1800" kern="1200">
                          <a:solidFill>
                            <a:schemeClr val="tx1"/>
                          </a:solidFill>
                          <a:latin typeface="Arial" panose="020B0604020202020204"/>
                          <a:ea typeface="宋体" panose="02010600030101010101" pitchFamily="2" charset="-122"/>
                        </a:defRPr>
                      </a:lvl5pPr>
                      <a:lvl6pPr marL="2286000" algn="l" defTabSz="913765" rtl="0" eaLnBrk="1" latinLnBrk="0" hangingPunct="1">
                        <a:defRPr sz="1800" kern="1200">
                          <a:solidFill>
                            <a:schemeClr val="tx1"/>
                          </a:solidFill>
                          <a:latin typeface="Arial" panose="020B0604020202020204"/>
                          <a:ea typeface="宋体" panose="02010600030101010101" pitchFamily="2" charset="-122"/>
                        </a:defRPr>
                      </a:lvl6pPr>
                      <a:lvl7pPr marL="2743200" algn="l" defTabSz="913765" rtl="0" eaLnBrk="1" latinLnBrk="0" hangingPunct="1">
                        <a:defRPr sz="1800" kern="1200">
                          <a:solidFill>
                            <a:schemeClr val="tx1"/>
                          </a:solidFill>
                          <a:latin typeface="Arial" panose="020B0604020202020204"/>
                          <a:ea typeface="宋体" panose="02010600030101010101" pitchFamily="2" charset="-122"/>
                        </a:defRPr>
                      </a:lvl7pPr>
                      <a:lvl8pPr marL="3199765" algn="l" defTabSz="913765" rtl="0" eaLnBrk="1" latinLnBrk="0" hangingPunct="1">
                        <a:defRPr sz="1800" kern="1200">
                          <a:solidFill>
                            <a:schemeClr val="tx1"/>
                          </a:solidFill>
                          <a:latin typeface="Arial" panose="020B0604020202020204"/>
                          <a:ea typeface="宋体" panose="02010600030101010101" pitchFamily="2" charset="-122"/>
                        </a:defRPr>
                      </a:lvl8pPr>
                      <a:lvl9pPr marL="3656965" algn="l" defTabSz="913765" rtl="0" eaLnBrk="1" latinLnBrk="0" hangingPunct="1">
                        <a:defRPr sz="1800" kern="1200">
                          <a:solidFill>
                            <a:schemeClr val="tx1"/>
                          </a:solidFill>
                          <a:latin typeface="Arial" panose="020B0604020202020204"/>
                          <a:ea typeface="宋体" panose="02010600030101010101" pitchFamily="2" charset="-122"/>
                        </a:defRPr>
                      </a:lvl9pPr>
                    </a:lstStyle>
                    <a:p>
                      <a:pPr marL="0" lvl="0" indent="0" algn="ctr">
                        <a:spcBef>
                          <a:spcPct val="0"/>
                        </a:spcBef>
                        <a:buNone/>
                      </a:pPr>
                      <a:r>
                        <a:rPr lang="zh-CN" altLang="en-US" sz="2400" dirty="0" smtClean="0"/>
                        <a:t>下标</a:t>
                      </a:r>
                      <a:endParaRPr lang="en-US" altLang="x-none" sz="2400" dirty="0"/>
                    </a:p>
                  </a:txBody>
                  <a:tcPr marT="46038" marB="4603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bl>
          </a:graphicData>
        </a:graphic>
      </p:graphicFrame>
    </p:spTree>
    <p:extLst>
      <p:ext uri="{BB962C8B-B14F-4D97-AF65-F5344CB8AC3E}">
        <p14:creationId xmlns:p14="http://schemas.microsoft.com/office/powerpoint/2010/main" val="1083218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2"/>
                                        </p:tgtEl>
                                        <p:attrNameLst>
                                          <p:attrName>style.visibility</p:attrName>
                                        </p:attrNameLst>
                                      </p:cBhvr>
                                      <p:to>
                                        <p:strVal val="visible"/>
                                      </p:to>
                                    </p:set>
                                    <p:anim calcmode="discrete" valueType="clr">
                                      <p:cBhvr override="childStyle">
                                        <p:cTn id="7" dur="80"/>
                                        <p:tgtEl>
                                          <p:spTgt spid="2"/>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
                                        </p:tgtEl>
                                        <p:attrNameLst>
                                          <p:attrName>fillcolor</p:attrName>
                                        </p:attrNameLst>
                                      </p:cBhvr>
                                      <p:tavLst>
                                        <p:tav tm="0">
                                          <p:val>
                                            <p:clrVal>
                                              <a:schemeClr val="accent2"/>
                                            </p:clrVal>
                                          </p:val>
                                        </p:tav>
                                        <p:tav tm="50000">
                                          <p:val>
                                            <p:clrVal>
                                              <a:schemeClr val="hlink"/>
                                            </p:clrVal>
                                          </p:val>
                                        </p:tav>
                                      </p:tavLst>
                                    </p:anim>
                                    <p:set>
                                      <p:cBhvr>
                                        <p:cTn id="9" dur="80"/>
                                        <p:tgtEl>
                                          <p:spTgt spid="2"/>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4" presetClass="entr" presetSubtype="0"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anim to="" calcmode="lin" valueType="num">
                                      <p:cBhvr>
                                        <p:cTn id="14" dur="1" fill="hold"/>
                                        <p:tgtEl>
                                          <p:spTgt spid="8"/>
                                        </p:tgtEl>
                                      </p:cBhvr>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5481" y="1059582"/>
            <a:ext cx="3289453" cy="830997"/>
          </a:xfrm>
          <a:prstGeom prst="rect">
            <a:avLst/>
          </a:prstGeom>
          <a:noFill/>
          <a:ln w="25400">
            <a:solidFill>
              <a:schemeClr val="bg1">
                <a:lumMod val="75000"/>
              </a:schemeClr>
            </a:solidFill>
          </a:ln>
        </p:spPr>
        <p:txBody>
          <a:bodyPr wrap="square" rtlCol="0">
            <a:spAutoFit/>
          </a:bodyPr>
          <a:lstStyle/>
          <a:p>
            <a:r>
              <a:rPr lang="en-US" altLang="zh-CN" sz="2400" b="1" dirty="0" smtClean="0">
                <a:latin typeface="隶书" panose="02010509060101010101" charset="-122"/>
                <a:ea typeface="隶书" panose="02010509060101010101" charset="-122"/>
                <a:cs typeface="隶书" panose="02010509060101010101" charset="-122"/>
                <a:sym typeface="+mn-ea"/>
              </a:rPr>
              <a:t>char s1[1001];</a:t>
            </a:r>
          </a:p>
          <a:p>
            <a:r>
              <a:rPr lang="en-US" altLang="zh-CN" sz="2400" b="1" dirty="0" err="1" smtClean="0">
                <a:latin typeface="隶书" panose="02010509060101010101" charset="-122"/>
                <a:ea typeface="隶书" panose="02010509060101010101" charset="-122"/>
                <a:cs typeface="隶书" panose="02010509060101010101" charset="-122"/>
                <a:sym typeface="+mn-ea"/>
              </a:rPr>
              <a:t>scanf</a:t>
            </a:r>
            <a:r>
              <a:rPr lang="en-US" altLang="zh-CN" sz="2400" b="1" dirty="0">
                <a:latin typeface="隶书" panose="02010509060101010101" charset="-122"/>
                <a:ea typeface="隶书" panose="02010509060101010101" charset="-122"/>
                <a:cs typeface="隶书" panose="02010509060101010101" charset="-122"/>
                <a:sym typeface="+mn-ea"/>
              </a:rPr>
              <a:t>(“%s”,s1)</a:t>
            </a:r>
            <a:r>
              <a:rPr lang="zh-CN" altLang="en-US" sz="2400" b="1" dirty="0" smtClean="0">
                <a:latin typeface="隶书" panose="02010509060101010101" charset="-122"/>
                <a:ea typeface="隶书" panose="02010509060101010101" charset="-122"/>
                <a:cs typeface="隶书" panose="02010509060101010101" charset="-122"/>
                <a:sym typeface="+mn-ea"/>
              </a:rPr>
              <a:t>；</a:t>
            </a:r>
            <a:endParaRPr lang="zh-CN" altLang="en-US" sz="2400" b="1" dirty="0"/>
          </a:p>
        </p:txBody>
      </p:sp>
      <p:sp>
        <p:nvSpPr>
          <p:cNvPr id="4" name="矩形 3"/>
          <p:cNvSpPr/>
          <p:nvPr/>
        </p:nvSpPr>
        <p:spPr>
          <a:xfrm>
            <a:off x="601582" y="372219"/>
            <a:ext cx="2969083" cy="461665"/>
          </a:xfrm>
          <a:prstGeom prst="rect">
            <a:avLst/>
          </a:prstGeom>
        </p:spPr>
        <p:txBody>
          <a:bodyPr wrap="none">
            <a:spAutoFit/>
          </a:bodyPr>
          <a:lstStyle/>
          <a:p>
            <a:pPr lvl="0">
              <a:spcBef>
                <a:spcPct val="0"/>
              </a:spcBef>
            </a:pPr>
            <a:r>
              <a:rPr lang="zh-CN" altLang="en-US" sz="2400" b="1" dirty="0" smtClean="0">
                <a:solidFill>
                  <a:srgbClr val="FF0000"/>
                </a:solidFill>
                <a:latin typeface="楷体" panose="02010609060101010101" pitchFamily="1" charset="-122"/>
                <a:ea typeface="楷体" panose="02010609060101010101" pitchFamily="1" charset="-122"/>
              </a:rPr>
              <a:t>输入字符串的方法：</a:t>
            </a:r>
            <a:endParaRPr lang="zh-CN" altLang="en-US" sz="2400" b="1" dirty="0">
              <a:solidFill>
                <a:srgbClr val="FF0000"/>
              </a:solidFill>
              <a:latin typeface="楷体" panose="02010609060101010101" pitchFamily="1" charset="-122"/>
              <a:ea typeface="楷体" panose="02010609060101010101" pitchFamily="1" charset="-122"/>
            </a:endParaRPr>
          </a:p>
        </p:txBody>
      </p:sp>
      <p:sp>
        <p:nvSpPr>
          <p:cNvPr id="5" name="下箭头 4"/>
          <p:cNvSpPr/>
          <p:nvPr/>
        </p:nvSpPr>
        <p:spPr>
          <a:xfrm flipV="1">
            <a:off x="2771800" y="1980100"/>
            <a:ext cx="167802" cy="67473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TextBox 5"/>
          <p:cNvSpPr txBox="1"/>
          <p:nvPr/>
        </p:nvSpPr>
        <p:spPr>
          <a:xfrm>
            <a:off x="2267744" y="3018606"/>
            <a:ext cx="3341820" cy="461665"/>
          </a:xfrm>
          <a:prstGeom prst="rect">
            <a:avLst/>
          </a:prstGeom>
          <a:noFill/>
          <a:ln w="25400">
            <a:solidFill>
              <a:schemeClr val="bg1">
                <a:lumMod val="75000"/>
              </a:schemeClr>
            </a:solidFill>
          </a:ln>
        </p:spPr>
        <p:txBody>
          <a:bodyPr wrap="square" rtlCol="0">
            <a:spAutoFit/>
          </a:bodyPr>
          <a:lstStyle/>
          <a:p>
            <a:r>
              <a:rPr lang="zh-CN" altLang="en-US" sz="2400" b="1" dirty="0">
                <a:latin typeface="隶书" panose="02010509060101010101" charset="-122"/>
                <a:ea typeface="隶书" panose="02010509060101010101" charset="-122"/>
                <a:sym typeface="+mn-ea"/>
              </a:rPr>
              <a:t>遇</a:t>
            </a:r>
            <a:r>
              <a:rPr lang="zh-CN" altLang="en-US" sz="2400" b="1" dirty="0" smtClean="0">
                <a:latin typeface="隶书" panose="02010509060101010101" charset="-122"/>
                <a:ea typeface="隶书" panose="02010509060101010101" charset="-122"/>
                <a:sym typeface="+mn-ea"/>
              </a:rPr>
              <a:t>空格和换行结束输入</a:t>
            </a:r>
            <a:endParaRPr lang="zh-CN" altLang="en-US" sz="2400" b="1" dirty="0"/>
          </a:p>
        </p:txBody>
      </p:sp>
      <p:sp>
        <p:nvSpPr>
          <p:cNvPr id="9" name="TextBox 8"/>
          <p:cNvSpPr txBox="1"/>
          <p:nvPr/>
        </p:nvSpPr>
        <p:spPr>
          <a:xfrm>
            <a:off x="4572000" y="1059581"/>
            <a:ext cx="3289453" cy="830997"/>
          </a:xfrm>
          <a:prstGeom prst="rect">
            <a:avLst/>
          </a:prstGeom>
          <a:noFill/>
          <a:ln w="25400">
            <a:solidFill>
              <a:schemeClr val="bg1">
                <a:lumMod val="75000"/>
              </a:schemeClr>
            </a:solidFill>
          </a:ln>
        </p:spPr>
        <p:txBody>
          <a:bodyPr wrap="square" rtlCol="0">
            <a:spAutoFit/>
          </a:bodyPr>
          <a:lstStyle/>
          <a:p>
            <a:r>
              <a:rPr lang="en-US" altLang="zh-CN" sz="2400" b="1" dirty="0" smtClean="0">
                <a:latin typeface="隶书" panose="02010509060101010101" charset="-122"/>
                <a:ea typeface="隶书" panose="02010509060101010101" charset="-122"/>
                <a:cs typeface="隶书" panose="02010509060101010101" charset="-122"/>
                <a:sym typeface="+mn-ea"/>
              </a:rPr>
              <a:t>char s1[1001];</a:t>
            </a:r>
          </a:p>
          <a:p>
            <a:r>
              <a:rPr lang="en-US" altLang="zh-CN" sz="2400" b="1" dirty="0" err="1" smtClean="0">
                <a:latin typeface="隶书" panose="02010509060101010101" charset="-122"/>
                <a:ea typeface="隶书" panose="02010509060101010101" charset="-122"/>
                <a:cs typeface="隶书" panose="02010509060101010101" charset="-122"/>
                <a:sym typeface="+mn-ea"/>
              </a:rPr>
              <a:t>cin</a:t>
            </a:r>
            <a:r>
              <a:rPr lang="en-US" altLang="zh-CN" sz="2400" b="1" dirty="0" smtClean="0">
                <a:latin typeface="隶书" panose="02010509060101010101" charset="-122"/>
                <a:ea typeface="隶书" panose="02010509060101010101" charset="-122"/>
                <a:cs typeface="隶书" panose="02010509060101010101" charset="-122"/>
                <a:sym typeface="+mn-ea"/>
              </a:rPr>
              <a:t>&gt;&gt;s1</a:t>
            </a:r>
            <a:r>
              <a:rPr lang="zh-CN" altLang="en-US" sz="2400" b="1" dirty="0" smtClean="0">
                <a:latin typeface="隶书" panose="02010509060101010101" charset="-122"/>
                <a:ea typeface="隶书" panose="02010509060101010101" charset="-122"/>
                <a:cs typeface="隶书" panose="02010509060101010101" charset="-122"/>
                <a:sym typeface="+mn-ea"/>
              </a:rPr>
              <a:t>；</a:t>
            </a:r>
            <a:endParaRPr lang="zh-CN" altLang="en-US" sz="2400" b="1" dirty="0"/>
          </a:p>
        </p:txBody>
      </p:sp>
      <p:sp>
        <p:nvSpPr>
          <p:cNvPr id="10" name="下箭头 9"/>
          <p:cNvSpPr/>
          <p:nvPr/>
        </p:nvSpPr>
        <p:spPr>
          <a:xfrm flipV="1">
            <a:off x="4860032" y="1927300"/>
            <a:ext cx="167802" cy="72753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713663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0"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组合 3"/>
          <p:cNvGrpSpPr/>
          <p:nvPr/>
        </p:nvGrpSpPr>
        <p:grpSpPr>
          <a:xfrm>
            <a:off x="-23495" y="-113665"/>
            <a:ext cx="4674235" cy="787861"/>
            <a:chOff x="201757" y="129906"/>
            <a:chExt cx="6264696" cy="1096834"/>
          </a:xfrm>
        </p:grpSpPr>
        <p:pic>
          <p:nvPicPr>
            <p:cNvPr id="19473" name="Picture 9" descr="F:\ppt素材\图标\我收集的图标\字体\3.png"/>
            <p:cNvPicPr>
              <a:picLocks noChangeAspect="1"/>
            </p:cNvPicPr>
            <p:nvPr/>
          </p:nvPicPr>
          <p:blipFill>
            <a:blip r:embed="rId2"/>
            <a:stretch>
              <a:fillRect/>
            </a:stretch>
          </p:blipFill>
          <p:spPr>
            <a:xfrm rot="5400000">
              <a:off x="2884210" y="-2418911"/>
              <a:ext cx="899790" cy="6264696"/>
            </a:xfrm>
            <a:prstGeom prst="rect">
              <a:avLst/>
            </a:prstGeom>
            <a:noFill/>
            <a:ln w="9525">
              <a:noFill/>
            </a:ln>
          </p:spPr>
        </p:pic>
        <p:pic>
          <p:nvPicPr>
            <p:cNvPr id="19474" name="Picture 6" descr="F:\超棒ppt模板\中国风\中国风物件\maobi.png"/>
            <p:cNvPicPr>
              <a:picLocks noChangeAspect="1"/>
            </p:cNvPicPr>
            <p:nvPr/>
          </p:nvPicPr>
          <p:blipFill>
            <a:blip r:embed="rId3"/>
            <a:stretch>
              <a:fillRect/>
            </a:stretch>
          </p:blipFill>
          <p:spPr>
            <a:xfrm>
              <a:off x="308134" y="129906"/>
              <a:ext cx="775209" cy="775006"/>
            </a:xfrm>
            <a:prstGeom prst="rect">
              <a:avLst/>
            </a:prstGeom>
            <a:noFill/>
            <a:ln w="9525">
              <a:noFill/>
            </a:ln>
          </p:spPr>
        </p:pic>
        <p:sp>
          <p:nvSpPr>
            <p:cNvPr id="19475" name="TextBox 2"/>
            <p:cNvSpPr txBox="1"/>
            <p:nvPr/>
          </p:nvSpPr>
          <p:spPr>
            <a:xfrm>
              <a:off x="1083609" y="500071"/>
              <a:ext cx="2844474" cy="726669"/>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eaLnBrk="1" hangingPunct="1">
                <a:lnSpc>
                  <a:spcPct val="100000"/>
                </a:lnSpc>
                <a:spcBef>
                  <a:spcPct val="0"/>
                </a:spcBef>
                <a:buNone/>
              </a:pPr>
              <a:r>
                <a:rPr lang="zh-CN" altLang="en-US" b="1" dirty="0">
                  <a:solidFill>
                    <a:schemeClr val="bg1"/>
                  </a:solidFill>
                  <a:latin typeface="楷体" panose="02010609060101010101" pitchFamily="1" charset="-122"/>
                  <a:ea typeface="楷体" panose="02010609060101010101" pitchFamily="1" charset="-122"/>
                </a:rPr>
                <a:t>字符串</a:t>
              </a:r>
            </a:p>
          </p:txBody>
        </p:sp>
      </p:grpSp>
      <p:pic>
        <p:nvPicPr>
          <p:cNvPr id="4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4835" y="4641215"/>
            <a:ext cx="965200" cy="50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文本框 1"/>
          <p:cNvSpPr txBox="1"/>
          <p:nvPr/>
        </p:nvSpPr>
        <p:spPr>
          <a:xfrm>
            <a:off x="319405" y="734060"/>
            <a:ext cx="4972675" cy="3907155"/>
          </a:xfrm>
          <a:prstGeom prst="rect">
            <a:avLst/>
          </a:prstGeom>
          <a:noFill/>
        </p:spPr>
        <p:txBody>
          <a:bodyPr wrap="square" rtlCol="0" anchor="t">
            <a:spAutoFit/>
          </a:bodyPr>
          <a:lstStyle/>
          <a:p>
            <a:r>
              <a:rPr lang="en-US" altLang="zh-CN" sz="2000" dirty="0">
                <a:latin typeface="隶书" panose="02010509060101010101" charset="-122"/>
                <a:ea typeface="隶书" panose="02010509060101010101" charset="-122"/>
                <a:cs typeface="隶书" panose="02010509060101010101" charset="-122"/>
                <a:sym typeface="+mn-ea"/>
              </a:rPr>
              <a:t>2</a:t>
            </a:r>
            <a:r>
              <a:rPr lang="en-US" altLang="zh-CN" sz="2000" b="1" dirty="0" smtClean="0">
                <a:latin typeface="隶书" panose="02010509060101010101" charset="-122"/>
                <a:ea typeface="隶书" panose="02010509060101010101" charset="-122"/>
                <a:cs typeface="隶书" panose="02010509060101010101" charset="-122"/>
                <a:sym typeface="+mn-ea"/>
              </a:rPr>
              <a:t>) gets</a:t>
            </a:r>
            <a:r>
              <a:rPr lang="zh-CN" altLang="en-US" sz="2000" b="1" dirty="0" smtClean="0">
                <a:latin typeface="隶书" panose="02010509060101010101" charset="-122"/>
                <a:ea typeface="隶书" panose="02010509060101010101" charset="-122"/>
                <a:cs typeface="隶书" panose="02010509060101010101" charset="-122"/>
                <a:sym typeface="+mn-ea"/>
              </a:rPr>
              <a:t>语句</a:t>
            </a:r>
            <a:r>
              <a:rPr lang="en-US" altLang="zh-CN" sz="2000" b="1" dirty="0" smtClean="0">
                <a:latin typeface="隶书" panose="02010509060101010101" charset="-122"/>
                <a:ea typeface="隶书" panose="02010509060101010101" charset="-122"/>
                <a:cs typeface="隶书" panose="02010509060101010101" charset="-122"/>
                <a:sym typeface="+mn-ea"/>
              </a:rPr>
              <a:t>---</a:t>
            </a:r>
            <a:r>
              <a:rPr lang="zh-CN" altLang="en-US" sz="2000" b="1" dirty="0" smtClean="0">
                <a:solidFill>
                  <a:srgbClr val="0000CC"/>
                </a:solidFill>
                <a:latin typeface="隶书" panose="02010509060101010101" charset="-122"/>
                <a:ea typeface="隶书" panose="02010509060101010101" charset="-122"/>
                <a:cs typeface="隶书" panose="02010509060101010101" charset="-122"/>
                <a:sym typeface="+mn-ea"/>
              </a:rPr>
              <a:t>不再使用，仅做了解</a:t>
            </a:r>
            <a:endParaRPr lang="zh-CN" altLang="en-US" sz="2000" b="1" dirty="0">
              <a:solidFill>
                <a:srgbClr val="0000CC"/>
              </a:solidFill>
              <a:latin typeface="隶书" panose="02010509060101010101" charset="-122"/>
              <a:ea typeface="隶书" panose="02010509060101010101" charset="-122"/>
              <a:cs typeface="隶书" panose="02010509060101010101" charset="-122"/>
            </a:endParaRPr>
          </a:p>
          <a:p>
            <a:r>
              <a:rPr lang="zh-CN" altLang="en-US" sz="2000" dirty="0">
                <a:latin typeface="隶书" panose="02010509060101010101" charset="-122"/>
                <a:ea typeface="隶书" panose="02010509060101010101" charset="-122"/>
                <a:cs typeface="隶书" panose="02010509060101010101" charset="-122"/>
                <a:sym typeface="+mn-ea"/>
              </a:rPr>
              <a:t> 格式：</a:t>
            </a:r>
            <a:r>
              <a:rPr lang="en-US" altLang="zh-CN" sz="2000" dirty="0">
                <a:solidFill>
                  <a:srgbClr val="FF0000"/>
                </a:solidFill>
                <a:latin typeface="隶书" panose="02010509060101010101" charset="-122"/>
                <a:ea typeface="隶书" panose="02010509060101010101" charset="-122"/>
                <a:cs typeface="隶书" panose="02010509060101010101" charset="-122"/>
                <a:sym typeface="+mn-ea"/>
              </a:rPr>
              <a:t>gets(</a:t>
            </a:r>
            <a:r>
              <a:rPr lang="zh-CN" altLang="en-US" sz="2000" dirty="0">
                <a:solidFill>
                  <a:srgbClr val="FF0000"/>
                </a:solidFill>
                <a:latin typeface="隶书" panose="02010509060101010101" charset="-122"/>
                <a:ea typeface="隶书" panose="02010509060101010101" charset="-122"/>
                <a:cs typeface="隶书" panose="02010509060101010101" charset="-122"/>
                <a:sym typeface="+mn-ea"/>
              </a:rPr>
              <a:t>字符串名称</a:t>
            </a:r>
            <a:r>
              <a:rPr lang="en-US" altLang="zh-CN" sz="2000" dirty="0">
                <a:solidFill>
                  <a:srgbClr val="FF0000"/>
                </a:solidFill>
                <a:latin typeface="隶书" panose="02010509060101010101" charset="-122"/>
                <a:ea typeface="隶书" panose="02010509060101010101" charset="-122"/>
                <a:cs typeface="隶书" panose="02010509060101010101" charset="-122"/>
                <a:sym typeface="+mn-ea"/>
              </a:rPr>
              <a:t>)</a:t>
            </a:r>
            <a:r>
              <a:rPr lang="zh-CN" altLang="en-US" sz="2000" dirty="0">
                <a:solidFill>
                  <a:srgbClr val="FF0000"/>
                </a:solidFill>
                <a:latin typeface="隶书" panose="02010509060101010101" charset="-122"/>
                <a:ea typeface="隶书" panose="02010509060101010101" charset="-122"/>
                <a:cs typeface="隶书" panose="02010509060101010101" charset="-122"/>
                <a:sym typeface="+mn-ea"/>
              </a:rPr>
              <a:t>；</a:t>
            </a:r>
            <a:endParaRPr lang="zh-CN" altLang="en-US" sz="2000" dirty="0">
              <a:solidFill>
                <a:srgbClr val="FF0000"/>
              </a:solidFill>
              <a:latin typeface="隶书" panose="02010509060101010101" charset="-122"/>
              <a:ea typeface="隶书" panose="02010509060101010101" charset="-122"/>
              <a:cs typeface="隶书" panose="02010509060101010101" charset="-122"/>
            </a:endParaRPr>
          </a:p>
          <a:p>
            <a:r>
              <a:rPr lang="zh-CN" altLang="en-US" sz="2000" dirty="0">
                <a:latin typeface="隶书" panose="02010509060101010101" charset="-122"/>
                <a:ea typeface="隶书" panose="02010509060101010101" charset="-122"/>
                <a:cs typeface="隶书" panose="02010509060101010101" charset="-122"/>
                <a:sym typeface="+mn-ea"/>
              </a:rPr>
              <a:t>说明</a:t>
            </a:r>
            <a:r>
              <a:rPr lang="zh-CN" altLang="en-US" sz="2000" dirty="0" smtClean="0">
                <a:latin typeface="隶书" panose="02010509060101010101" charset="-122"/>
                <a:ea typeface="隶书" panose="02010509060101010101" charset="-122"/>
                <a:cs typeface="隶书" panose="02010509060101010101" charset="-122"/>
                <a:sym typeface="+mn-ea"/>
              </a:rPr>
              <a:t>：使用</a:t>
            </a:r>
            <a:r>
              <a:rPr lang="en-US" altLang="zh-CN" sz="2000" dirty="0">
                <a:latin typeface="隶书" panose="02010509060101010101" charset="-122"/>
                <a:ea typeface="隶书" panose="02010509060101010101" charset="-122"/>
                <a:cs typeface="隶书" panose="02010509060101010101" charset="-122"/>
                <a:sym typeface="+mn-ea"/>
              </a:rPr>
              <a:t>gets</a:t>
            </a:r>
            <a:r>
              <a:rPr lang="zh-CN" altLang="en-US" sz="2000" dirty="0">
                <a:latin typeface="隶书" panose="02010509060101010101" charset="-122"/>
                <a:ea typeface="隶书" panose="02010509060101010101" charset="-122"/>
                <a:cs typeface="隶书" panose="02010509060101010101" charset="-122"/>
                <a:sym typeface="+mn-ea"/>
              </a:rPr>
              <a:t>只能输入一个字符串。</a:t>
            </a:r>
            <a:endParaRPr lang="zh-CN" altLang="en-US" sz="2000" dirty="0">
              <a:latin typeface="隶书" panose="02010509060101010101" charset="-122"/>
              <a:ea typeface="隶书" panose="02010509060101010101" charset="-122"/>
              <a:cs typeface="隶书" panose="02010509060101010101" charset="-122"/>
            </a:endParaRPr>
          </a:p>
          <a:p>
            <a:r>
              <a:rPr lang="zh-CN" altLang="en-US" sz="2000" dirty="0">
                <a:latin typeface="隶书" panose="02010509060101010101" charset="-122"/>
                <a:ea typeface="隶书" panose="02010509060101010101" charset="-122"/>
                <a:cs typeface="隶书" panose="02010509060101010101" charset="-122"/>
                <a:sym typeface="+mn-ea"/>
              </a:rPr>
              <a:t>例如：</a:t>
            </a:r>
            <a:r>
              <a:rPr lang="en-US" altLang="zh-CN" sz="2000" dirty="0">
                <a:solidFill>
                  <a:srgbClr val="FF0000"/>
                </a:solidFill>
                <a:latin typeface="隶书" panose="02010509060101010101" charset="-122"/>
                <a:ea typeface="隶书" panose="02010509060101010101" charset="-122"/>
                <a:cs typeface="隶书" panose="02010509060101010101" charset="-122"/>
                <a:sym typeface="+mn-ea"/>
              </a:rPr>
              <a:t>gets(s1,s2)</a:t>
            </a:r>
            <a:r>
              <a:rPr lang="zh-CN" altLang="en-US" sz="2000" dirty="0">
                <a:latin typeface="隶书" panose="02010509060101010101" charset="-122"/>
                <a:ea typeface="隶书" panose="02010509060101010101" charset="-122"/>
                <a:cs typeface="隶书" panose="02010509060101010101" charset="-122"/>
                <a:sym typeface="+mn-ea"/>
              </a:rPr>
              <a:t>；是错误的。使用</a:t>
            </a:r>
            <a:r>
              <a:rPr lang="en-US" altLang="zh-CN" sz="2000" dirty="0">
                <a:latin typeface="隶书" panose="02010509060101010101" charset="-122"/>
                <a:ea typeface="隶书" panose="02010509060101010101" charset="-122"/>
                <a:cs typeface="隶书" panose="02010509060101010101" charset="-122"/>
                <a:sym typeface="+mn-ea"/>
              </a:rPr>
              <a:t>gets</a:t>
            </a:r>
            <a:r>
              <a:rPr lang="zh-CN" altLang="en-US" sz="2000" dirty="0">
                <a:latin typeface="隶书" panose="02010509060101010101" charset="-122"/>
                <a:ea typeface="隶书" panose="02010509060101010101" charset="-122"/>
                <a:cs typeface="隶书" panose="02010509060101010101" charset="-122"/>
                <a:sym typeface="+mn-ea"/>
              </a:rPr>
              <a:t>，是从光标开始的地方读到换行符也就是说读入的是一整</a:t>
            </a:r>
            <a:r>
              <a:rPr lang="zh-CN" altLang="en-US" sz="2000" dirty="0" smtClean="0">
                <a:latin typeface="隶书" panose="02010509060101010101" charset="-122"/>
                <a:ea typeface="隶书" panose="02010509060101010101" charset="-122"/>
                <a:cs typeface="隶书" panose="02010509060101010101" charset="-122"/>
                <a:sym typeface="+mn-ea"/>
              </a:rPr>
              <a:t>行，而使用</a:t>
            </a:r>
            <a:r>
              <a:rPr lang="en-US" altLang="zh-CN" sz="2000" dirty="0" err="1" smtClean="0">
                <a:latin typeface="隶书" panose="02010509060101010101" charset="-122"/>
                <a:ea typeface="隶书" panose="02010509060101010101" charset="-122"/>
                <a:cs typeface="隶书" panose="02010509060101010101" charset="-122"/>
                <a:sym typeface="+mn-ea"/>
              </a:rPr>
              <a:t>scanf</a:t>
            </a:r>
            <a:r>
              <a:rPr lang="zh-CN" altLang="en-US" sz="2000" dirty="0" smtClean="0">
                <a:latin typeface="隶书" panose="02010509060101010101" charset="-122"/>
                <a:ea typeface="隶书" panose="02010509060101010101" charset="-122"/>
                <a:cs typeface="隶书" panose="02010509060101010101" charset="-122"/>
                <a:sym typeface="+mn-ea"/>
              </a:rPr>
              <a:t>是从光标开始的地方到空格，如果这一行没有空格，才读到行尾。</a:t>
            </a:r>
            <a:endParaRPr lang="zh-CN" altLang="en-US" sz="2000" dirty="0">
              <a:latin typeface="隶书" panose="02010509060101010101" charset="-122"/>
              <a:ea typeface="隶书" panose="02010509060101010101" charset="-122"/>
              <a:cs typeface="隶书" panose="02010509060101010101" charset="-122"/>
            </a:endParaRPr>
          </a:p>
          <a:p>
            <a:r>
              <a:rPr lang="zh-CN" altLang="en-US" sz="2000" dirty="0">
                <a:latin typeface="隶书" panose="02010509060101010101" charset="-122"/>
                <a:ea typeface="隶书" panose="02010509060101010101" charset="-122"/>
                <a:cs typeface="隶书" panose="02010509060101010101" charset="-122"/>
                <a:sym typeface="+mn-ea"/>
              </a:rPr>
              <a:t>例如：</a:t>
            </a:r>
            <a:r>
              <a:rPr lang="en-US" altLang="zh-CN" sz="2000" dirty="0" err="1">
                <a:solidFill>
                  <a:srgbClr val="FF0000"/>
                </a:solidFill>
                <a:latin typeface="隶书" panose="02010509060101010101" charset="-122"/>
                <a:ea typeface="隶书" panose="02010509060101010101" charset="-122"/>
                <a:cs typeface="隶书" panose="02010509060101010101" charset="-122"/>
                <a:sym typeface="+mn-ea"/>
              </a:rPr>
              <a:t>scanf</a:t>
            </a:r>
            <a:r>
              <a:rPr lang="en-US" altLang="zh-CN" sz="2000" dirty="0">
                <a:solidFill>
                  <a:srgbClr val="FF0000"/>
                </a:solidFill>
                <a:latin typeface="隶书" panose="02010509060101010101" charset="-122"/>
                <a:ea typeface="隶书" panose="02010509060101010101" charset="-122"/>
                <a:cs typeface="隶书" panose="02010509060101010101" charset="-122"/>
                <a:sym typeface="+mn-ea"/>
              </a:rPr>
              <a:t>(“%s”,s1)</a:t>
            </a:r>
            <a:r>
              <a:rPr lang="zh-CN" altLang="en-US" sz="2000" dirty="0">
                <a:solidFill>
                  <a:srgbClr val="FF0000"/>
                </a:solidFill>
                <a:latin typeface="隶书" panose="02010509060101010101" charset="-122"/>
                <a:ea typeface="隶书" panose="02010509060101010101" charset="-122"/>
                <a:cs typeface="隶书" panose="02010509060101010101" charset="-122"/>
                <a:sym typeface="+mn-ea"/>
              </a:rPr>
              <a:t>；</a:t>
            </a:r>
            <a:r>
              <a:rPr lang="en-US" altLang="zh-CN" sz="2000" dirty="0">
                <a:solidFill>
                  <a:srgbClr val="FF0000"/>
                </a:solidFill>
                <a:latin typeface="隶书" panose="02010509060101010101" charset="-122"/>
                <a:ea typeface="隶书" panose="02010509060101010101" charset="-122"/>
                <a:cs typeface="隶书" panose="02010509060101010101" charset="-122"/>
                <a:sym typeface="+mn-ea"/>
              </a:rPr>
              <a:t>gets(s2)</a:t>
            </a:r>
            <a:r>
              <a:rPr lang="zh-CN" altLang="en-US" sz="2000" dirty="0">
                <a:latin typeface="隶书" panose="02010509060101010101" charset="-122"/>
                <a:ea typeface="隶书" panose="02010509060101010101" charset="-122"/>
                <a:cs typeface="隶书" panose="02010509060101010101" charset="-122"/>
                <a:sym typeface="+mn-ea"/>
              </a:rPr>
              <a:t>；对于相同的输入</a:t>
            </a:r>
            <a:r>
              <a:rPr lang="en-US" altLang="zh-CN" sz="2000" dirty="0">
                <a:latin typeface="隶书" panose="02010509060101010101" charset="-122"/>
                <a:ea typeface="隶书" panose="02010509060101010101" charset="-122"/>
                <a:cs typeface="隶书" panose="02010509060101010101" charset="-122"/>
                <a:sym typeface="+mn-ea"/>
              </a:rPr>
              <a:t>Hello World!</a:t>
            </a:r>
            <a:r>
              <a:rPr lang="zh-CN" altLang="en-US" sz="2000" dirty="0">
                <a:latin typeface="隶书" panose="02010509060101010101" charset="-122"/>
                <a:ea typeface="隶书" panose="02010509060101010101" charset="-122"/>
                <a:cs typeface="隶书" panose="02010509060101010101" charset="-122"/>
                <a:sym typeface="+mn-ea"/>
              </a:rPr>
              <a:t>。</a:t>
            </a:r>
            <a:r>
              <a:rPr lang="en-US" altLang="zh-CN" sz="2000" dirty="0">
                <a:latin typeface="隶书" panose="02010509060101010101" charset="-122"/>
                <a:ea typeface="隶书" panose="02010509060101010101" charset="-122"/>
                <a:cs typeface="隶书" panose="02010509060101010101" charset="-122"/>
                <a:sym typeface="+mn-ea"/>
              </a:rPr>
              <a:t>s1</a:t>
            </a:r>
            <a:r>
              <a:rPr lang="zh-CN" altLang="en-US" sz="2000" dirty="0">
                <a:latin typeface="隶书" panose="02010509060101010101" charset="-122"/>
                <a:ea typeface="隶书" panose="02010509060101010101" charset="-122"/>
                <a:cs typeface="隶书" panose="02010509060101010101" charset="-122"/>
                <a:sym typeface="+mn-ea"/>
              </a:rPr>
              <a:t>获取的结果仅仅是</a:t>
            </a:r>
            <a:r>
              <a:rPr lang="en-US" altLang="zh-CN" sz="2000" dirty="0">
                <a:latin typeface="隶书" panose="02010509060101010101" charset="-122"/>
                <a:ea typeface="隶书" panose="02010509060101010101" charset="-122"/>
                <a:cs typeface="隶书" panose="02010509060101010101" charset="-122"/>
                <a:sym typeface="+mn-ea"/>
              </a:rPr>
              <a:t>Hello</a:t>
            </a:r>
            <a:r>
              <a:rPr lang="zh-CN" altLang="en-US" sz="2000" dirty="0">
                <a:latin typeface="隶书" panose="02010509060101010101" charset="-122"/>
                <a:ea typeface="隶书" panose="02010509060101010101" charset="-122"/>
                <a:cs typeface="隶书" panose="02010509060101010101" charset="-122"/>
                <a:sym typeface="+mn-ea"/>
              </a:rPr>
              <a:t>，而</a:t>
            </a:r>
            <a:r>
              <a:rPr lang="en-US" altLang="zh-CN" sz="2000" dirty="0">
                <a:latin typeface="隶书" panose="02010509060101010101" charset="-122"/>
                <a:ea typeface="隶书" panose="02010509060101010101" charset="-122"/>
                <a:cs typeface="隶书" panose="02010509060101010101" charset="-122"/>
                <a:sym typeface="+mn-ea"/>
              </a:rPr>
              <a:t>s2</a:t>
            </a:r>
            <a:r>
              <a:rPr lang="zh-CN" altLang="en-US" sz="2000" dirty="0">
                <a:latin typeface="隶书" panose="02010509060101010101" charset="-122"/>
                <a:ea typeface="隶书" panose="02010509060101010101" charset="-122"/>
                <a:cs typeface="隶书" panose="02010509060101010101" charset="-122"/>
                <a:sym typeface="+mn-ea"/>
              </a:rPr>
              <a:t>获取的结果则是</a:t>
            </a:r>
            <a:r>
              <a:rPr lang="en-US" altLang="zh-CN" sz="2000" dirty="0">
                <a:latin typeface="隶书" panose="02010509060101010101" charset="-122"/>
                <a:ea typeface="隶书" panose="02010509060101010101" charset="-122"/>
                <a:cs typeface="隶书" panose="02010509060101010101" charset="-122"/>
                <a:sym typeface="+mn-ea"/>
              </a:rPr>
              <a:t>Hello World</a:t>
            </a:r>
            <a:r>
              <a:rPr lang="en-US" altLang="zh-CN" sz="2000" dirty="0" smtClean="0">
                <a:latin typeface="隶书" panose="02010509060101010101" charset="-122"/>
                <a:ea typeface="隶书" panose="02010509060101010101" charset="-122"/>
                <a:cs typeface="隶书" panose="02010509060101010101" charset="-122"/>
                <a:sym typeface="+mn-ea"/>
              </a:rPr>
              <a:t>!</a:t>
            </a:r>
            <a:endParaRPr lang="zh-CN" altLang="en-US" sz="2000" dirty="0">
              <a:latin typeface="隶书" panose="02010509060101010101" charset="-122"/>
              <a:ea typeface="隶书" panose="02010509060101010101" charset="-122"/>
              <a:cs typeface="隶书" panose="02010509060101010101" charset="-122"/>
            </a:endParaRPr>
          </a:p>
        </p:txBody>
      </p:sp>
      <p:pic>
        <p:nvPicPr>
          <p:cNvPr id="2050" name="Picture 2"/>
          <p:cNvPicPr>
            <a:picLocks noChangeAspect="1" noChangeArrowheads="1"/>
          </p:cNvPicPr>
          <p:nvPr/>
        </p:nvPicPr>
        <p:blipFill rotWithShape="1">
          <a:blip r:embed="rId5">
            <a:extLst>
              <a:ext uri="{28A0092B-C50C-407E-A947-70E740481C1C}">
                <a14:useLocalDpi xmlns:a14="http://schemas.microsoft.com/office/drawing/2010/main" val="0"/>
              </a:ext>
            </a:extLst>
          </a:blip>
          <a:srcRect l="9207" t="30637" r="74989" b="45703"/>
          <a:stretch/>
        </p:blipFill>
        <p:spPr bwMode="auto">
          <a:xfrm>
            <a:off x="5580112" y="915566"/>
            <a:ext cx="3379341" cy="28458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77816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2"/>
                                        </p:tgtEl>
                                        <p:attrNameLst>
                                          <p:attrName>style.visibility</p:attrName>
                                        </p:attrNameLst>
                                      </p:cBhvr>
                                      <p:to>
                                        <p:strVal val="visible"/>
                                      </p:to>
                                    </p:set>
                                    <p:anim calcmode="discrete" valueType="clr">
                                      <p:cBhvr override="childStyle">
                                        <p:cTn id="7" dur="80"/>
                                        <p:tgtEl>
                                          <p:spTgt spid="2"/>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
                                        </p:tgtEl>
                                        <p:attrNameLst>
                                          <p:attrName>fillcolor</p:attrName>
                                        </p:attrNameLst>
                                      </p:cBhvr>
                                      <p:tavLst>
                                        <p:tav tm="0">
                                          <p:val>
                                            <p:clrVal>
                                              <a:schemeClr val="accent2"/>
                                            </p:clrVal>
                                          </p:val>
                                        </p:tav>
                                        <p:tav tm="50000">
                                          <p:val>
                                            <p:clrVal>
                                              <a:schemeClr val="hlink"/>
                                            </p:clrVal>
                                          </p:val>
                                        </p:tav>
                                      </p:tavLst>
                                    </p:anim>
                                    <p:set>
                                      <p:cBhvr>
                                        <p:cTn id="9" dur="80"/>
                                        <p:tgtEl>
                                          <p:spTgt spid="2"/>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组合 3"/>
          <p:cNvGrpSpPr/>
          <p:nvPr/>
        </p:nvGrpSpPr>
        <p:grpSpPr>
          <a:xfrm>
            <a:off x="-23495" y="-113665"/>
            <a:ext cx="4674235" cy="787861"/>
            <a:chOff x="201757" y="129906"/>
            <a:chExt cx="6264696" cy="1096834"/>
          </a:xfrm>
        </p:grpSpPr>
        <p:pic>
          <p:nvPicPr>
            <p:cNvPr id="19473" name="Picture 9" descr="F:\ppt素材\图标\我收集的图标\字体\3.png"/>
            <p:cNvPicPr>
              <a:picLocks noChangeAspect="1"/>
            </p:cNvPicPr>
            <p:nvPr/>
          </p:nvPicPr>
          <p:blipFill>
            <a:blip r:embed="rId2"/>
            <a:stretch>
              <a:fillRect/>
            </a:stretch>
          </p:blipFill>
          <p:spPr>
            <a:xfrm rot="5400000">
              <a:off x="2884210" y="-2418911"/>
              <a:ext cx="899790" cy="6264696"/>
            </a:xfrm>
            <a:prstGeom prst="rect">
              <a:avLst/>
            </a:prstGeom>
            <a:noFill/>
            <a:ln w="9525">
              <a:noFill/>
            </a:ln>
          </p:spPr>
        </p:pic>
        <p:pic>
          <p:nvPicPr>
            <p:cNvPr id="19474" name="Picture 6" descr="F:\超棒ppt模板\中国风\中国风物件\maobi.png"/>
            <p:cNvPicPr>
              <a:picLocks noChangeAspect="1"/>
            </p:cNvPicPr>
            <p:nvPr/>
          </p:nvPicPr>
          <p:blipFill>
            <a:blip r:embed="rId3"/>
            <a:stretch>
              <a:fillRect/>
            </a:stretch>
          </p:blipFill>
          <p:spPr>
            <a:xfrm>
              <a:off x="308134" y="129906"/>
              <a:ext cx="775209" cy="775006"/>
            </a:xfrm>
            <a:prstGeom prst="rect">
              <a:avLst/>
            </a:prstGeom>
            <a:noFill/>
            <a:ln w="9525">
              <a:noFill/>
            </a:ln>
          </p:spPr>
        </p:pic>
        <p:sp>
          <p:nvSpPr>
            <p:cNvPr id="19475" name="TextBox 2"/>
            <p:cNvSpPr txBox="1"/>
            <p:nvPr/>
          </p:nvSpPr>
          <p:spPr>
            <a:xfrm>
              <a:off x="1083609" y="500071"/>
              <a:ext cx="2844474" cy="726669"/>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eaLnBrk="1" hangingPunct="1">
                <a:lnSpc>
                  <a:spcPct val="100000"/>
                </a:lnSpc>
                <a:spcBef>
                  <a:spcPct val="0"/>
                </a:spcBef>
                <a:buNone/>
              </a:pPr>
              <a:r>
                <a:rPr lang="zh-CN" altLang="en-US" b="1" dirty="0">
                  <a:solidFill>
                    <a:schemeClr val="bg1"/>
                  </a:solidFill>
                  <a:latin typeface="楷体" panose="02010609060101010101" pitchFamily="1" charset="-122"/>
                  <a:ea typeface="楷体" panose="02010609060101010101" pitchFamily="1" charset="-122"/>
                </a:rPr>
                <a:t>字符串</a:t>
              </a:r>
            </a:p>
          </p:txBody>
        </p:sp>
      </p:grpSp>
      <p:pic>
        <p:nvPicPr>
          <p:cNvPr id="4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4835" y="4641215"/>
            <a:ext cx="965200" cy="50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文本框 1"/>
          <p:cNvSpPr txBox="1"/>
          <p:nvPr/>
        </p:nvSpPr>
        <p:spPr>
          <a:xfrm>
            <a:off x="251520" y="734060"/>
            <a:ext cx="5332715" cy="3477875"/>
          </a:xfrm>
          <a:prstGeom prst="rect">
            <a:avLst/>
          </a:prstGeom>
          <a:noFill/>
        </p:spPr>
        <p:txBody>
          <a:bodyPr wrap="square" rtlCol="0" anchor="t">
            <a:spAutoFit/>
          </a:bodyPr>
          <a:lstStyle/>
          <a:p>
            <a:r>
              <a:rPr lang="en-US" altLang="zh-CN" sz="2000" dirty="0" smtClean="0">
                <a:latin typeface="隶书" panose="02010509060101010101" charset="-122"/>
                <a:ea typeface="隶书" panose="02010509060101010101" charset="-122"/>
                <a:cs typeface="隶书" panose="02010509060101010101" charset="-122"/>
                <a:sym typeface="+mn-ea"/>
              </a:rPr>
              <a:t>3</a:t>
            </a:r>
            <a:r>
              <a:rPr lang="en-US" altLang="zh-CN" sz="2000" b="1" dirty="0" smtClean="0">
                <a:latin typeface="隶书" panose="02010509060101010101" charset="-122"/>
                <a:ea typeface="隶书" panose="02010509060101010101" charset="-122"/>
                <a:cs typeface="隶书" panose="02010509060101010101" charset="-122"/>
                <a:sym typeface="+mn-ea"/>
              </a:rPr>
              <a:t>) </a:t>
            </a:r>
            <a:r>
              <a:rPr lang="en-US" altLang="zh-CN" sz="2000" b="1" dirty="0" err="1" smtClean="0">
                <a:latin typeface="隶书" panose="02010509060101010101" charset="-122"/>
                <a:ea typeface="隶书" panose="02010509060101010101" charset="-122"/>
                <a:cs typeface="隶书" panose="02010509060101010101" charset="-122"/>
                <a:sym typeface="+mn-ea"/>
              </a:rPr>
              <a:t>cin.getline</a:t>
            </a:r>
            <a:r>
              <a:rPr lang="zh-CN" altLang="en-US" sz="2000" dirty="0" smtClean="0">
                <a:latin typeface="隶书" panose="02010509060101010101" charset="-122"/>
                <a:ea typeface="隶书" panose="02010509060101010101" charset="-122"/>
                <a:cs typeface="隶书" panose="02010509060101010101" charset="-122"/>
                <a:sym typeface="+mn-ea"/>
              </a:rPr>
              <a:t> 函数</a:t>
            </a:r>
            <a:endParaRPr lang="en-US" altLang="zh-CN" sz="2000" dirty="0" smtClean="0">
              <a:latin typeface="隶书" panose="02010509060101010101" charset="-122"/>
              <a:ea typeface="隶书" panose="02010509060101010101" charset="-122"/>
              <a:cs typeface="隶书" panose="02010509060101010101" charset="-122"/>
              <a:sym typeface="+mn-ea"/>
            </a:endParaRPr>
          </a:p>
          <a:p>
            <a:r>
              <a:rPr lang="zh-CN" altLang="en-US" sz="2000" dirty="0">
                <a:latin typeface="隶书" panose="02010509060101010101" charset="-122"/>
                <a:ea typeface="隶书" panose="02010509060101010101" charset="-122"/>
                <a:cs typeface="隶书" panose="02010509060101010101" charset="-122"/>
                <a:sym typeface="+mn-ea"/>
              </a:rPr>
              <a:t>格式</a:t>
            </a:r>
            <a:r>
              <a:rPr lang="zh-CN" altLang="en-US" sz="2000" dirty="0" smtClean="0">
                <a:latin typeface="隶书" panose="02010509060101010101" charset="-122"/>
                <a:ea typeface="隶书" panose="02010509060101010101" charset="-122"/>
                <a:cs typeface="隶书" panose="02010509060101010101" charset="-122"/>
                <a:sym typeface="+mn-ea"/>
              </a:rPr>
              <a:t>：</a:t>
            </a:r>
            <a:r>
              <a:rPr lang="en-US" altLang="zh-CN" sz="2000" dirty="0" err="1" smtClean="0">
                <a:solidFill>
                  <a:srgbClr val="FF0000"/>
                </a:solidFill>
                <a:latin typeface="隶书" panose="02010509060101010101" charset="-122"/>
                <a:ea typeface="隶书" panose="02010509060101010101" charset="-122"/>
                <a:cs typeface="隶书" panose="02010509060101010101" charset="-122"/>
                <a:sym typeface="+mn-ea"/>
              </a:rPr>
              <a:t>cin.getline</a:t>
            </a:r>
            <a:r>
              <a:rPr lang="en-US" altLang="zh-CN" sz="2000" dirty="0" smtClean="0">
                <a:solidFill>
                  <a:srgbClr val="FF0000"/>
                </a:solidFill>
                <a:latin typeface="隶书" panose="02010509060101010101" charset="-122"/>
                <a:ea typeface="隶书" panose="02010509060101010101" charset="-122"/>
                <a:cs typeface="隶书" panose="02010509060101010101" charset="-122"/>
                <a:sym typeface="+mn-ea"/>
              </a:rPr>
              <a:t>(</a:t>
            </a:r>
            <a:r>
              <a:rPr lang="zh-CN" altLang="en-US" sz="2000" dirty="0">
                <a:solidFill>
                  <a:srgbClr val="FF0000"/>
                </a:solidFill>
                <a:latin typeface="隶书" panose="02010509060101010101" charset="-122"/>
                <a:ea typeface="隶书" panose="02010509060101010101" charset="-122"/>
                <a:cs typeface="隶书" panose="02010509060101010101" charset="-122"/>
                <a:sym typeface="+mn-ea"/>
              </a:rPr>
              <a:t>字符串</a:t>
            </a:r>
            <a:r>
              <a:rPr lang="zh-CN" altLang="en-US" sz="2000" dirty="0" smtClean="0">
                <a:solidFill>
                  <a:srgbClr val="FF0000"/>
                </a:solidFill>
                <a:latin typeface="隶书" panose="02010509060101010101" charset="-122"/>
                <a:ea typeface="隶书" panose="02010509060101010101" charset="-122"/>
                <a:cs typeface="隶书" panose="02010509060101010101" charset="-122"/>
                <a:sym typeface="+mn-ea"/>
              </a:rPr>
              <a:t>名称，字符个数</a:t>
            </a:r>
            <a:r>
              <a:rPr lang="en-US" altLang="zh-CN" sz="2000" dirty="0" smtClean="0">
                <a:solidFill>
                  <a:srgbClr val="FF0000"/>
                </a:solidFill>
                <a:latin typeface="隶书" panose="02010509060101010101" charset="-122"/>
                <a:ea typeface="隶书" panose="02010509060101010101" charset="-122"/>
                <a:cs typeface="隶书" panose="02010509060101010101" charset="-122"/>
                <a:sym typeface="+mn-ea"/>
              </a:rPr>
              <a:t>)</a:t>
            </a:r>
            <a:r>
              <a:rPr lang="zh-CN" altLang="en-US" sz="2000" dirty="0">
                <a:solidFill>
                  <a:srgbClr val="FF0000"/>
                </a:solidFill>
                <a:latin typeface="隶书" panose="02010509060101010101" charset="-122"/>
                <a:ea typeface="隶书" panose="02010509060101010101" charset="-122"/>
                <a:cs typeface="隶书" panose="02010509060101010101" charset="-122"/>
                <a:sym typeface="+mn-ea"/>
              </a:rPr>
              <a:t>；</a:t>
            </a:r>
            <a:endParaRPr lang="en-US" altLang="zh-CN" sz="2000" dirty="0" smtClean="0">
              <a:latin typeface="隶书" panose="02010509060101010101" charset="-122"/>
              <a:ea typeface="隶书" panose="02010509060101010101" charset="-122"/>
              <a:cs typeface="隶书" panose="02010509060101010101" charset="-122"/>
              <a:sym typeface="+mn-ea"/>
            </a:endParaRPr>
          </a:p>
          <a:p>
            <a:r>
              <a:rPr lang="en-US" altLang="zh-CN" sz="2000" dirty="0" err="1">
                <a:latin typeface="隶书" panose="02010509060101010101" charset="-122"/>
                <a:ea typeface="隶书" panose="02010509060101010101" charset="-122"/>
                <a:cs typeface="隶书" panose="02010509060101010101" charset="-122"/>
              </a:rPr>
              <a:t>cin.getline</a:t>
            </a:r>
            <a:r>
              <a:rPr lang="zh-CN" altLang="en-US" sz="2000" dirty="0">
                <a:latin typeface="隶书" panose="02010509060101010101" charset="-122"/>
                <a:ea typeface="隶书" panose="02010509060101010101" charset="-122"/>
                <a:cs typeface="隶书" panose="02010509060101010101" charset="-122"/>
              </a:rPr>
              <a:t>函数会一次读取多个字符</a:t>
            </a:r>
            <a:r>
              <a:rPr lang="en-US" altLang="zh-CN" sz="2000" dirty="0">
                <a:latin typeface="隶书" panose="02010509060101010101" charset="-122"/>
                <a:ea typeface="隶书" panose="02010509060101010101" charset="-122"/>
                <a:cs typeface="隶书" panose="02010509060101010101" charset="-122"/>
              </a:rPr>
              <a:t>(</a:t>
            </a:r>
            <a:r>
              <a:rPr lang="zh-CN" altLang="en-US" sz="2000" dirty="0">
                <a:latin typeface="隶书" panose="02010509060101010101" charset="-122"/>
                <a:ea typeface="隶书" panose="02010509060101010101" charset="-122"/>
                <a:cs typeface="隶书" panose="02010509060101010101" charset="-122"/>
              </a:rPr>
              <a:t>包括空白字符）。它以指定的地址为存放第一个读取的字符的位置，依次向后存放读取的字符，直到读满</a:t>
            </a:r>
            <a:r>
              <a:rPr lang="en-US" altLang="zh-CN" sz="2000" dirty="0">
                <a:latin typeface="隶书" panose="02010509060101010101" charset="-122"/>
                <a:ea typeface="隶书" panose="02010509060101010101" charset="-122"/>
                <a:cs typeface="隶书" panose="02010509060101010101" charset="-122"/>
              </a:rPr>
              <a:t>N-1</a:t>
            </a:r>
            <a:r>
              <a:rPr lang="zh-CN" altLang="en-US" sz="2000" dirty="0">
                <a:latin typeface="隶书" panose="02010509060101010101" charset="-122"/>
                <a:ea typeface="隶书" panose="02010509060101010101" charset="-122"/>
                <a:cs typeface="隶书" panose="02010509060101010101" charset="-122"/>
              </a:rPr>
              <a:t>个，或者遇到指定的结束符为止。若不指定结束符，则默认结束符为换行符，此函数并不保留结束符，它通过结束符确定结束，但不保存结束符，它用空字符来替换结束符</a:t>
            </a:r>
            <a:r>
              <a:rPr lang="zh-CN" altLang="en-US" sz="2000" dirty="0" smtClean="0">
                <a:latin typeface="隶书" panose="02010509060101010101" charset="-122"/>
                <a:ea typeface="隶书" panose="02010509060101010101" charset="-122"/>
                <a:cs typeface="隶书" panose="02010509060101010101" charset="-122"/>
              </a:rPr>
              <a:t>。</a:t>
            </a:r>
            <a:endParaRPr lang="zh-CN" altLang="en-US" sz="2000" dirty="0">
              <a:solidFill>
                <a:srgbClr val="FF0000"/>
              </a:solidFill>
              <a:latin typeface="隶书" panose="02010509060101010101" charset="-122"/>
              <a:ea typeface="隶书" panose="02010509060101010101" charset="-122"/>
              <a:cs typeface="隶书" panose="02010509060101010101" charset="-122"/>
            </a:endParaRPr>
          </a:p>
          <a:p>
            <a:r>
              <a:rPr lang="zh-CN" altLang="en-US" sz="2000" dirty="0" smtClean="0">
                <a:latin typeface="隶书" panose="02010509060101010101" charset="-122"/>
                <a:ea typeface="隶书" panose="02010509060101010101" charset="-122"/>
                <a:cs typeface="隶书" panose="02010509060101010101" charset="-122"/>
                <a:sym typeface="+mn-ea"/>
              </a:rPr>
              <a:t>例如：</a:t>
            </a:r>
            <a:r>
              <a:rPr lang="en-US" altLang="zh-CN" sz="2000" dirty="0">
                <a:solidFill>
                  <a:srgbClr val="FF0000"/>
                </a:solidFill>
                <a:latin typeface="隶书" panose="02010509060101010101" charset="-122"/>
                <a:ea typeface="隶书" panose="02010509060101010101" charset="-122"/>
                <a:cs typeface="隶书" panose="02010509060101010101" charset="-122"/>
                <a:sym typeface="+mn-ea"/>
              </a:rPr>
              <a:t> </a:t>
            </a:r>
            <a:r>
              <a:rPr lang="en-US" altLang="zh-CN" sz="2000" b="1" dirty="0" err="1" smtClean="0">
                <a:latin typeface="隶书" panose="02010509060101010101" charset="-122"/>
                <a:ea typeface="隶书" panose="02010509060101010101" charset="-122"/>
                <a:cs typeface="隶书" panose="02010509060101010101" charset="-122"/>
                <a:sym typeface="+mn-ea"/>
              </a:rPr>
              <a:t>cin.getline</a:t>
            </a:r>
            <a:r>
              <a:rPr lang="zh-CN" altLang="en-US" sz="2000" b="1" dirty="0" smtClean="0">
                <a:latin typeface="隶书" panose="02010509060101010101" charset="-122"/>
                <a:ea typeface="隶书" panose="02010509060101010101" charset="-122"/>
                <a:cs typeface="隶书" panose="02010509060101010101" charset="-122"/>
                <a:sym typeface="+mn-ea"/>
              </a:rPr>
              <a:t>（</a:t>
            </a:r>
            <a:r>
              <a:rPr lang="en-US" altLang="zh-CN" sz="2000" b="1" dirty="0" smtClean="0">
                <a:latin typeface="隶书" panose="02010509060101010101" charset="-122"/>
                <a:ea typeface="隶书" panose="02010509060101010101" charset="-122"/>
                <a:cs typeface="隶书" panose="02010509060101010101" charset="-122"/>
                <a:sym typeface="+mn-ea"/>
              </a:rPr>
              <a:t>s2,20</a:t>
            </a:r>
            <a:r>
              <a:rPr lang="zh-CN" altLang="en-US" sz="2000" b="1" dirty="0" smtClean="0">
                <a:latin typeface="隶书" panose="02010509060101010101" charset="-122"/>
                <a:ea typeface="隶书" panose="02010509060101010101" charset="-122"/>
                <a:cs typeface="隶书" panose="02010509060101010101" charset="-122"/>
                <a:sym typeface="+mn-ea"/>
              </a:rPr>
              <a:t>）</a:t>
            </a:r>
            <a:r>
              <a:rPr lang="en-US" altLang="zh-CN" sz="2000" b="1" dirty="0" smtClean="0">
                <a:latin typeface="隶书" panose="02010509060101010101" charset="-122"/>
                <a:ea typeface="隶书" panose="02010509060101010101" charset="-122"/>
                <a:cs typeface="隶书" panose="02010509060101010101" charset="-122"/>
                <a:sym typeface="+mn-ea"/>
              </a:rPr>
              <a:t> </a:t>
            </a:r>
            <a:r>
              <a:rPr lang="zh-CN" altLang="en-US" sz="2000" dirty="0" smtClean="0">
                <a:latin typeface="隶书" panose="02010509060101010101" charset="-122"/>
                <a:ea typeface="隶书" panose="02010509060101010101" charset="-122"/>
                <a:cs typeface="隶书" panose="02010509060101010101" charset="-122"/>
                <a:sym typeface="+mn-ea"/>
              </a:rPr>
              <a:t>；输入</a:t>
            </a:r>
            <a:r>
              <a:rPr lang="en-US" altLang="zh-CN" sz="2000" dirty="0">
                <a:latin typeface="隶书" panose="02010509060101010101" charset="-122"/>
                <a:ea typeface="隶书" panose="02010509060101010101" charset="-122"/>
                <a:cs typeface="隶书" panose="02010509060101010101" charset="-122"/>
                <a:sym typeface="+mn-ea"/>
              </a:rPr>
              <a:t>Hello World!</a:t>
            </a:r>
            <a:r>
              <a:rPr lang="zh-CN" altLang="en-US" sz="2000" dirty="0" smtClean="0">
                <a:latin typeface="隶书" panose="02010509060101010101" charset="-122"/>
                <a:ea typeface="隶书" panose="02010509060101010101" charset="-122"/>
                <a:cs typeface="隶书" panose="02010509060101010101" charset="-122"/>
                <a:sym typeface="+mn-ea"/>
              </a:rPr>
              <a:t>。，</a:t>
            </a:r>
            <a:r>
              <a:rPr lang="zh-CN" altLang="en-US" sz="2000" dirty="0">
                <a:latin typeface="隶书" panose="02010509060101010101" charset="-122"/>
                <a:ea typeface="隶书" panose="02010509060101010101" charset="-122"/>
                <a:cs typeface="隶书" panose="02010509060101010101" charset="-122"/>
                <a:sym typeface="+mn-ea"/>
              </a:rPr>
              <a:t>而</a:t>
            </a:r>
            <a:r>
              <a:rPr lang="en-US" altLang="zh-CN" sz="2000" dirty="0">
                <a:latin typeface="隶书" panose="02010509060101010101" charset="-122"/>
                <a:ea typeface="隶书" panose="02010509060101010101" charset="-122"/>
                <a:cs typeface="隶书" panose="02010509060101010101" charset="-122"/>
                <a:sym typeface="+mn-ea"/>
              </a:rPr>
              <a:t>s2</a:t>
            </a:r>
            <a:r>
              <a:rPr lang="zh-CN" altLang="en-US" sz="2000" dirty="0">
                <a:latin typeface="隶书" panose="02010509060101010101" charset="-122"/>
                <a:ea typeface="隶书" panose="02010509060101010101" charset="-122"/>
                <a:cs typeface="隶书" panose="02010509060101010101" charset="-122"/>
                <a:sym typeface="+mn-ea"/>
              </a:rPr>
              <a:t>获取的结果则是</a:t>
            </a:r>
            <a:r>
              <a:rPr lang="en-US" altLang="zh-CN" sz="2000" dirty="0">
                <a:latin typeface="隶书" panose="02010509060101010101" charset="-122"/>
                <a:ea typeface="隶书" panose="02010509060101010101" charset="-122"/>
                <a:cs typeface="隶书" panose="02010509060101010101" charset="-122"/>
                <a:sym typeface="+mn-ea"/>
              </a:rPr>
              <a:t>Hello World</a:t>
            </a:r>
            <a:r>
              <a:rPr lang="en-US" altLang="zh-CN" sz="2000" dirty="0" smtClean="0">
                <a:latin typeface="隶书" panose="02010509060101010101" charset="-122"/>
                <a:ea typeface="隶书" panose="02010509060101010101" charset="-122"/>
                <a:cs typeface="隶书" panose="02010509060101010101" charset="-122"/>
                <a:sym typeface="+mn-ea"/>
              </a:rPr>
              <a:t>!</a:t>
            </a:r>
            <a:endParaRPr lang="zh-CN" altLang="en-US" sz="2000" dirty="0">
              <a:latin typeface="隶书" panose="02010509060101010101" charset="-122"/>
              <a:ea typeface="隶书" panose="02010509060101010101" charset="-122"/>
              <a:cs typeface="隶书" panose="02010509060101010101" charset="-122"/>
            </a:endParaRPr>
          </a:p>
        </p:txBody>
      </p:sp>
      <p:pic>
        <p:nvPicPr>
          <p:cNvPr id="1026" name="Picture 2"/>
          <p:cNvPicPr>
            <a:picLocks noChangeAspect="1" noChangeArrowheads="1"/>
          </p:cNvPicPr>
          <p:nvPr/>
        </p:nvPicPr>
        <p:blipFill rotWithShape="1">
          <a:blip r:embed="rId5">
            <a:extLst>
              <a:ext uri="{28A0092B-C50C-407E-A947-70E740481C1C}">
                <a14:useLocalDpi xmlns:a14="http://schemas.microsoft.com/office/drawing/2010/main" val="0"/>
              </a:ext>
            </a:extLst>
          </a:blip>
          <a:srcRect l="9117" t="29895" r="74523" b="46035"/>
          <a:stretch/>
        </p:blipFill>
        <p:spPr bwMode="auto">
          <a:xfrm>
            <a:off x="5940152" y="915566"/>
            <a:ext cx="2897036" cy="2397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93446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2"/>
                                        </p:tgtEl>
                                        <p:attrNameLst>
                                          <p:attrName>style.visibility</p:attrName>
                                        </p:attrNameLst>
                                      </p:cBhvr>
                                      <p:to>
                                        <p:strVal val="visible"/>
                                      </p:to>
                                    </p:set>
                                    <p:anim calcmode="discrete" valueType="clr">
                                      <p:cBhvr override="childStyle">
                                        <p:cTn id="7" dur="80"/>
                                        <p:tgtEl>
                                          <p:spTgt spid="2"/>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
                                        </p:tgtEl>
                                        <p:attrNameLst>
                                          <p:attrName>fillcolor</p:attrName>
                                        </p:attrNameLst>
                                      </p:cBhvr>
                                      <p:tavLst>
                                        <p:tav tm="0">
                                          <p:val>
                                            <p:clrVal>
                                              <a:schemeClr val="accent2"/>
                                            </p:clrVal>
                                          </p:val>
                                        </p:tav>
                                        <p:tav tm="50000">
                                          <p:val>
                                            <p:clrVal>
                                              <a:schemeClr val="hlink"/>
                                            </p:clrVal>
                                          </p:val>
                                        </p:tav>
                                      </p:tavLst>
                                    </p:anim>
                                    <p:set>
                                      <p:cBhvr>
                                        <p:cTn id="9" dur="80"/>
                                        <p:tgtEl>
                                          <p:spTgt spid="2"/>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组合 3"/>
          <p:cNvGrpSpPr/>
          <p:nvPr/>
        </p:nvGrpSpPr>
        <p:grpSpPr>
          <a:xfrm>
            <a:off x="-23495" y="-113665"/>
            <a:ext cx="4674235" cy="787861"/>
            <a:chOff x="201757" y="129906"/>
            <a:chExt cx="6264696" cy="1096834"/>
          </a:xfrm>
        </p:grpSpPr>
        <p:pic>
          <p:nvPicPr>
            <p:cNvPr id="19473" name="Picture 9" descr="F:\ppt素材\图标\我收集的图标\字体\3.png"/>
            <p:cNvPicPr>
              <a:picLocks noChangeAspect="1"/>
            </p:cNvPicPr>
            <p:nvPr/>
          </p:nvPicPr>
          <p:blipFill>
            <a:blip r:embed="rId2"/>
            <a:stretch>
              <a:fillRect/>
            </a:stretch>
          </p:blipFill>
          <p:spPr>
            <a:xfrm rot="5400000">
              <a:off x="2884210" y="-2418911"/>
              <a:ext cx="899790" cy="6264696"/>
            </a:xfrm>
            <a:prstGeom prst="rect">
              <a:avLst/>
            </a:prstGeom>
            <a:noFill/>
            <a:ln w="9525">
              <a:noFill/>
            </a:ln>
          </p:spPr>
        </p:pic>
        <p:pic>
          <p:nvPicPr>
            <p:cNvPr id="19474" name="Picture 6" descr="F:\超棒ppt模板\中国风\中国风物件\maobi.png"/>
            <p:cNvPicPr>
              <a:picLocks noChangeAspect="1"/>
            </p:cNvPicPr>
            <p:nvPr/>
          </p:nvPicPr>
          <p:blipFill>
            <a:blip r:embed="rId3"/>
            <a:stretch>
              <a:fillRect/>
            </a:stretch>
          </p:blipFill>
          <p:spPr>
            <a:xfrm>
              <a:off x="308134" y="129906"/>
              <a:ext cx="775209" cy="775006"/>
            </a:xfrm>
            <a:prstGeom prst="rect">
              <a:avLst/>
            </a:prstGeom>
            <a:noFill/>
            <a:ln w="9525">
              <a:noFill/>
            </a:ln>
          </p:spPr>
        </p:pic>
        <p:sp>
          <p:nvSpPr>
            <p:cNvPr id="19475" name="TextBox 2"/>
            <p:cNvSpPr txBox="1"/>
            <p:nvPr/>
          </p:nvSpPr>
          <p:spPr>
            <a:xfrm>
              <a:off x="1083609" y="500071"/>
              <a:ext cx="2844474" cy="726669"/>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eaLnBrk="1" hangingPunct="1">
                <a:lnSpc>
                  <a:spcPct val="100000"/>
                </a:lnSpc>
                <a:spcBef>
                  <a:spcPct val="0"/>
                </a:spcBef>
                <a:buNone/>
              </a:pPr>
              <a:r>
                <a:rPr lang="zh-CN" altLang="en-US" b="1" dirty="0">
                  <a:solidFill>
                    <a:schemeClr val="bg1"/>
                  </a:solidFill>
                  <a:latin typeface="楷体" panose="02010609060101010101" pitchFamily="1" charset="-122"/>
                  <a:ea typeface="楷体" panose="02010609060101010101" pitchFamily="1" charset="-122"/>
                </a:rPr>
                <a:t>字符串</a:t>
              </a:r>
            </a:p>
          </p:txBody>
        </p:sp>
      </p:grpSp>
      <p:pic>
        <p:nvPicPr>
          <p:cNvPr id="4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4835" y="4641215"/>
            <a:ext cx="965200" cy="50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文本框 1"/>
          <p:cNvSpPr txBox="1"/>
          <p:nvPr/>
        </p:nvSpPr>
        <p:spPr>
          <a:xfrm>
            <a:off x="634365" y="555526"/>
            <a:ext cx="8180705" cy="4698274"/>
          </a:xfrm>
          <a:prstGeom prst="rect">
            <a:avLst/>
          </a:prstGeom>
          <a:noFill/>
        </p:spPr>
        <p:txBody>
          <a:bodyPr wrap="square" rtlCol="0" anchor="t">
            <a:spAutoFit/>
          </a:bodyPr>
          <a:lstStyle/>
          <a:p>
            <a:pPr lvl="0" indent="0">
              <a:lnSpc>
                <a:spcPts val="2600"/>
              </a:lnSpc>
              <a:spcBef>
                <a:spcPct val="20000"/>
              </a:spcBef>
              <a:buClr>
                <a:srgbClr val="0066CC"/>
              </a:buClr>
              <a:buFont typeface="Wingdings" panose="05000000000000000000" pitchFamily="2" charset="2"/>
              <a:buNone/>
            </a:pPr>
            <a:r>
              <a:rPr lang="zh-CN" altLang="en-US" dirty="0">
                <a:solidFill>
                  <a:srgbClr val="000000"/>
                </a:solidFill>
                <a:latin typeface="黑体" panose="02010609060101010101" pitchFamily="49" charset="-122"/>
                <a:ea typeface="黑体" panose="02010609060101010101" pitchFamily="49" charset="-122"/>
                <a:sym typeface="+mn-ea"/>
              </a:rPr>
              <a:t>（</a:t>
            </a:r>
            <a:r>
              <a:rPr lang="en-US" altLang="zh-CN" dirty="0">
                <a:solidFill>
                  <a:srgbClr val="000000"/>
                </a:solidFill>
                <a:latin typeface="黑体" panose="02010609060101010101" pitchFamily="49" charset="-122"/>
                <a:ea typeface="黑体" panose="02010609060101010101" pitchFamily="49" charset="-122"/>
                <a:sym typeface="+mn-ea"/>
              </a:rPr>
              <a:t>2</a:t>
            </a:r>
            <a:r>
              <a:rPr lang="zh-CN" altLang="en-US" dirty="0">
                <a:solidFill>
                  <a:srgbClr val="000000"/>
                </a:solidFill>
                <a:latin typeface="黑体" panose="02010609060101010101" pitchFamily="49" charset="-122"/>
                <a:ea typeface="黑体" panose="02010609060101010101" pitchFamily="49" charset="-122"/>
                <a:sym typeface="+mn-ea"/>
              </a:rPr>
              <a:t>）字符串的</a:t>
            </a:r>
            <a:r>
              <a:rPr lang="zh-CN" altLang="en-US" dirty="0" smtClean="0">
                <a:solidFill>
                  <a:srgbClr val="000000"/>
                </a:solidFill>
                <a:latin typeface="黑体" panose="02010609060101010101" pitchFamily="49" charset="-122"/>
                <a:ea typeface="黑体" panose="02010609060101010101" pitchFamily="49" charset="-122"/>
                <a:sym typeface="+mn-ea"/>
              </a:rPr>
              <a:t>输出</a:t>
            </a:r>
            <a:endParaRPr lang="zh-CN" altLang="en-US" dirty="0" smtClean="0">
              <a:solidFill>
                <a:srgbClr val="000000"/>
              </a:solidFill>
              <a:latin typeface="黑体" panose="02010609060101010101" pitchFamily="49" charset="-122"/>
              <a:ea typeface="黑体" panose="02010609060101010101" pitchFamily="49" charset="-122"/>
            </a:endParaRPr>
          </a:p>
          <a:p>
            <a:pPr lvl="0" indent="0">
              <a:lnSpc>
                <a:spcPts val="2600"/>
              </a:lnSpc>
              <a:spcBef>
                <a:spcPct val="20000"/>
              </a:spcBef>
              <a:buClr>
                <a:srgbClr val="0066CC"/>
              </a:buClr>
              <a:buFont typeface="Wingdings" panose="05000000000000000000" pitchFamily="2" charset="2"/>
              <a:buNone/>
            </a:pPr>
            <a:r>
              <a:rPr lang="zh-CN" altLang="en-US" dirty="0" smtClean="0">
                <a:solidFill>
                  <a:srgbClr val="000000"/>
                </a:solidFill>
                <a:latin typeface="黑体" panose="02010609060101010101" pitchFamily="49" charset="-122"/>
                <a:ea typeface="黑体" panose="02010609060101010101" pitchFamily="49" charset="-122"/>
                <a:sym typeface="+mn-ea"/>
              </a:rPr>
              <a:t>向屏幕输出一个字符串可以使用</a:t>
            </a:r>
            <a:r>
              <a:rPr lang="en-US" altLang="zh-CN" dirty="0" err="1" smtClean="0">
                <a:solidFill>
                  <a:srgbClr val="000000"/>
                </a:solidFill>
                <a:latin typeface="黑体" panose="02010609060101010101" pitchFamily="49" charset="-122"/>
                <a:ea typeface="黑体" panose="02010609060101010101" pitchFamily="49" charset="-122"/>
                <a:sym typeface="+mn-ea"/>
              </a:rPr>
              <a:t>printf</a:t>
            </a:r>
            <a:r>
              <a:rPr lang="zh-CN" altLang="en-US" dirty="0" smtClean="0">
                <a:solidFill>
                  <a:srgbClr val="000000"/>
                </a:solidFill>
                <a:latin typeface="黑体" panose="02010609060101010101" pitchFamily="49" charset="-122"/>
                <a:ea typeface="黑体" panose="02010609060101010101" pitchFamily="49" charset="-122"/>
                <a:sym typeface="+mn-ea"/>
              </a:rPr>
              <a:t>语句或</a:t>
            </a:r>
            <a:r>
              <a:rPr lang="en-US" altLang="zh-CN" dirty="0" smtClean="0">
                <a:solidFill>
                  <a:srgbClr val="000000"/>
                </a:solidFill>
                <a:latin typeface="黑体" panose="02010609060101010101" pitchFamily="49" charset="-122"/>
                <a:ea typeface="黑体" panose="02010609060101010101" pitchFamily="49" charset="-122"/>
                <a:sym typeface="+mn-ea"/>
              </a:rPr>
              <a:t>puts</a:t>
            </a:r>
            <a:r>
              <a:rPr lang="zh-CN" altLang="en-US" dirty="0" smtClean="0">
                <a:solidFill>
                  <a:srgbClr val="000000"/>
                </a:solidFill>
                <a:latin typeface="黑体" panose="02010609060101010101" pitchFamily="49" charset="-122"/>
                <a:ea typeface="黑体" panose="02010609060101010101" pitchFamily="49" charset="-122"/>
                <a:sym typeface="+mn-ea"/>
              </a:rPr>
              <a:t>语句。</a:t>
            </a:r>
            <a:endParaRPr lang="zh-CN" altLang="en-US" dirty="0" smtClean="0">
              <a:solidFill>
                <a:srgbClr val="000000"/>
              </a:solidFill>
              <a:latin typeface="黑体" panose="02010609060101010101" pitchFamily="49" charset="-122"/>
              <a:ea typeface="黑体" panose="02010609060101010101" pitchFamily="49" charset="-122"/>
            </a:endParaRPr>
          </a:p>
          <a:p>
            <a:pPr lvl="0" indent="0">
              <a:lnSpc>
                <a:spcPts val="2600"/>
              </a:lnSpc>
              <a:spcBef>
                <a:spcPct val="20000"/>
              </a:spcBef>
              <a:buClr>
                <a:srgbClr val="0066CC"/>
              </a:buClr>
              <a:buFont typeface="Wingdings" panose="05000000000000000000" pitchFamily="2" charset="2"/>
              <a:buNone/>
            </a:pPr>
            <a:r>
              <a:rPr lang="en-US" altLang="zh-CN" dirty="0" smtClean="0">
                <a:solidFill>
                  <a:srgbClr val="000000"/>
                </a:solidFill>
                <a:latin typeface="黑体" panose="02010609060101010101" pitchFamily="49" charset="-122"/>
                <a:ea typeface="黑体" panose="02010609060101010101" pitchFamily="49" charset="-122"/>
                <a:sym typeface="+mn-ea"/>
              </a:rPr>
              <a:t>1)  </a:t>
            </a:r>
            <a:r>
              <a:rPr lang="en-US" altLang="zh-CN" dirty="0" err="1" smtClean="0">
                <a:solidFill>
                  <a:srgbClr val="000000"/>
                </a:solidFill>
                <a:latin typeface="黑体" panose="02010609060101010101" pitchFamily="49" charset="-122"/>
                <a:ea typeface="黑体" panose="02010609060101010101" pitchFamily="49" charset="-122"/>
                <a:sym typeface="+mn-ea"/>
              </a:rPr>
              <a:t>printf</a:t>
            </a:r>
            <a:r>
              <a:rPr lang="zh-CN" altLang="en-US" dirty="0" smtClean="0">
                <a:solidFill>
                  <a:srgbClr val="000000"/>
                </a:solidFill>
                <a:latin typeface="黑体" panose="02010609060101010101" pitchFamily="49" charset="-122"/>
                <a:ea typeface="黑体" panose="02010609060101010101" pitchFamily="49" charset="-122"/>
                <a:sym typeface="+mn-ea"/>
              </a:rPr>
              <a:t>语句</a:t>
            </a:r>
            <a:endParaRPr lang="zh-CN" altLang="en-US" dirty="0" smtClean="0">
              <a:solidFill>
                <a:srgbClr val="000000"/>
              </a:solidFill>
              <a:latin typeface="黑体" panose="02010609060101010101" pitchFamily="49" charset="-122"/>
              <a:ea typeface="黑体" panose="02010609060101010101" pitchFamily="49" charset="-122"/>
            </a:endParaRPr>
          </a:p>
          <a:p>
            <a:pPr lvl="0" indent="0">
              <a:lnSpc>
                <a:spcPts val="2600"/>
              </a:lnSpc>
              <a:spcBef>
                <a:spcPct val="20000"/>
              </a:spcBef>
              <a:buClr>
                <a:srgbClr val="0066CC"/>
              </a:buClr>
              <a:buFont typeface="Wingdings" panose="05000000000000000000" pitchFamily="2" charset="2"/>
              <a:buNone/>
            </a:pPr>
            <a:r>
              <a:rPr lang="zh-CN" altLang="en-US" dirty="0" smtClean="0">
                <a:solidFill>
                  <a:srgbClr val="000000"/>
                </a:solidFill>
                <a:latin typeface="黑体" panose="02010609060101010101" pitchFamily="49" charset="-122"/>
                <a:ea typeface="黑体" panose="02010609060101010101" pitchFamily="49" charset="-122"/>
                <a:sym typeface="+mn-ea"/>
              </a:rPr>
              <a:t>格式：</a:t>
            </a:r>
            <a:r>
              <a:rPr lang="en-US" altLang="zh-CN" dirty="0" err="1" smtClean="0">
                <a:solidFill>
                  <a:srgbClr val="FF0000"/>
                </a:solidFill>
                <a:latin typeface="黑体" panose="02010609060101010101" pitchFamily="49" charset="-122"/>
                <a:ea typeface="黑体" panose="02010609060101010101" pitchFamily="49" charset="-122"/>
                <a:sym typeface="+mn-ea"/>
              </a:rPr>
              <a:t>printf</a:t>
            </a:r>
            <a:r>
              <a:rPr lang="en-US" altLang="zh-CN" dirty="0" smtClean="0">
                <a:solidFill>
                  <a:srgbClr val="FF0000"/>
                </a:solidFill>
                <a:latin typeface="黑体" panose="02010609060101010101" pitchFamily="49" charset="-122"/>
                <a:ea typeface="黑体" panose="02010609060101010101" pitchFamily="49" charset="-122"/>
                <a:sym typeface="+mn-ea"/>
              </a:rPr>
              <a:t>(“%s”,</a:t>
            </a:r>
            <a:r>
              <a:rPr lang="zh-CN" altLang="en-US" dirty="0" smtClean="0">
                <a:solidFill>
                  <a:srgbClr val="FF0000"/>
                </a:solidFill>
                <a:latin typeface="黑体" panose="02010609060101010101" pitchFamily="49" charset="-122"/>
                <a:ea typeface="黑体" panose="02010609060101010101" pitchFamily="49" charset="-122"/>
                <a:sym typeface="+mn-ea"/>
              </a:rPr>
              <a:t>字符串名称</a:t>
            </a:r>
            <a:r>
              <a:rPr lang="en-US" altLang="zh-CN" dirty="0" smtClean="0">
                <a:solidFill>
                  <a:srgbClr val="FF0000"/>
                </a:solidFill>
                <a:latin typeface="黑体" panose="02010609060101010101" pitchFamily="49" charset="-122"/>
                <a:ea typeface="黑体" panose="02010609060101010101" pitchFamily="49" charset="-122"/>
                <a:sym typeface="+mn-ea"/>
              </a:rPr>
              <a:t>);</a:t>
            </a:r>
            <a:endParaRPr lang="en-US" altLang="zh-CN" dirty="0" smtClean="0">
              <a:solidFill>
                <a:srgbClr val="FF0000"/>
              </a:solidFill>
              <a:latin typeface="黑体" panose="02010609060101010101" pitchFamily="49" charset="-122"/>
              <a:ea typeface="黑体" panose="02010609060101010101" pitchFamily="49" charset="-122"/>
            </a:endParaRPr>
          </a:p>
          <a:p>
            <a:pPr lvl="0" indent="0">
              <a:lnSpc>
                <a:spcPts val="2600"/>
              </a:lnSpc>
              <a:spcBef>
                <a:spcPct val="20000"/>
              </a:spcBef>
              <a:buClr>
                <a:srgbClr val="0066CC"/>
              </a:buClr>
              <a:buFont typeface="Wingdings" panose="05000000000000000000" pitchFamily="2" charset="2"/>
              <a:buNone/>
            </a:pPr>
            <a:r>
              <a:rPr lang="en-US" altLang="zh-CN" dirty="0" smtClean="0">
                <a:solidFill>
                  <a:srgbClr val="000000"/>
                </a:solidFill>
                <a:latin typeface="黑体" panose="02010609060101010101" pitchFamily="49" charset="-122"/>
                <a:ea typeface="黑体" panose="02010609060101010101" pitchFamily="49" charset="-122"/>
                <a:sym typeface="+mn-ea"/>
              </a:rPr>
              <a:t> </a:t>
            </a:r>
            <a:r>
              <a:rPr lang="zh-CN" altLang="en-US" dirty="0" smtClean="0">
                <a:solidFill>
                  <a:srgbClr val="000000"/>
                </a:solidFill>
                <a:latin typeface="黑体" panose="02010609060101010101" pitchFamily="49" charset="-122"/>
                <a:ea typeface="黑体" panose="02010609060101010101" pitchFamily="49" charset="-122"/>
                <a:sym typeface="+mn-ea"/>
              </a:rPr>
              <a:t>说明：</a:t>
            </a:r>
            <a:endParaRPr lang="zh-CN" altLang="en-US" dirty="0" smtClean="0">
              <a:solidFill>
                <a:srgbClr val="000000"/>
              </a:solidFill>
              <a:latin typeface="黑体" panose="02010609060101010101" pitchFamily="49" charset="-122"/>
              <a:ea typeface="黑体" panose="02010609060101010101" pitchFamily="49" charset="-122"/>
            </a:endParaRPr>
          </a:p>
          <a:p>
            <a:pPr lvl="0" indent="0">
              <a:lnSpc>
                <a:spcPts val="2600"/>
              </a:lnSpc>
              <a:spcBef>
                <a:spcPct val="20000"/>
              </a:spcBef>
              <a:buClr>
                <a:srgbClr val="0066CC"/>
              </a:buClr>
              <a:buFont typeface="Wingdings" panose="05000000000000000000" pitchFamily="2" charset="2"/>
              <a:buNone/>
            </a:pPr>
            <a:r>
              <a:rPr lang="zh-CN" altLang="en-US" dirty="0" smtClean="0">
                <a:solidFill>
                  <a:srgbClr val="000000"/>
                </a:solidFill>
                <a:latin typeface="黑体" panose="02010609060101010101" pitchFamily="49" charset="-122"/>
                <a:ea typeface="黑体" panose="02010609060101010101" pitchFamily="49" charset="-122"/>
                <a:sym typeface="+mn-ea"/>
              </a:rPr>
              <a:t>①用</a:t>
            </a:r>
            <a:r>
              <a:rPr lang="en-US" altLang="zh-CN" dirty="0" smtClean="0">
                <a:solidFill>
                  <a:srgbClr val="000000"/>
                </a:solidFill>
                <a:latin typeface="黑体" panose="02010609060101010101" pitchFamily="49" charset="-122"/>
                <a:ea typeface="黑体" panose="02010609060101010101" pitchFamily="49" charset="-122"/>
                <a:sym typeface="+mn-ea"/>
              </a:rPr>
              <a:t>%s</a:t>
            </a:r>
            <a:r>
              <a:rPr lang="zh-CN" altLang="en-US" dirty="0" smtClean="0">
                <a:solidFill>
                  <a:srgbClr val="000000"/>
                </a:solidFill>
                <a:latin typeface="黑体" panose="02010609060101010101" pitchFamily="49" charset="-122"/>
                <a:ea typeface="黑体" panose="02010609060101010101" pitchFamily="49" charset="-122"/>
                <a:sym typeface="+mn-ea"/>
              </a:rPr>
              <a:t>格式输出时，</a:t>
            </a:r>
            <a:r>
              <a:rPr lang="en-US" altLang="zh-CN" dirty="0" err="1" smtClean="0">
                <a:solidFill>
                  <a:srgbClr val="000000"/>
                </a:solidFill>
                <a:latin typeface="黑体" panose="02010609060101010101" pitchFamily="49" charset="-122"/>
                <a:ea typeface="黑体" panose="02010609060101010101" pitchFamily="49" charset="-122"/>
                <a:sym typeface="+mn-ea"/>
              </a:rPr>
              <a:t>printf</a:t>
            </a:r>
            <a:r>
              <a:rPr lang="zh-CN" altLang="en-US" dirty="0" smtClean="0">
                <a:solidFill>
                  <a:srgbClr val="000000"/>
                </a:solidFill>
                <a:latin typeface="黑体" panose="02010609060101010101" pitchFamily="49" charset="-122"/>
                <a:ea typeface="黑体" panose="02010609060101010101" pitchFamily="49" charset="-122"/>
                <a:sym typeface="+mn-ea"/>
              </a:rPr>
              <a:t>的输出项只能是字符串</a:t>
            </a:r>
            <a:r>
              <a:rPr lang="en-US" altLang="zh-CN" dirty="0" smtClean="0">
                <a:solidFill>
                  <a:srgbClr val="000000"/>
                </a:solidFill>
                <a:latin typeface="黑体" panose="02010609060101010101" pitchFamily="49" charset="-122"/>
                <a:ea typeface="黑体" panose="02010609060101010101" pitchFamily="49" charset="-122"/>
                <a:sym typeface="+mn-ea"/>
              </a:rPr>
              <a:t>(</a:t>
            </a:r>
            <a:r>
              <a:rPr lang="zh-CN" altLang="en-US" dirty="0" smtClean="0">
                <a:solidFill>
                  <a:srgbClr val="000000"/>
                </a:solidFill>
                <a:latin typeface="黑体" panose="02010609060101010101" pitchFamily="49" charset="-122"/>
                <a:ea typeface="黑体" panose="02010609060101010101" pitchFamily="49" charset="-122"/>
                <a:sym typeface="+mn-ea"/>
              </a:rPr>
              <a:t>字符数组</a:t>
            </a:r>
            <a:r>
              <a:rPr lang="en-US" altLang="zh-CN" dirty="0" smtClean="0">
                <a:solidFill>
                  <a:srgbClr val="000000"/>
                </a:solidFill>
                <a:latin typeface="黑体" panose="02010609060101010101" pitchFamily="49" charset="-122"/>
                <a:ea typeface="黑体" panose="02010609060101010101" pitchFamily="49" charset="-122"/>
                <a:sym typeface="+mn-ea"/>
              </a:rPr>
              <a:t>)</a:t>
            </a:r>
            <a:r>
              <a:rPr lang="zh-CN" altLang="en-US" dirty="0" smtClean="0">
                <a:solidFill>
                  <a:srgbClr val="000000"/>
                </a:solidFill>
                <a:latin typeface="黑体" panose="02010609060101010101" pitchFamily="49" charset="-122"/>
                <a:ea typeface="黑体" panose="02010609060101010101" pitchFamily="49" charset="-122"/>
                <a:sym typeface="+mn-ea"/>
              </a:rPr>
              <a:t>名称，而不能是数组元素。例如：</a:t>
            </a:r>
            <a:r>
              <a:rPr lang="en-US" altLang="zh-CN" dirty="0" err="1" smtClean="0">
                <a:solidFill>
                  <a:srgbClr val="FF0000"/>
                </a:solidFill>
                <a:latin typeface="黑体" panose="02010609060101010101" pitchFamily="49" charset="-122"/>
                <a:ea typeface="黑体" panose="02010609060101010101" pitchFamily="49" charset="-122"/>
                <a:sym typeface="+mn-ea"/>
              </a:rPr>
              <a:t>printf</a:t>
            </a:r>
            <a:r>
              <a:rPr lang="en-US" altLang="zh-CN" dirty="0" smtClean="0">
                <a:solidFill>
                  <a:srgbClr val="FF0000"/>
                </a:solidFill>
                <a:latin typeface="黑体" panose="02010609060101010101" pitchFamily="49" charset="-122"/>
                <a:ea typeface="黑体" panose="02010609060101010101" pitchFamily="49" charset="-122"/>
                <a:sym typeface="+mn-ea"/>
              </a:rPr>
              <a:t>(“%</a:t>
            </a:r>
            <a:r>
              <a:rPr lang="en-US" altLang="zh-CN" dirty="0" err="1" smtClean="0">
                <a:solidFill>
                  <a:srgbClr val="FF0000"/>
                </a:solidFill>
                <a:latin typeface="黑体" panose="02010609060101010101" pitchFamily="49" charset="-122"/>
                <a:ea typeface="黑体" panose="02010609060101010101" pitchFamily="49" charset="-122"/>
                <a:sym typeface="+mn-ea"/>
              </a:rPr>
              <a:t>s”,a</a:t>
            </a:r>
            <a:r>
              <a:rPr lang="en-US" altLang="zh-CN" dirty="0" smtClean="0">
                <a:solidFill>
                  <a:srgbClr val="FF0000"/>
                </a:solidFill>
                <a:latin typeface="黑体" panose="02010609060101010101" pitchFamily="49" charset="-122"/>
                <a:ea typeface="黑体" panose="02010609060101010101" pitchFamily="49" charset="-122"/>
                <a:sym typeface="+mn-ea"/>
              </a:rPr>
              <a:t>[5]);</a:t>
            </a:r>
            <a:r>
              <a:rPr lang="zh-CN" altLang="en-US" dirty="0" smtClean="0">
                <a:solidFill>
                  <a:srgbClr val="000000"/>
                </a:solidFill>
                <a:latin typeface="黑体" panose="02010609060101010101" pitchFamily="49" charset="-122"/>
                <a:ea typeface="黑体" panose="02010609060101010101" pitchFamily="49" charset="-122"/>
                <a:sym typeface="+mn-ea"/>
              </a:rPr>
              <a:t>是错误的。</a:t>
            </a:r>
            <a:r>
              <a:rPr lang="en-US" altLang="zh-CN" dirty="0" err="1" smtClean="0">
                <a:solidFill>
                  <a:srgbClr val="000000"/>
                </a:solidFill>
                <a:latin typeface="黑体" panose="02010609060101010101" pitchFamily="49" charset="-122"/>
                <a:ea typeface="黑体" panose="02010609060101010101" pitchFamily="49" charset="-122"/>
                <a:sym typeface="+mn-ea"/>
              </a:rPr>
              <a:t>可以</a:t>
            </a:r>
            <a:r>
              <a:rPr lang="zh-CN" altLang="en-US" dirty="0" smtClean="0">
                <a:solidFill>
                  <a:srgbClr val="000000"/>
                </a:solidFill>
                <a:latin typeface="黑体" panose="02010609060101010101" pitchFamily="49" charset="-122"/>
                <a:ea typeface="黑体" panose="02010609060101010101" pitchFamily="49" charset="-122"/>
                <a:sym typeface="+mn-ea"/>
              </a:rPr>
              <a:t>是</a:t>
            </a:r>
            <a:r>
              <a:rPr lang="en-US" altLang="zh-CN" dirty="0" err="1" smtClean="0">
                <a:solidFill>
                  <a:srgbClr val="FF0000"/>
                </a:solidFill>
                <a:latin typeface="黑体" panose="02010609060101010101" pitchFamily="49" charset="-122"/>
                <a:ea typeface="黑体" panose="02010609060101010101" pitchFamily="49" charset="-122"/>
                <a:sym typeface="+mn-ea"/>
              </a:rPr>
              <a:t>printf</a:t>
            </a:r>
            <a:r>
              <a:rPr lang="en-US" altLang="zh-CN" dirty="0" smtClean="0">
                <a:solidFill>
                  <a:srgbClr val="FF0000"/>
                </a:solidFill>
                <a:latin typeface="黑体" panose="02010609060101010101" pitchFamily="49" charset="-122"/>
                <a:ea typeface="黑体" panose="02010609060101010101" pitchFamily="49" charset="-122"/>
                <a:sym typeface="+mn-ea"/>
              </a:rPr>
              <a:t>(“%</a:t>
            </a:r>
            <a:r>
              <a:rPr lang="en-US" altLang="zh-CN" dirty="0" err="1" smtClean="0">
                <a:solidFill>
                  <a:srgbClr val="FF0000"/>
                </a:solidFill>
                <a:latin typeface="黑体" panose="02010609060101010101" pitchFamily="49" charset="-122"/>
                <a:ea typeface="黑体" panose="02010609060101010101" pitchFamily="49" charset="-122"/>
                <a:sym typeface="+mn-ea"/>
              </a:rPr>
              <a:t>s”,a</a:t>
            </a:r>
            <a:r>
              <a:rPr lang="en-US" altLang="zh-CN" dirty="0" smtClean="0">
                <a:solidFill>
                  <a:srgbClr val="FF0000"/>
                </a:solidFill>
                <a:latin typeface="黑体" panose="02010609060101010101" pitchFamily="49" charset="-122"/>
                <a:ea typeface="黑体" panose="02010609060101010101" pitchFamily="49" charset="-122"/>
                <a:sym typeface="+mn-ea"/>
              </a:rPr>
              <a:t>);</a:t>
            </a:r>
            <a:endParaRPr lang="en-US" altLang="zh-CN" dirty="0" smtClean="0">
              <a:solidFill>
                <a:srgbClr val="FF0000"/>
              </a:solidFill>
              <a:latin typeface="黑体" panose="02010609060101010101" pitchFamily="49" charset="-122"/>
              <a:ea typeface="黑体" panose="02010609060101010101" pitchFamily="49" charset="-122"/>
            </a:endParaRPr>
          </a:p>
          <a:p>
            <a:pPr lvl="0" indent="0">
              <a:lnSpc>
                <a:spcPts val="2600"/>
              </a:lnSpc>
              <a:spcBef>
                <a:spcPct val="20000"/>
              </a:spcBef>
              <a:buClr>
                <a:srgbClr val="0066CC"/>
              </a:buClr>
              <a:buFont typeface="Wingdings" panose="05000000000000000000" pitchFamily="2" charset="2"/>
              <a:buNone/>
            </a:pPr>
            <a:r>
              <a:rPr lang="zh-CN" altLang="en-US" dirty="0" smtClean="0">
                <a:solidFill>
                  <a:srgbClr val="000000"/>
                </a:solidFill>
                <a:latin typeface="黑体" panose="02010609060101010101" pitchFamily="49" charset="-122"/>
                <a:ea typeface="黑体" panose="02010609060101010101" pitchFamily="49" charset="-122"/>
                <a:sym typeface="+mn-ea"/>
              </a:rPr>
              <a:t>②输出的内容不包括字符串结束标志符‘</a:t>
            </a:r>
            <a:r>
              <a:rPr lang="en-US" altLang="zh-CN" dirty="0" smtClean="0">
                <a:solidFill>
                  <a:srgbClr val="000000"/>
                </a:solidFill>
                <a:latin typeface="黑体" panose="02010609060101010101" pitchFamily="49" charset="-122"/>
                <a:ea typeface="黑体" panose="02010609060101010101" pitchFamily="49" charset="-122"/>
                <a:sym typeface="+mn-ea"/>
              </a:rPr>
              <a:t>\0’</a:t>
            </a:r>
            <a:r>
              <a:rPr lang="zh-CN" altLang="en-US" dirty="0" smtClean="0">
                <a:solidFill>
                  <a:srgbClr val="000000"/>
                </a:solidFill>
                <a:latin typeface="黑体" panose="02010609060101010101" pitchFamily="49" charset="-122"/>
                <a:ea typeface="黑体" panose="02010609060101010101" pitchFamily="49" charset="-122"/>
                <a:sym typeface="+mn-ea"/>
              </a:rPr>
              <a:t>。</a:t>
            </a:r>
            <a:endParaRPr lang="zh-CN" altLang="en-US" dirty="0" smtClean="0">
              <a:solidFill>
                <a:srgbClr val="000000"/>
              </a:solidFill>
              <a:latin typeface="黑体" panose="02010609060101010101" pitchFamily="49" charset="-122"/>
              <a:ea typeface="黑体" panose="02010609060101010101" pitchFamily="49" charset="-122"/>
            </a:endParaRPr>
          </a:p>
          <a:p>
            <a:pPr lvl="0" indent="0">
              <a:lnSpc>
                <a:spcPts val="2600"/>
              </a:lnSpc>
              <a:spcBef>
                <a:spcPct val="20000"/>
              </a:spcBef>
              <a:buClr>
                <a:srgbClr val="0066CC"/>
              </a:buClr>
              <a:buFont typeface="Wingdings" panose="05000000000000000000" pitchFamily="2" charset="2"/>
              <a:buNone/>
            </a:pPr>
            <a:r>
              <a:rPr lang="en-US" altLang="zh-CN" dirty="0" smtClean="0">
                <a:solidFill>
                  <a:srgbClr val="000000"/>
                </a:solidFill>
                <a:latin typeface="黑体" panose="02010609060101010101" pitchFamily="49" charset="-122"/>
                <a:ea typeface="黑体" panose="02010609060101010101" pitchFamily="49" charset="-122"/>
                <a:sym typeface="+mn-ea"/>
              </a:rPr>
              <a:t>2)  puts</a:t>
            </a:r>
            <a:r>
              <a:rPr lang="zh-CN" altLang="en-US" dirty="0" smtClean="0">
                <a:solidFill>
                  <a:srgbClr val="000000"/>
                </a:solidFill>
                <a:latin typeface="黑体" panose="02010609060101010101" pitchFamily="49" charset="-122"/>
                <a:ea typeface="黑体" panose="02010609060101010101" pitchFamily="49" charset="-122"/>
                <a:sym typeface="+mn-ea"/>
              </a:rPr>
              <a:t>语句</a:t>
            </a:r>
            <a:endParaRPr lang="zh-CN" altLang="en-US" dirty="0" smtClean="0">
              <a:solidFill>
                <a:srgbClr val="000000"/>
              </a:solidFill>
              <a:latin typeface="黑体" panose="02010609060101010101" pitchFamily="49" charset="-122"/>
              <a:ea typeface="黑体" panose="02010609060101010101" pitchFamily="49" charset="-122"/>
            </a:endParaRPr>
          </a:p>
          <a:p>
            <a:pPr lvl="0" indent="0">
              <a:lnSpc>
                <a:spcPts val="2600"/>
              </a:lnSpc>
              <a:spcBef>
                <a:spcPct val="20000"/>
              </a:spcBef>
              <a:buClr>
                <a:srgbClr val="0066CC"/>
              </a:buClr>
              <a:buFont typeface="Wingdings" panose="05000000000000000000" pitchFamily="2" charset="2"/>
              <a:buNone/>
            </a:pPr>
            <a:r>
              <a:rPr lang="zh-CN" altLang="en-US" dirty="0" smtClean="0">
                <a:solidFill>
                  <a:srgbClr val="000000"/>
                </a:solidFill>
                <a:latin typeface="黑体" panose="02010609060101010101" pitchFamily="49" charset="-122"/>
                <a:ea typeface="黑体" panose="02010609060101010101" pitchFamily="49" charset="-122"/>
                <a:sym typeface="+mn-ea"/>
              </a:rPr>
              <a:t>格式：</a:t>
            </a:r>
            <a:r>
              <a:rPr lang="en-US" altLang="zh-CN" dirty="0" smtClean="0">
                <a:solidFill>
                  <a:srgbClr val="FF0000"/>
                </a:solidFill>
                <a:latin typeface="黑体" panose="02010609060101010101" pitchFamily="49" charset="-122"/>
                <a:ea typeface="黑体" panose="02010609060101010101" pitchFamily="49" charset="-122"/>
                <a:sym typeface="+mn-ea"/>
              </a:rPr>
              <a:t>puts(</a:t>
            </a:r>
            <a:r>
              <a:rPr lang="zh-CN" altLang="en-US" dirty="0" smtClean="0">
                <a:solidFill>
                  <a:srgbClr val="FF0000"/>
                </a:solidFill>
                <a:latin typeface="黑体" panose="02010609060101010101" pitchFamily="49" charset="-122"/>
                <a:ea typeface="黑体" panose="02010609060101010101" pitchFamily="49" charset="-122"/>
                <a:sym typeface="+mn-ea"/>
              </a:rPr>
              <a:t>字符串名称</a:t>
            </a:r>
            <a:r>
              <a:rPr lang="en-US" altLang="zh-CN" dirty="0" smtClean="0">
                <a:solidFill>
                  <a:srgbClr val="FF0000"/>
                </a:solidFill>
                <a:latin typeface="黑体" panose="02010609060101010101" pitchFamily="49" charset="-122"/>
                <a:ea typeface="黑体" panose="02010609060101010101" pitchFamily="49" charset="-122"/>
                <a:sym typeface="+mn-ea"/>
              </a:rPr>
              <a:t>);</a:t>
            </a:r>
            <a:endParaRPr lang="en-US" altLang="zh-CN" dirty="0" smtClean="0">
              <a:solidFill>
                <a:srgbClr val="FF0000"/>
              </a:solidFill>
              <a:latin typeface="黑体" panose="02010609060101010101" pitchFamily="49" charset="-122"/>
              <a:ea typeface="黑体" panose="02010609060101010101" pitchFamily="49" charset="-122"/>
            </a:endParaRPr>
          </a:p>
          <a:p>
            <a:pPr lvl="0" indent="0">
              <a:lnSpc>
                <a:spcPts val="2600"/>
              </a:lnSpc>
              <a:spcBef>
                <a:spcPct val="20000"/>
              </a:spcBef>
              <a:buClr>
                <a:srgbClr val="0066CC"/>
              </a:buClr>
              <a:buFont typeface="Wingdings" panose="05000000000000000000" pitchFamily="2" charset="2"/>
              <a:buNone/>
            </a:pPr>
            <a:r>
              <a:rPr lang="zh-CN" altLang="en-US" dirty="0" smtClean="0">
                <a:solidFill>
                  <a:srgbClr val="000000"/>
                </a:solidFill>
                <a:latin typeface="黑体" panose="02010609060101010101" pitchFamily="49" charset="-122"/>
                <a:ea typeface="黑体" panose="02010609060101010101" pitchFamily="49" charset="-122"/>
                <a:sym typeface="+mn-ea"/>
              </a:rPr>
              <a:t>说明：</a:t>
            </a:r>
            <a:r>
              <a:rPr lang="en-US" altLang="zh-CN" dirty="0" smtClean="0">
                <a:solidFill>
                  <a:srgbClr val="000000"/>
                </a:solidFill>
                <a:latin typeface="黑体" panose="02010609060101010101" pitchFamily="49" charset="-122"/>
                <a:ea typeface="黑体" panose="02010609060101010101" pitchFamily="49" charset="-122"/>
                <a:sym typeface="+mn-ea"/>
              </a:rPr>
              <a:t>puts</a:t>
            </a:r>
            <a:r>
              <a:rPr lang="zh-CN" altLang="en-US" dirty="0" smtClean="0">
                <a:solidFill>
                  <a:srgbClr val="000000"/>
                </a:solidFill>
                <a:latin typeface="黑体" panose="02010609060101010101" pitchFamily="49" charset="-122"/>
                <a:ea typeface="黑体" panose="02010609060101010101" pitchFamily="49" charset="-122"/>
                <a:sym typeface="+mn-ea"/>
              </a:rPr>
              <a:t>语句输出一个字符串和一个换行符。对于已经声明过的字符串</a:t>
            </a:r>
            <a:r>
              <a:rPr lang="en-US" altLang="zh-CN" dirty="0" smtClean="0">
                <a:solidFill>
                  <a:srgbClr val="000000"/>
                </a:solidFill>
                <a:latin typeface="黑体" panose="02010609060101010101" pitchFamily="49" charset="-122"/>
                <a:ea typeface="黑体" panose="02010609060101010101" pitchFamily="49" charset="-122"/>
                <a:sym typeface="+mn-ea"/>
              </a:rPr>
              <a:t>a</a:t>
            </a:r>
            <a:r>
              <a:rPr lang="zh-CN" altLang="en-US" dirty="0" smtClean="0">
                <a:solidFill>
                  <a:srgbClr val="000000"/>
                </a:solidFill>
                <a:latin typeface="黑体" panose="02010609060101010101" pitchFamily="49" charset="-122"/>
                <a:ea typeface="黑体" panose="02010609060101010101" pitchFamily="49" charset="-122"/>
                <a:sym typeface="+mn-ea"/>
              </a:rPr>
              <a:t>，</a:t>
            </a:r>
            <a:r>
              <a:rPr lang="en-US" altLang="zh-CN" dirty="0" err="1" smtClean="0">
                <a:solidFill>
                  <a:srgbClr val="FF0000"/>
                </a:solidFill>
                <a:latin typeface="黑体" panose="02010609060101010101" pitchFamily="49" charset="-122"/>
                <a:ea typeface="黑体" panose="02010609060101010101" pitchFamily="49" charset="-122"/>
                <a:sym typeface="+mn-ea"/>
              </a:rPr>
              <a:t>printf</a:t>
            </a:r>
            <a:r>
              <a:rPr lang="en-US" altLang="zh-CN" dirty="0" smtClean="0">
                <a:solidFill>
                  <a:srgbClr val="FF0000"/>
                </a:solidFill>
                <a:latin typeface="黑体" panose="02010609060101010101" pitchFamily="49" charset="-122"/>
                <a:ea typeface="黑体" panose="02010609060101010101" pitchFamily="49" charset="-122"/>
                <a:sym typeface="+mn-ea"/>
              </a:rPr>
              <a:t>(“%s\</a:t>
            </a:r>
            <a:r>
              <a:rPr lang="en-US" altLang="zh-CN" dirty="0" err="1" smtClean="0">
                <a:solidFill>
                  <a:srgbClr val="FF0000"/>
                </a:solidFill>
                <a:latin typeface="黑体" panose="02010609060101010101" pitchFamily="49" charset="-122"/>
                <a:ea typeface="黑体" panose="02010609060101010101" pitchFamily="49" charset="-122"/>
                <a:sym typeface="+mn-ea"/>
              </a:rPr>
              <a:t>n”,a</a:t>
            </a:r>
            <a:r>
              <a:rPr lang="en-US" altLang="zh-CN" dirty="0" smtClean="0">
                <a:solidFill>
                  <a:srgbClr val="FF0000"/>
                </a:solidFill>
                <a:latin typeface="黑体" panose="02010609060101010101" pitchFamily="49" charset="-122"/>
                <a:ea typeface="黑体" panose="02010609060101010101" pitchFamily="49" charset="-122"/>
                <a:sym typeface="+mn-ea"/>
              </a:rPr>
              <a:t>)</a:t>
            </a:r>
            <a:r>
              <a:rPr lang="zh-CN" altLang="en-US" dirty="0" smtClean="0">
                <a:solidFill>
                  <a:srgbClr val="FF0000"/>
                </a:solidFill>
                <a:latin typeface="黑体" panose="02010609060101010101" pitchFamily="49" charset="-122"/>
                <a:ea typeface="黑体" panose="02010609060101010101" pitchFamily="49" charset="-122"/>
                <a:sym typeface="+mn-ea"/>
              </a:rPr>
              <a:t>和 </a:t>
            </a:r>
            <a:r>
              <a:rPr lang="en-US" altLang="zh-CN" dirty="0" smtClean="0">
                <a:solidFill>
                  <a:srgbClr val="FF0000"/>
                </a:solidFill>
                <a:latin typeface="黑体" panose="02010609060101010101" pitchFamily="49" charset="-122"/>
                <a:ea typeface="黑体" panose="02010609060101010101" pitchFamily="49" charset="-122"/>
                <a:sym typeface="+mn-ea"/>
              </a:rPr>
              <a:t>puts(a)</a:t>
            </a:r>
            <a:r>
              <a:rPr lang="zh-CN" altLang="en-US" dirty="0" smtClean="0">
                <a:solidFill>
                  <a:srgbClr val="FF0000"/>
                </a:solidFill>
                <a:latin typeface="黑体" panose="02010609060101010101" pitchFamily="49" charset="-122"/>
                <a:ea typeface="黑体" panose="02010609060101010101" pitchFamily="49" charset="-122"/>
                <a:sym typeface="+mn-ea"/>
              </a:rPr>
              <a:t>是等价的。</a:t>
            </a:r>
            <a:endParaRPr lang="zh-CN" altLang="en-US" dirty="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2"/>
                                        </p:tgtEl>
                                        <p:attrNameLst>
                                          <p:attrName>style.visibility</p:attrName>
                                        </p:attrNameLst>
                                      </p:cBhvr>
                                      <p:to>
                                        <p:strVal val="visible"/>
                                      </p:to>
                                    </p:set>
                                    <p:anim calcmode="discrete" valueType="clr">
                                      <p:cBhvr override="childStyle">
                                        <p:cTn id="7" dur="80"/>
                                        <p:tgtEl>
                                          <p:spTgt spid="2"/>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
                                        </p:tgtEl>
                                        <p:attrNameLst>
                                          <p:attrName>fillcolor</p:attrName>
                                        </p:attrNameLst>
                                      </p:cBhvr>
                                      <p:tavLst>
                                        <p:tav tm="0">
                                          <p:val>
                                            <p:clrVal>
                                              <a:schemeClr val="accent2"/>
                                            </p:clrVal>
                                          </p:val>
                                        </p:tav>
                                        <p:tav tm="50000">
                                          <p:val>
                                            <p:clrVal>
                                              <a:schemeClr val="hlink"/>
                                            </p:clrVal>
                                          </p:val>
                                        </p:tav>
                                      </p:tavLst>
                                    </p:anim>
                                    <p:set>
                                      <p:cBhvr>
                                        <p:cTn id="9" dur="80"/>
                                        <p:tgtEl>
                                          <p:spTgt spid="2"/>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组合 3"/>
          <p:cNvGrpSpPr/>
          <p:nvPr/>
        </p:nvGrpSpPr>
        <p:grpSpPr>
          <a:xfrm>
            <a:off x="-23495" y="-113665"/>
            <a:ext cx="4674235" cy="787861"/>
            <a:chOff x="201757" y="129906"/>
            <a:chExt cx="6264696" cy="1096834"/>
          </a:xfrm>
        </p:grpSpPr>
        <p:pic>
          <p:nvPicPr>
            <p:cNvPr id="19473" name="Picture 9" descr="F:\ppt素材\图标\我收集的图标\字体\3.png"/>
            <p:cNvPicPr>
              <a:picLocks noChangeAspect="1"/>
            </p:cNvPicPr>
            <p:nvPr/>
          </p:nvPicPr>
          <p:blipFill>
            <a:blip r:embed="rId2"/>
            <a:stretch>
              <a:fillRect/>
            </a:stretch>
          </p:blipFill>
          <p:spPr>
            <a:xfrm rot="5400000">
              <a:off x="2884210" y="-2418911"/>
              <a:ext cx="899790" cy="6264696"/>
            </a:xfrm>
            <a:prstGeom prst="rect">
              <a:avLst/>
            </a:prstGeom>
            <a:noFill/>
            <a:ln w="9525">
              <a:noFill/>
            </a:ln>
          </p:spPr>
        </p:pic>
        <p:pic>
          <p:nvPicPr>
            <p:cNvPr id="19474" name="Picture 6" descr="F:\超棒ppt模板\中国风\中国风物件\maobi.png"/>
            <p:cNvPicPr>
              <a:picLocks noChangeAspect="1"/>
            </p:cNvPicPr>
            <p:nvPr/>
          </p:nvPicPr>
          <p:blipFill>
            <a:blip r:embed="rId3"/>
            <a:stretch>
              <a:fillRect/>
            </a:stretch>
          </p:blipFill>
          <p:spPr>
            <a:xfrm>
              <a:off x="308134" y="129906"/>
              <a:ext cx="775209" cy="775006"/>
            </a:xfrm>
            <a:prstGeom prst="rect">
              <a:avLst/>
            </a:prstGeom>
            <a:noFill/>
            <a:ln w="9525">
              <a:noFill/>
            </a:ln>
          </p:spPr>
        </p:pic>
        <p:sp>
          <p:nvSpPr>
            <p:cNvPr id="19475" name="TextBox 2"/>
            <p:cNvSpPr txBox="1"/>
            <p:nvPr/>
          </p:nvSpPr>
          <p:spPr>
            <a:xfrm>
              <a:off x="1083609" y="500071"/>
              <a:ext cx="2844474" cy="726669"/>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eaLnBrk="1" hangingPunct="1">
                <a:lnSpc>
                  <a:spcPct val="100000"/>
                </a:lnSpc>
                <a:spcBef>
                  <a:spcPct val="0"/>
                </a:spcBef>
                <a:buNone/>
              </a:pPr>
              <a:r>
                <a:rPr lang="zh-CN" altLang="en-US" b="1" dirty="0">
                  <a:solidFill>
                    <a:schemeClr val="bg1"/>
                  </a:solidFill>
                  <a:latin typeface="楷体" panose="02010609060101010101" pitchFamily="1" charset="-122"/>
                  <a:ea typeface="楷体" panose="02010609060101010101" pitchFamily="1" charset="-122"/>
                </a:rPr>
                <a:t>字符串</a:t>
              </a:r>
            </a:p>
          </p:txBody>
        </p:sp>
      </p:grpSp>
      <p:pic>
        <p:nvPicPr>
          <p:cNvPr id="4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4835" y="4641215"/>
            <a:ext cx="965200" cy="50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文本框 1"/>
          <p:cNvSpPr txBox="1"/>
          <p:nvPr/>
        </p:nvSpPr>
        <p:spPr>
          <a:xfrm>
            <a:off x="504825" y="674370"/>
            <a:ext cx="8133715" cy="4278094"/>
          </a:xfrm>
          <a:prstGeom prst="rect">
            <a:avLst/>
          </a:prstGeom>
          <a:noFill/>
        </p:spPr>
        <p:txBody>
          <a:bodyPr wrap="square" rtlCol="0" anchor="t">
            <a:spAutoFit/>
          </a:bodyPr>
          <a:lstStyle/>
          <a:p>
            <a:pPr lvl="0" indent="0">
              <a:lnSpc>
                <a:spcPct val="80000"/>
              </a:lnSpc>
              <a:spcBef>
                <a:spcPct val="20000"/>
              </a:spcBef>
              <a:buClr>
                <a:srgbClr val="0066CC"/>
              </a:buClr>
              <a:buFont typeface="Wingdings" panose="05000000000000000000" pitchFamily="2" charset="2"/>
              <a:buNone/>
            </a:pPr>
            <a:r>
              <a:rPr lang="en-US" altLang="zh-CN" sz="2000" b="1" dirty="0" smtClean="0">
                <a:solidFill>
                  <a:srgbClr val="000000"/>
                </a:solidFill>
                <a:latin typeface="隶书" panose="02010509060101010101" charset="-122"/>
                <a:ea typeface="隶书" panose="02010509060101010101" charset="-122"/>
                <a:cs typeface="隶书" panose="02010509060101010101" charset="-122"/>
                <a:sym typeface="+mn-ea"/>
              </a:rPr>
              <a:t>(3)</a:t>
            </a:r>
            <a:r>
              <a:rPr lang="en-US" altLang="zh-CN" sz="2000" b="1" dirty="0" err="1" smtClean="0">
                <a:solidFill>
                  <a:srgbClr val="000000"/>
                </a:solidFill>
                <a:latin typeface="隶书" panose="02010509060101010101" charset="-122"/>
                <a:ea typeface="隶书" panose="02010509060101010101" charset="-122"/>
                <a:cs typeface="隶书" panose="02010509060101010101" charset="-122"/>
                <a:sym typeface="+mn-ea"/>
              </a:rPr>
              <a:t>字符串中单个字符的引用</a:t>
            </a:r>
            <a:r>
              <a:rPr lang="en-US" altLang="zh-CN" sz="2000" b="1" dirty="0">
                <a:solidFill>
                  <a:srgbClr val="000000"/>
                </a:solidFill>
                <a:latin typeface="隶书" panose="02010509060101010101" charset="-122"/>
                <a:ea typeface="隶书" panose="02010509060101010101" charset="-122"/>
                <a:cs typeface="隶书" panose="02010509060101010101" charset="-122"/>
                <a:sym typeface="+mn-ea"/>
              </a:rPr>
              <a:t>：</a:t>
            </a:r>
            <a:endParaRPr lang="en-US" altLang="zh-CN" sz="2000" b="1" dirty="0">
              <a:solidFill>
                <a:srgbClr val="000000"/>
              </a:solidFill>
              <a:latin typeface="隶书" panose="02010509060101010101" charset="-122"/>
              <a:ea typeface="隶书" panose="02010509060101010101" charset="-122"/>
              <a:cs typeface="隶书" panose="02010509060101010101" charset="-122"/>
            </a:endParaRPr>
          </a:p>
          <a:p>
            <a:pPr lvl="0" indent="0">
              <a:lnSpc>
                <a:spcPct val="80000"/>
              </a:lnSpc>
              <a:spcBef>
                <a:spcPct val="20000"/>
              </a:spcBef>
              <a:buClr>
                <a:srgbClr val="0066CC"/>
              </a:buClr>
              <a:buFont typeface="Wingdings" panose="05000000000000000000" pitchFamily="2" charset="2"/>
              <a:buNone/>
            </a:pPr>
            <a:r>
              <a:rPr lang="zh-CN" altLang="en-US" sz="2000" dirty="0">
                <a:solidFill>
                  <a:srgbClr val="000000"/>
                </a:solidFill>
                <a:latin typeface="隶书" panose="02010509060101010101" charset="-122"/>
                <a:ea typeface="隶书" panose="02010509060101010101" charset="-122"/>
                <a:cs typeface="隶书" panose="02010509060101010101" charset="-122"/>
                <a:sym typeface="+mn-ea"/>
              </a:rPr>
              <a:t>例  C++中，一个</a:t>
            </a:r>
            <a:r>
              <a:rPr lang="zh-CN" altLang="en-US" sz="2000" dirty="0" smtClean="0">
                <a:solidFill>
                  <a:srgbClr val="000000"/>
                </a:solidFill>
                <a:latin typeface="隶书" panose="02010509060101010101" charset="-122"/>
                <a:ea typeface="隶书" panose="02010509060101010101" charset="-122"/>
                <a:cs typeface="隶书" panose="02010509060101010101" charset="-122"/>
                <a:sym typeface="+mn-ea"/>
              </a:rPr>
              <a:t>字符串（无空格）中</a:t>
            </a:r>
            <a:r>
              <a:rPr lang="zh-CN" altLang="en-US" sz="2000" dirty="0">
                <a:solidFill>
                  <a:srgbClr val="000000"/>
                </a:solidFill>
                <a:latin typeface="隶书" panose="02010509060101010101" charset="-122"/>
                <a:ea typeface="隶书" panose="02010509060101010101" charset="-122"/>
                <a:cs typeface="隶书" panose="02010509060101010101" charset="-122"/>
                <a:sym typeface="+mn-ea"/>
              </a:rPr>
              <a:t>的字符可以通过其对应的下标灵活</a:t>
            </a:r>
            <a:r>
              <a:rPr lang="zh-CN" altLang="en-US" sz="2000" dirty="0" smtClean="0">
                <a:solidFill>
                  <a:srgbClr val="000000"/>
                </a:solidFill>
                <a:latin typeface="隶书" panose="02010509060101010101" charset="-122"/>
                <a:ea typeface="隶书" panose="02010509060101010101" charset="-122"/>
                <a:cs typeface="隶书" panose="02010509060101010101" charset="-122"/>
                <a:sym typeface="+mn-ea"/>
              </a:rPr>
              <a:t>使用。</a:t>
            </a:r>
            <a:endParaRPr lang="zh-CN" altLang="en-US" sz="2000" dirty="0">
              <a:solidFill>
                <a:srgbClr val="000000"/>
              </a:solidFill>
              <a:latin typeface="隶书" panose="02010509060101010101" charset="-122"/>
              <a:ea typeface="隶书" panose="02010509060101010101" charset="-122"/>
              <a:cs typeface="隶书" panose="02010509060101010101" charset="-122"/>
            </a:endParaRPr>
          </a:p>
          <a:p>
            <a:r>
              <a:rPr lang="en-US" altLang="zh-CN" sz="2000" dirty="0" smtClean="0">
                <a:solidFill>
                  <a:srgbClr val="804000"/>
                </a:solidFill>
                <a:highlight>
                  <a:srgbClr val="FFFFFF"/>
                </a:highlight>
                <a:latin typeface="黑体" panose="02010609060101010101" pitchFamily="49" charset="-122"/>
                <a:ea typeface="黑体" panose="02010609060101010101" pitchFamily="49" charset="-122"/>
                <a:cs typeface="隶书" panose="02010509060101010101" charset="-122"/>
                <a:sym typeface="+mn-ea"/>
              </a:rPr>
              <a:t>#</a:t>
            </a:r>
            <a:r>
              <a:rPr lang="en-US" altLang="zh-CN" sz="2000" dirty="0">
                <a:solidFill>
                  <a:srgbClr val="804000"/>
                </a:solidFill>
                <a:highlight>
                  <a:srgbClr val="FFFFFF"/>
                </a:highlight>
                <a:latin typeface="黑体" panose="02010609060101010101" pitchFamily="49" charset="-122"/>
                <a:ea typeface="黑体" panose="02010609060101010101" pitchFamily="49" charset="-122"/>
                <a:cs typeface="隶书" panose="02010509060101010101" charset="-122"/>
                <a:sym typeface="+mn-ea"/>
              </a:rPr>
              <a:t>include&lt;</a:t>
            </a:r>
            <a:r>
              <a:rPr lang="en-US" altLang="zh-CN" sz="2000" dirty="0" err="1">
                <a:solidFill>
                  <a:srgbClr val="804000"/>
                </a:solidFill>
                <a:highlight>
                  <a:srgbClr val="FFFFFF"/>
                </a:highlight>
                <a:latin typeface="黑体" panose="02010609060101010101" pitchFamily="49" charset="-122"/>
                <a:ea typeface="黑体" panose="02010609060101010101" pitchFamily="49" charset="-122"/>
                <a:cs typeface="隶书" panose="02010509060101010101" charset="-122"/>
                <a:sym typeface="+mn-ea"/>
              </a:rPr>
              <a:t>cstdio</a:t>
            </a:r>
            <a:r>
              <a:rPr lang="en-US" altLang="zh-CN" sz="2000" dirty="0">
                <a:solidFill>
                  <a:srgbClr val="804000"/>
                </a:solidFill>
                <a:highlight>
                  <a:srgbClr val="FFFFFF"/>
                </a:highlight>
                <a:latin typeface="黑体" panose="02010609060101010101" pitchFamily="49" charset="-122"/>
                <a:ea typeface="黑体" panose="02010609060101010101" pitchFamily="49" charset="-122"/>
                <a:cs typeface="隶书" panose="02010509060101010101" charset="-122"/>
                <a:sym typeface="+mn-ea"/>
              </a:rPr>
              <a:t>&gt;          </a:t>
            </a:r>
            <a:r>
              <a:rPr lang="zh-CN" altLang="en-US" sz="2000" dirty="0">
                <a:solidFill>
                  <a:srgbClr val="804000"/>
                </a:solidFill>
                <a:highlight>
                  <a:srgbClr val="FFFFFF"/>
                </a:highlight>
                <a:latin typeface="黑体" panose="02010609060101010101" pitchFamily="49" charset="-122"/>
                <a:ea typeface="黑体" panose="02010609060101010101" pitchFamily="49" charset="-122"/>
                <a:cs typeface="隶书" panose="02010509060101010101" charset="-122"/>
                <a:sym typeface="+mn-ea"/>
              </a:rPr>
              <a:t>　　</a:t>
            </a:r>
            <a:endParaRPr lang="zh-CN" altLang="en-US" sz="2000" dirty="0">
              <a:solidFill>
                <a:srgbClr val="804000"/>
              </a:solidFill>
              <a:highlight>
                <a:srgbClr val="FFFFFF"/>
              </a:highlight>
              <a:latin typeface="黑体" panose="02010609060101010101" pitchFamily="49" charset="-122"/>
              <a:ea typeface="黑体" panose="02010609060101010101" pitchFamily="49" charset="-122"/>
              <a:cs typeface="隶书" panose="02010509060101010101" charset="-122"/>
            </a:endParaRPr>
          </a:p>
          <a:p>
            <a:r>
              <a:rPr lang="en-US" altLang="zh-CN" sz="2000" dirty="0">
                <a:solidFill>
                  <a:srgbClr val="804000"/>
                </a:solidFill>
                <a:highlight>
                  <a:srgbClr val="FFFFFF"/>
                </a:highlight>
                <a:latin typeface="黑体" panose="02010609060101010101" pitchFamily="49" charset="-122"/>
                <a:ea typeface="黑体" panose="02010609060101010101" pitchFamily="49" charset="-122"/>
                <a:cs typeface="隶书" panose="02010509060101010101" charset="-122"/>
                <a:sym typeface="+mn-ea"/>
              </a:rPr>
              <a:t>#include&lt;</a:t>
            </a:r>
            <a:r>
              <a:rPr lang="en-US" altLang="zh-CN" sz="2000" dirty="0" err="1">
                <a:solidFill>
                  <a:srgbClr val="804000"/>
                </a:solidFill>
                <a:highlight>
                  <a:srgbClr val="FFFFFF"/>
                </a:highlight>
                <a:latin typeface="黑体" panose="02010609060101010101" pitchFamily="49" charset="-122"/>
                <a:ea typeface="黑体" panose="02010609060101010101" pitchFamily="49" charset="-122"/>
                <a:cs typeface="隶书" panose="02010509060101010101" charset="-122"/>
                <a:sym typeface="+mn-ea"/>
              </a:rPr>
              <a:t>cstring</a:t>
            </a:r>
            <a:r>
              <a:rPr lang="en-US" altLang="zh-CN" sz="2000" dirty="0">
                <a:solidFill>
                  <a:srgbClr val="804000"/>
                </a:solidFill>
                <a:highlight>
                  <a:srgbClr val="FFFFFF"/>
                </a:highlight>
                <a:latin typeface="黑体" panose="02010609060101010101" pitchFamily="49" charset="-122"/>
                <a:ea typeface="黑体" panose="02010609060101010101" pitchFamily="49" charset="-122"/>
                <a:cs typeface="隶书" panose="02010509060101010101" charset="-122"/>
                <a:sym typeface="+mn-ea"/>
              </a:rPr>
              <a:t>&gt;</a:t>
            </a:r>
            <a:r>
              <a:rPr lang="zh-CN" altLang="en-US" sz="2000" dirty="0">
                <a:solidFill>
                  <a:srgbClr val="804000"/>
                </a:solidFill>
                <a:highlight>
                  <a:srgbClr val="FFFFFF"/>
                </a:highlight>
                <a:latin typeface="黑体" panose="02010609060101010101" pitchFamily="49" charset="-122"/>
                <a:ea typeface="黑体" panose="02010609060101010101" pitchFamily="49" charset="-122"/>
                <a:cs typeface="隶书" panose="02010509060101010101" charset="-122"/>
                <a:sym typeface="+mn-ea"/>
              </a:rPr>
              <a:t>　</a:t>
            </a:r>
            <a:endParaRPr lang="zh-CN" altLang="en-US" sz="2000" dirty="0">
              <a:solidFill>
                <a:srgbClr val="804000"/>
              </a:solidFill>
              <a:highlight>
                <a:srgbClr val="FFFFFF"/>
              </a:highlight>
              <a:latin typeface="黑体" panose="02010609060101010101" pitchFamily="49" charset="-122"/>
              <a:ea typeface="黑体" panose="02010609060101010101" pitchFamily="49" charset="-122"/>
              <a:cs typeface="隶书" panose="02010509060101010101" charset="-122"/>
            </a:endParaRPr>
          </a:p>
          <a:p>
            <a:r>
              <a:rPr lang="en-US" altLang="zh-CN" sz="2000" b="1" dirty="0">
                <a:solidFill>
                  <a:srgbClr val="0000FF"/>
                </a:solidFill>
                <a:highlight>
                  <a:srgbClr val="FFFFFF"/>
                </a:highlight>
                <a:latin typeface="黑体" panose="02010609060101010101" pitchFamily="49" charset="-122"/>
                <a:ea typeface="黑体" panose="02010609060101010101" pitchFamily="49" charset="-122"/>
                <a:cs typeface="隶书" panose="02010509060101010101" charset="-122"/>
                <a:sym typeface="+mn-ea"/>
              </a:rPr>
              <a:t>using</a:t>
            </a:r>
            <a:r>
              <a:rPr lang="en-US" altLang="zh-CN" sz="2000" dirty="0">
                <a:solidFill>
                  <a:srgbClr val="000000"/>
                </a:solidFill>
                <a:highlight>
                  <a:srgbClr val="FFFFFF"/>
                </a:highlight>
                <a:latin typeface="黑体" panose="02010609060101010101" pitchFamily="49" charset="-122"/>
                <a:ea typeface="黑体" panose="02010609060101010101" pitchFamily="49" charset="-122"/>
                <a:cs typeface="隶书" panose="02010509060101010101" charset="-122"/>
                <a:sym typeface="+mn-ea"/>
              </a:rPr>
              <a:t> </a:t>
            </a:r>
            <a:r>
              <a:rPr lang="en-US" altLang="zh-CN" sz="2000" b="1" dirty="0">
                <a:solidFill>
                  <a:srgbClr val="0000FF"/>
                </a:solidFill>
                <a:highlight>
                  <a:srgbClr val="FFFFFF"/>
                </a:highlight>
                <a:latin typeface="黑体" panose="02010609060101010101" pitchFamily="49" charset="-122"/>
                <a:ea typeface="黑体" panose="02010609060101010101" pitchFamily="49" charset="-122"/>
                <a:cs typeface="隶书" panose="02010509060101010101" charset="-122"/>
                <a:sym typeface="+mn-ea"/>
              </a:rPr>
              <a:t>namespace</a:t>
            </a:r>
            <a:r>
              <a:rPr lang="en-US" altLang="zh-CN" sz="2000" dirty="0">
                <a:solidFill>
                  <a:srgbClr val="000000"/>
                </a:solidFill>
                <a:highlight>
                  <a:srgbClr val="FFFFFF"/>
                </a:highlight>
                <a:latin typeface="黑体" panose="02010609060101010101" pitchFamily="49" charset="-122"/>
                <a:ea typeface="黑体" panose="02010609060101010101" pitchFamily="49" charset="-122"/>
                <a:cs typeface="隶书" panose="02010509060101010101" charset="-122"/>
                <a:sym typeface="+mn-ea"/>
              </a:rPr>
              <a:t> </a:t>
            </a:r>
            <a:r>
              <a:rPr lang="en-US" altLang="zh-CN" sz="2000" dirty="0" err="1">
                <a:solidFill>
                  <a:srgbClr val="000000"/>
                </a:solidFill>
                <a:highlight>
                  <a:srgbClr val="FFFFFF"/>
                </a:highlight>
                <a:latin typeface="黑体" panose="02010609060101010101" pitchFamily="49" charset="-122"/>
                <a:ea typeface="黑体" panose="02010609060101010101" pitchFamily="49" charset="-122"/>
                <a:cs typeface="隶书" panose="02010509060101010101" charset="-122"/>
                <a:sym typeface="+mn-ea"/>
              </a:rPr>
              <a:t>std</a:t>
            </a:r>
            <a:r>
              <a:rPr lang="en-US" altLang="zh-CN" sz="2000" b="1" dirty="0">
                <a:solidFill>
                  <a:srgbClr val="000080"/>
                </a:solidFill>
                <a:highlight>
                  <a:srgbClr val="FFFFFF"/>
                </a:highlight>
                <a:latin typeface="黑体" panose="02010609060101010101" pitchFamily="49" charset="-122"/>
                <a:ea typeface="黑体" panose="02010609060101010101" pitchFamily="49" charset="-122"/>
                <a:cs typeface="隶书" panose="02010509060101010101" charset="-122"/>
                <a:sym typeface="+mn-ea"/>
              </a:rPr>
              <a:t>;</a:t>
            </a:r>
            <a:endParaRPr lang="en-US" altLang="zh-CN" sz="2000" dirty="0">
              <a:solidFill>
                <a:srgbClr val="000000"/>
              </a:solidFill>
              <a:highlight>
                <a:srgbClr val="FFFFFF"/>
              </a:highlight>
              <a:latin typeface="黑体" panose="02010609060101010101" pitchFamily="49" charset="-122"/>
              <a:ea typeface="黑体" panose="02010609060101010101" pitchFamily="49" charset="-122"/>
              <a:cs typeface="隶书" panose="02010509060101010101" charset="-122"/>
            </a:endParaRPr>
          </a:p>
          <a:p>
            <a:r>
              <a:rPr lang="en-US" altLang="zh-CN" sz="2000" dirty="0" err="1">
                <a:solidFill>
                  <a:srgbClr val="8000FF"/>
                </a:solidFill>
                <a:highlight>
                  <a:srgbClr val="FFFFFF"/>
                </a:highlight>
                <a:latin typeface="黑体" panose="02010609060101010101" pitchFamily="49" charset="-122"/>
                <a:ea typeface="黑体" panose="02010609060101010101" pitchFamily="49" charset="-122"/>
                <a:cs typeface="隶书" panose="02010509060101010101" charset="-122"/>
                <a:sym typeface="+mn-ea"/>
              </a:rPr>
              <a:t>int</a:t>
            </a:r>
            <a:r>
              <a:rPr lang="en-US" altLang="zh-CN" sz="2000" dirty="0">
                <a:solidFill>
                  <a:srgbClr val="000000"/>
                </a:solidFill>
                <a:highlight>
                  <a:srgbClr val="FFFFFF"/>
                </a:highlight>
                <a:latin typeface="黑体" panose="02010609060101010101" pitchFamily="49" charset="-122"/>
                <a:ea typeface="黑体" panose="02010609060101010101" pitchFamily="49" charset="-122"/>
                <a:cs typeface="隶书" panose="02010509060101010101" charset="-122"/>
                <a:sym typeface="+mn-ea"/>
              </a:rPr>
              <a:t> main</a:t>
            </a:r>
            <a:r>
              <a:rPr lang="en-US" altLang="zh-CN" sz="2000" b="1" dirty="0">
                <a:solidFill>
                  <a:srgbClr val="000080"/>
                </a:solidFill>
                <a:highlight>
                  <a:srgbClr val="FFFFFF"/>
                </a:highlight>
                <a:latin typeface="黑体" panose="02010609060101010101" pitchFamily="49" charset="-122"/>
                <a:ea typeface="黑体" panose="02010609060101010101" pitchFamily="49" charset="-122"/>
                <a:cs typeface="隶书" panose="02010509060101010101" charset="-122"/>
                <a:sym typeface="+mn-ea"/>
              </a:rPr>
              <a:t>()</a:t>
            </a:r>
          </a:p>
          <a:p>
            <a:r>
              <a:rPr lang="en-US" altLang="zh-CN" sz="2000" b="1" dirty="0">
                <a:solidFill>
                  <a:srgbClr val="000080"/>
                </a:solidFill>
                <a:highlight>
                  <a:srgbClr val="FFFFFF"/>
                </a:highlight>
                <a:latin typeface="黑体" panose="02010609060101010101" pitchFamily="49" charset="-122"/>
                <a:ea typeface="黑体" panose="02010609060101010101" pitchFamily="49" charset="-122"/>
                <a:cs typeface="隶书" panose="02010509060101010101" charset="-122"/>
                <a:sym typeface="+mn-ea"/>
              </a:rPr>
              <a:t>{</a:t>
            </a:r>
            <a:endParaRPr lang="en-US" altLang="zh-CN" sz="2000" dirty="0">
              <a:solidFill>
                <a:srgbClr val="000000"/>
              </a:solidFill>
              <a:highlight>
                <a:srgbClr val="FFFFFF"/>
              </a:highlight>
              <a:latin typeface="黑体" panose="02010609060101010101" pitchFamily="49" charset="-122"/>
              <a:ea typeface="黑体" panose="02010609060101010101" pitchFamily="49" charset="-122"/>
              <a:cs typeface="隶书" panose="02010509060101010101" charset="-122"/>
            </a:endParaRPr>
          </a:p>
          <a:p>
            <a:r>
              <a:rPr lang="en-US" altLang="zh-CN" sz="2000" dirty="0">
                <a:solidFill>
                  <a:srgbClr val="000000"/>
                </a:solidFill>
                <a:highlight>
                  <a:srgbClr val="FFFFFF"/>
                </a:highlight>
                <a:latin typeface="黑体" panose="02010609060101010101" pitchFamily="49" charset="-122"/>
                <a:ea typeface="黑体" panose="02010609060101010101" pitchFamily="49" charset="-122"/>
                <a:cs typeface="隶书" panose="02010509060101010101" charset="-122"/>
                <a:sym typeface="+mn-ea"/>
              </a:rPr>
              <a:t> </a:t>
            </a:r>
            <a:r>
              <a:rPr lang="en-US" altLang="zh-CN" sz="2000" dirty="0" smtClean="0">
                <a:solidFill>
                  <a:srgbClr val="000000"/>
                </a:solidFill>
                <a:highlight>
                  <a:srgbClr val="FFFFFF"/>
                </a:highlight>
                <a:latin typeface="黑体" panose="02010609060101010101" pitchFamily="49" charset="-122"/>
                <a:ea typeface="黑体" panose="02010609060101010101" pitchFamily="49" charset="-122"/>
                <a:cs typeface="隶书" panose="02010509060101010101" charset="-122"/>
                <a:sym typeface="+mn-ea"/>
              </a:rPr>
              <a:t>    </a:t>
            </a:r>
            <a:r>
              <a:rPr lang="en-US" altLang="zh-CN" sz="2000" dirty="0" smtClean="0">
                <a:solidFill>
                  <a:srgbClr val="8000FF"/>
                </a:solidFill>
                <a:highlight>
                  <a:srgbClr val="FFFFFF"/>
                </a:highlight>
                <a:latin typeface="黑体" panose="02010609060101010101" pitchFamily="49" charset="-122"/>
                <a:ea typeface="黑体" panose="02010609060101010101" pitchFamily="49" charset="-122"/>
                <a:cs typeface="隶书" panose="02010509060101010101" charset="-122"/>
                <a:sym typeface="+mn-ea"/>
              </a:rPr>
              <a:t>char</a:t>
            </a:r>
            <a:r>
              <a:rPr lang="en-US" altLang="zh-CN" sz="2000" dirty="0" smtClean="0">
                <a:solidFill>
                  <a:srgbClr val="000000"/>
                </a:solidFill>
                <a:highlight>
                  <a:srgbClr val="FFFFFF"/>
                </a:highlight>
                <a:latin typeface="黑体" panose="02010609060101010101" pitchFamily="49" charset="-122"/>
                <a:ea typeface="黑体" panose="02010609060101010101" pitchFamily="49" charset="-122"/>
                <a:cs typeface="隶书" panose="02010509060101010101" charset="-122"/>
                <a:sym typeface="+mn-ea"/>
              </a:rPr>
              <a:t> </a:t>
            </a:r>
            <a:r>
              <a:rPr lang="en-US" altLang="zh-CN" sz="2000" dirty="0" err="1">
                <a:solidFill>
                  <a:srgbClr val="000000"/>
                </a:solidFill>
                <a:highlight>
                  <a:srgbClr val="FFFFFF"/>
                </a:highlight>
                <a:latin typeface="黑体" panose="02010609060101010101" pitchFamily="49" charset="-122"/>
                <a:ea typeface="黑体" panose="02010609060101010101" pitchFamily="49" charset="-122"/>
                <a:cs typeface="隶书" panose="02010509060101010101" charset="-122"/>
                <a:sym typeface="+mn-ea"/>
              </a:rPr>
              <a:t>st</a:t>
            </a:r>
            <a:r>
              <a:rPr lang="en-US" altLang="zh-CN" sz="2000" b="1" dirty="0">
                <a:solidFill>
                  <a:srgbClr val="000080"/>
                </a:solidFill>
                <a:highlight>
                  <a:srgbClr val="FFFFFF"/>
                </a:highlight>
                <a:latin typeface="黑体" panose="02010609060101010101" pitchFamily="49" charset="-122"/>
                <a:ea typeface="黑体" panose="02010609060101010101" pitchFamily="49" charset="-122"/>
                <a:cs typeface="隶书" panose="02010509060101010101" charset="-122"/>
                <a:sym typeface="+mn-ea"/>
              </a:rPr>
              <a:t>[</a:t>
            </a:r>
            <a:r>
              <a:rPr lang="en-US" altLang="zh-CN" sz="2000" dirty="0">
                <a:solidFill>
                  <a:srgbClr val="FF8000"/>
                </a:solidFill>
                <a:highlight>
                  <a:srgbClr val="FFFFFF"/>
                </a:highlight>
                <a:latin typeface="黑体" panose="02010609060101010101" pitchFamily="49" charset="-122"/>
                <a:ea typeface="黑体" panose="02010609060101010101" pitchFamily="49" charset="-122"/>
                <a:cs typeface="隶书" panose="02010509060101010101" charset="-122"/>
                <a:sym typeface="+mn-ea"/>
              </a:rPr>
              <a:t>100</a:t>
            </a:r>
            <a:r>
              <a:rPr lang="en-US" altLang="zh-CN" sz="2000" b="1" dirty="0">
                <a:solidFill>
                  <a:srgbClr val="000080"/>
                </a:solidFill>
                <a:highlight>
                  <a:srgbClr val="FFFFFF"/>
                </a:highlight>
                <a:latin typeface="黑体" panose="02010609060101010101" pitchFamily="49" charset="-122"/>
                <a:ea typeface="黑体" panose="02010609060101010101" pitchFamily="49" charset="-122"/>
                <a:cs typeface="隶书" panose="02010509060101010101" charset="-122"/>
                <a:sym typeface="+mn-ea"/>
              </a:rPr>
              <a:t>];</a:t>
            </a:r>
            <a:endParaRPr lang="en-US" altLang="zh-CN" sz="2000" dirty="0">
              <a:solidFill>
                <a:srgbClr val="000000"/>
              </a:solidFill>
              <a:highlight>
                <a:srgbClr val="FFFFFF"/>
              </a:highlight>
              <a:latin typeface="黑体" panose="02010609060101010101" pitchFamily="49" charset="-122"/>
              <a:ea typeface="黑体" panose="02010609060101010101" pitchFamily="49" charset="-122"/>
              <a:cs typeface="隶书" panose="02010509060101010101" charset="-122"/>
            </a:endParaRPr>
          </a:p>
          <a:p>
            <a:r>
              <a:rPr lang="en-US" altLang="zh-CN" sz="2000" dirty="0" smtClean="0">
                <a:solidFill>
                  <a:srgbClr val="000000"/>
                </a:solidFill>
                <a:highlight>
                  <a:srgbClr val="FFFFFF"/>
                </a:highlight>
                <a:latin typeface="黑体" panose="02010609060101010101" pitchFamily="49" charset="-122"/>
                <a:ea typeface="黑体" panose="02010609060101010101" pitchFamily="49" charset="-122"/>
                <a:cs typeface="隶书" panose="02010509060101010101" charset="-122"/>
                <a:sym typeface="+mn-ea"/>
              </a:rPr>
              <a:t>     </a:t>
            </a:r>
            <a:r>
              <a:rPr lang="en-US" altLang="zh-CN" sz="2000" dirty="0" err="1" smtClean="0">
                <a:solidFill>
                  <a:srgbClr val="000000"/>
                </a:solidFill>
                <a:highlight>
                  <a:srgbClr val="FFFFFF"/>
                </a:highlight>
                <a:latin typeface="黑体" panose="02010609060101010101" pitchFamily="49" charset="-122"/>
                <a:ea typeface="黑体" panose="02010609060101010101" pitchFamily="49" charset="-122"/>
                <a:cs typeface="隶书" panose="02010509060101010101" charset="-122"/>
                <a:sym typeface="+mn-ea"/>
              </a:rPr>
              <a:t>cin</a:t>
            </a:r>
            <a:r>
              <a:rPr lang="en-US" altLang="zh-CN" sz="2000" dirty="0" smtClean="0">
                <a:solidFill>
                  <a:srgbClr val="000000"/>
                </a:solidFill>
                <a:highlight>
                  <a:srgbClr val="FFFFFF"/>
                </a:highlight>
                <a:latin typeface="黑体" panose="02010609060101010101" pitchFamily="49" charset="-122"/>
                <a:ea typeface="黑体" panose="02010609060101010101" pitchFamily="49" charset="-122"/>
                <a:cs typeface="隶书" panose="02010509060101010101" charset="-122"/>
                <a:sym typeface="+mn-ea"/>
              </a:rPr>
              <a:t>&gt;&gt;</a:t>
            </a:r>
            <a:r>
              <a:rPr lang="en-US" altLang="zh-CN" sz="2000" dirty="0" err="1" smtClean="0">
                <a:solidFill>
                  <a:srgbClr val="000000"/>
                </a:solidFill>
                <a:highlight>
                  <a:srgbClr val="FFFFFF"/>
                </a:highlight>
                <a:latin typeface="黑体" panose="02010609060101010101" pitchFamily="49" charset="-122"/>
                <a:ea typeface="黑体" panose="02010609060101010101" pitchFamily="49" charset="-122"/>
                <a:cs typeface="隶书" panose="02010509060101010101" charset="-122"/>
                <a:sym typeface="+mn-ea"/>
              </a:rPr>
              <a:t>st</a:t>
            </a:r>
            <a:r>
              <a:rPr lang="en-US" altLang="zh-CN" sz="2000" dirty="0" smtClean="0">
                <a:solidFill>
                  <a:srgbClr val="000000"/>
                </a:solidFill>
                <a:highlight>
                  <a:srgbClr val="FFFFFF"/>
                </a:highlight>
                <a:latin typeface="黑体" panose="02010609060101010101" pitchFamily="49" charset="-122"/>
                <a:ea typeface="黑体" panose="02010609060101010101" pitchFamily="49" charset="-122"/>
                <a:cs typeface="隶书" panose="02010509060101010101" charset="-122"/>
                <a:sym typeface="+mn-ea"/>
              </a:rPr>
              <a:t>;</a:t>
            </a:r>
            <a:endParaRPr lang="en-US" altLang="zh-CN" sz="2000" dirty="0">
              <a:solidFill>
                <a:srgbClr val="000000"/>
              </a:solidFill>
              <a:highlight>
                <a:srgbClr val="FFFFFF"/>
              </a:highlight>
              <a:latin typeface="黑体" panose="02010609060101010101" pitchFamily="49" charset="-122"/>
              <a:ea typeface="黑体" panose="02010609060101010101" pitchFamily="49" charset="-122"/>
              <a:cs typeface="隶书" panose="02010509060101010101" charset="-122"/>
            </a:endParaRPr>
          </a:p>
          <a:p>
            <a:r>
              <a:rPr lang="en-US" altLang="zh-CN" sz="2000" dirty="0" smtClean="0">
                <a:solidFill>
                  <a:srgbClr val="000000"/>
                </a:solidFill>
                <a:highlight>
                  <a:srgbClr val="FFFFFF"/>
                </a:highlight>
                <a:latin typeface="黑体" panose="02010609060101010101" pitchFamily="49" charset="-122"/>
                <a:ea typeface="黑体" panose="02010609060101010101" pitchFamily="49" charset="-122"/>
                <a:cs typeface="隶书" panose="02010509060101010101" charset="-122"/>
                <a:sym typeface="+mn-ea"/>
              </a:rPr>
              <a:t>     </a:t>
            </a:r>
            <a:r>
              <a:rPr lang="en-US" altLang="zh-CN" sz="2000" b="1" dirty="0" smtClean="0">
                <a:solidFill>
                  <a:srgbClr val="0000FF"/>
                </a:solidFill>
                <a:highlight>
                  <a:srgbClr val="FFFFFF"/>
                </a:highlight>
                <a:latin typeface="黑体" panose="02010609060101010101" pitchFamily="49" charset="-122"/>
                <a:ea typeface="黑体" panose="02010609060101010101" pitchFamily="49" charset="-122"/>
                <a:cs typeface="隶书" panose="02010509060101010101" charset="-122"/>
                <a:sym typeface="+mn-ea"/>
              </a:rPr>
              <a:t>for</a:t>
            </a:r>
            <a:r>
              <a:rPr lang="en-US" altLang="zh-CN" sz="2000" b="1" dirty="0" smtClean="0">
                <a:solidFill>
                  <a:srgbClr val="000080"/>
                </a:solidFill>
                <a:highlight>
                  <a:srgbClr val="FFFFFF"/>
                </a:highlight>
                <a:latin typeface="黑体" panose="02010609060101010101" pitchFamily="49" charset="-122"/>
                <a:ea typeface="黑体" panose="02010609060101010101" pitchFamily="49" charset="-122"/>
                <a:cs typeface="隶书" panose="02010509060101010101" charset="-122"/>
                <a:sym typeface="+mn-ea"/>
              </a:rPr>
              <a:t>(</a:t>
            </a:r>
            <a:r>
              <a:rPr lang="en-US" altLang="zh-CN" sz="2000" dirty="0" err="1" smtClean="0">
                <a:solidFill>
                  <a:srgbClr val="8000FF"/>
                </a:solidFill>
                <a:highlight>
                  <a:srgbClr val="FFFFFF"/>
                </a:highlight>
                <a:latin typeface="黑体" panose="02010609060101010101" pitchFamily="49" charset="-122"/>
                <a:ea typeface="黑体" panose="02010609060101010101" pitchFamily="49" charset="-122"/>
                <a:cs typeface="隶书" panose="02010509060101010101" charset="-122"/>
                <a:sym typeface="+mn-ea"/>
              </a:rPr>
              <a:t>int</a:t>
            </a:r>
            <a:r>
              <a:rPr lang="en-US" altLang="zh-CN" sz="2000" dirty="0" smtClean="0">
                <a:solidFill>
                  <a:srgbClr val="000000"/>
                </a:solidFill>
                <a:highlight>
                  <a:srgbClr val="FFFFFF"/>
                </a:highlight>
                <a:latin typeface="黑体" panose="02010609060101010101" pitchFamily="49" charset="-122"/>
                <a:ea typeface="黑体" panose="02010609060101010101" pitchFamily="49" charset="-122"/>
                <a:cs typeface="隶书" panose="02010509060101010101" charset="-122"/>
                <a:sym typeface="+mn-ea"/>
              </a:rPr>
              <a:t> </a:t>
            </a:r>
            <a:r>
              <a:rPr lang="en-US" altLang="zh-CN" sz="2000" dirty="0" err="1">
                <a:solidFill>
                  <a:srgbClr val="000000"/>
                </a:solidFill>
                <a:highlight>
                  <a:srgbClr val="FFFFFF"/>
                </a:highlight>
                <a:latin typeface="黑体" panose="02010609060101010101" pitchFamily="49" charset="-122"/>
                <a:ea typeface="黑体" panose="02010609060101010101" pitchFamily="49" charset="-122"/>
                <a:cs typeface="隶书" panose="02010509060101010101" charset="-122"/>
                <a:sym typeface="+mn-ea"/>
              </a:rPr>
              <a:t>i</a:t>
            </a:r>
            <a:r>
              <a:rPr lang="en-US" altLang="zh-CN" sz="2000" b="1" dirty="0">
                <a:solidFill>
                  <a:srgbClr val="000080"/>
                </a:solidFill>
                <a:highlight>
                  <a:srgbClr val="FFFFFF"/>
                </a:highlight>
                <a:latin typeface="黑体" panose="02010609060101010101" pitchFamily="49" charset="-122"/>
                <a:ea typeface="黑体" panose="02010609060101010101" pitchFamily="49" charset="-122"/>
                <a:cs typeface="隶书" panose="02010509060101010101" charset="-122"/>
                <a:sym typeface="+mn-ea"/>
              </a:rPr>
              <a:t>=</a:t>
            </a:r>
            <a:r>
              <a:rPr lang="en-US" altLang="zh-CN" sz="2000" dirty="0">
                <a:solidFill>
                  <a:srgbClr val="FF8000"/>
                </a:solidFill>
                <a:highlight>
                  <a:srgbClr val="FFFFFF"/>
                </a:highlight>
                <a:latin typeface="黑体" panose="02010609060101010101" pitchFamily="49" charset="-122"/>
                <a:ea typeface="黑体" panose="02010609060101010101" pitchFamily="49" charset="-122"/>
                <a:cs typeface="隶书" panose="02010509060101010101" charset="-122"/>
                <a:sym typeface="+mn-ea"/>
              </a:rPr>
              <a:t>0</a:t>
            </a:r>
            <a:r>
              <a:rPr lang="en-US" altLang="zh-CN" sz="2000" b="1" dirty="0">
                <a:solidFill>
                  <a:srgbClr val="000080"/>
                </a:solidFill>
                <a:highlight>
                  <a:srgbClr val="FFFFFF"/>
                </a:highlight>
                <a:latin typeface="黑体" panose="02010609060101010101" pitchFamily="49" charset="-122"/>
                <a:ea typeface="黑体" panose="02010609060101010101" pitchFamily="49" charset="-122"/>
                <a:cs typeface="隶书" panose="02010509060101010101" charset="-122"/>
                <a:sym typeface="+mn-ea"/>
              </a:rPr>
              <a:t>;</a:t>
            </a:r>
            <a:r>
              <a:rPr lang="en-US" altLang="zh-CN" sz="2000" dirty="0">
                <a:solidFill>
                  <a:srgbClr val="000000"/>
                </a:solidFill>
                <a:highlight>
                  <a:srgbClr val="FFFFFF"/>
                </a:highlight>
                <a:latin typeface="黑体" panose="02010609060101010101" pitchFamily="49" charset="-122"/>
                <a:ea typeface="黑体" panose="02010609060101010101" pitchFamily="49" charset="-122"/>
                <a:cs typeface="隶书" panose="02010509060101010101" charset="-122"/>
                <a:sym typeface="+mn-ea"/>
              </a:rPr>
              <a:t>i</a:t>
            </a:r>
            <a:r>
              <a:rPr lang="en-US" altLang="zh-CN" sz="2000" b="1" dirty="0">
                <a:solidFill>
                  <a:srgbClr val="000080"/>
                </a:solidFill>
                <a:highlight>
                  <a:srgbClr val="FFFFFF"/>
                </a:highlight>
                <a:latin typeface="黑体" panose="02010609060101010101" pitchFamily="49" charset="-122"/>
                <a:ea typeface="黑体" panose="02010609060101010101" pitchFamily="49" charset="-122"/>
                <a:cs typeface="隶书" panose="02010509060101010101" charset="-122"/>
                <a:sym typeface="+mn-ea"/>
              </a:rPr>
              <a:t>&lt;</a:t>
            </a:r>
            <a:r>
              <a:rPr lang="en-US" altLang="zh-CN" sz="2000" dirty="0" err="1">
                <a:solidFill>
                  <a:srgbClr val="000000"/>
                </a:solidFill>
                <a:highlight>
                  <a:srgbClr val="FFFFFF"/>
                </a:highlight>
                <a:latin typeface="黑体" panose="02010609060101010101" pitchFamily="49" charset="-122"/>
                <a:ea typeface="黑体" panose="02010609060101010101" pitchFamily="49" charset="-122"/>
                <a:cs typeface="隶书" panose="02010509060101010101" charset="-122"/>
                <a:sym typeface="+mn-ea"/>
              </a:rPr>
              <a:t>strlen</a:t>
            </a:r>
            <a:r>
              <a:rPr lang="en-US" altLang="zh-CN" sz="2000" b="1" dirty="0">
                <a:solidFill>
                  <a:srgbClr val="000080"/>
                </a:solidFill>
                <a:highlight>
                  <a:srgbClr val="FFFFFF"/>
                </a:highlight>
                <a:latin typeface="黑体" panose="02010609060101010101" pitchFamily="49" charset="-122"/>
                <a:ea typeface="黑体" panose="02010609060101010101" pitchFamily="49" charset="-122"/>
                <a:cs typeface="隶书" panose="02010509060101010101" charset="-122"/>
                <a:sym typeface="+mn-ea"/>
              </a:rPr>
              <a:t>(</a:t>
            </a:r>
            <a:r>
              <a:rPr lang="en-US" altLang="zh-CN" sz="2000" dirty="0" err="1">
                <a:solidFill>
                  <a:srgbClr val="000000"/>
                </a:solidFill>
                <a:highlight>
                  <a:srgbClr val="FFFFFF"/>
                </a:highlight>
                <a:latin typeface="黑体" panose="02010609060101010101" pitchFamily="49" charset="-122"/>
                <a:ea typeface="黑体" panose="02010609060101010101" pitchFamily="49" charset="-122"/>
                <a:cs typeface="隶书" panose="02010509060101010101" charset="-122"/>
                <a:sym typeface="+mn-ea"/>
              </a:rPr>
              <a:t>st</a:t>
            </a:r>
            <a:r>
              <a:rPr lang="en-US" altLang="zh-CN" sz="2000" b="1" dirty="0">
                <a:solidFill>
                  <a:srgbClr val="000080"/>
                </a:solidFill>
                <a:highlight>
                  <a:srgbClr val="FFFFFF"/>
                </a:highlight>
                <a:latin typeface="黑体" panose="02010609060101010101" pitchFamily="49" charset="-122"/>
                <a:ea typeface="黑体" panose="02010609060101010101" pitchFamily="49" charset="-122"/>
                <a:cs typeface="隶书" panose="02010509060101010101" charset="-122"/>
                <a:sym typeface="+mn-ea"/>
              </a:rPr>
              <a:t>);</a:t>
            </a:r>
            <a:r>
              <a:rPr lang="en-US" altLang="zh-CN" sz="2000" dirty="0" err="1">
                <a:solidFill>
                  <a:srgbClr val="000000"/>
                </a:solidFill>
                <a:highlight>
                  <a:srgbClr val="FFFFFF"/>
                </a:highlight>
                <a:latin typeface="黑体" panose="02010609060101010101" pitchFamily="49" charset="-122"/>
                <a:ea typeface="黑体" panose="02010609060101010101" pitchFamily="49" charset="-122"/>
                <a:cs typeface="隶书" panose="02010509060101010101" charset="-122"/>
                <a:sym typeface="+mn-ea"/>
              </a:rPr>
              <a:t>i</a:t>
            </a:r>
            <a:r>
              <a:rPr lang="en-US" altLang="zh-CN" sz="2000" b="1" dirty="0">
                <a:solidFill>
                  <a:srgbClr val="000080"/>
                </a:solidFill>
                <a:highlight>
                  <a:srgbClr val="FFFFFF"/>
                </a:highlight>
                <a:latin typeface="黑体" panose="02010609060101010101" pitchFamily="49" charset="-122"/>
                <a:ea typeface="黑体" panose="02010609060101010101" pitchFamily="49" charset="-122"/>
                <a:cs typeface="隶书" panose="02010509060101010101" charset="-122"/>
                <a:sym typeface="+mn-ea"/>
              </a:rPr>
              <a:t>++)</a:t>
            </a:r>
            <a:endParaRPr lang="en-US" altLang="zh-CN" sz="2000" dirty="0">
              <a:solidFill>
                <a:srgbClr val="000000"/>
              </a:solidFill>
              <a:highlight>
                <a:srgbClr val="FFFFFF"/>
              </a:highlight>
              <a:latin typeface="黑体" panose="02010609060101010101" pitchFamily="49" charset="-122"/>
              <a:ea typeface="黑体" panose="02010609060101010101" pitchFamily="49" charset="-122"/>
              <a:cs typeface="隶书" panose="02010509060101010101" charset="-122"/>
            </a:endParaRPr>
          </a:p>
          <a:p>
            <a:r>
              <a:rPr lang="en-US" altLang="zh-CN" sz="2000" dirty="0">
                <a:solidFill>
                  <a:srgbClr val="000000"/>
                </a:solidFill>
                <a:highlight>
                  <a:srgbClr val="FFFFFF"/>
                </a:highlight>
                <a:latin typeface="黑体" panose="02010609060101010101" pitchFamily="49" charset="-122"/>
                <a:ea typeface="黑体" panose="02010609060101010101" pitchFamily="49" charset="-122"/>
                <a:cs typeface="隶书" panose="02010509060101010101" charset="-122"/>
                <a:sym typeface="+mn-ea"/>
              </a:rPr>
              <a:t>	</a:t>
            </a:r>
            <a:r>
              <a:rPr lang="en-US" altLang="zh-CN" sz="2000" dirty="0" smtClean="0">
                <a:solidFill>
                  <a:srgbClr val="000000"/>
                </a:solidFill>
                <a:highlight>
                  <a:srgbClr val="FFFFFF"/>
                </a:highlight>
                <a:latin typeface="黑体" panose="02010609060101010101" pitchFamily="49" charset="-122"/>
                <a:ea typeface="黑体" panose="02010609060101010101" pitchFamily="49" charset="-122"/>
                <a:cs typeface="隶书" panose="02010509060101010101" charset="-122"/>
                <a:sym typeface="+mn-ea"/>
              </a:rPr>
              <a:t> </a:t>
            </a:r>
            <a:r>
              <a:rPr lang="en-US" altLang="zh-CN" sz="2000" dirty="0" err="1" smtClean="0">
                <a:solidFill>
                  <a:srgbClr val="000000"/>
                </a:solidFill>
                <a:highlight>
                  <a:srgbClr val="FFFFFF"/>
                </a:highlight>
                <a:latin typeface="黑体" panose="02010609060101010101" pitchFamily="49" charset="-122"/>
                <a:ea typeface="黑体" panose="02010609060101010101" pitchFamily="49" charset="-122"/>
                <a:cs typeface="隶书" panose="02010509060101010101" charset="-122"/>
                <a:sym typeface="+mn-ea"/>
              </a:rPr>
              <a:t>printf</a:t>
            </a:r>
            <a:r>
              <a:rPr lang="en-US" altLang="zh-CN" sz="2000" b="1" dirty="0">
                <a:solidFill>
                  <a:srgbClr val="000080"/>
                </a:solidFill>
                <a:highlight>
                  <a:srgbClr val="FFFFFF"/>
                </a:highlight>
                <a:latin typeface="黑体" panose="02010609060101010101" pitchFamily="49" charset="-122"/>
                <a:ea typeface="黑体" panose="02010609060101010101" pitchFamily="49" charset="-122"/>
                <a:cs typeface="隶书" panose="02010509060101010101" charset="-122"/>
                <a:sym typeface="+mn-ea"/>
              </a:rPr>
              <a:t>(</a:t>
            </a:r>
            <a:r>
              <a:rPr lang="en-US" altLang="zh-CN" sz="2000" dirty="0">
                <a:solidFill>
                  <a:srgbClr val="808080"/>
                </a:solidFill>
                <a:highlight>
                  <a:srgbClr val="FFFFFF"/>
                </a:highlight>
                <a:latin typeface="黑体" panose="02010609060101010101" pitchFamily="49" charset="-122"/>
                <a:ea typeface="黑体" panose="02010609060101010101" pitchFamily="49" charset="-122"/>
                <a:cs typeface="隶书" panose="02010509060101010101" charset="-122"/>
                <a:sym typeface="+mn-ea"/>
              </a:rPr>
              <a:t>"%c"</a:t>
            </a:r>
            <a:r>
              <a:rPr lang="en-US" altLang="zh-CN" sz="2000" b="1" dirty="0">
                <a:solidFill>
                  <a:srgbClr val="000080"/>
                </a:solidFill>
                <a:highlight>
                  <a:srgbClr val="FFFFFF"/>
                </a:highlight>
                <a:latin typeface="黑体" panose="02010609060101010101" pitchFamily="49" charset="-122"/>
                <a:ea typeface="黑体" panose="02010609060101010101" pitchFamily="49" charset="-122"/>
                <a:cs typeface="隶书" panose="02010509060101010101" charset="-122"/>
                <a:sym typeface="+mn-ea"/>
              </a:rPr>
              <a:t>,</a:t>
            </a:r>
            <a:r>
              <a:rPr lang="en-US" altLang="zh-CN" sz="2000" dirty="0" err="1">
                <a:solidFill>
                  <a:srgbClr val="000000"/>
                </a:solidFill>
                <a:highlight>
                  <a:srgbClr val="FFFFFF"/>
                </a:highlight>
                <a:latin typeface="黑体" panose="02010609060101010101" pitchFamily="49" charset="-122"/>
                <a:ea typeface="黑体" panose="02010609060101010101" pitchFamily="49" charset="-122"/>
                <a:cs typeface="隶书" panose="02010509060101010101" charset="-122"/>
                <a:sym typeface="+mn-ea"/>
              </a:rPr>
              <a:t>st</a:t>
            </a:r>
            <a:r>
              <a:rPr lang="en-US" altLang="zh-CN" sz="2000" b="1" dirty="0">
                <a:solidFill>
                  <a:srgbClr val="000080"/>
                </a:solidFill>
                <a:highlight>
                  <a:srgbClr val="FFFFFF"/>
                </a:highlight>
                <a:latin typeface="黑体" panose="02010609060101010101" pitchFamily="49" charset="-122"/>
                <a:ea typeface="黑体" panose="02010609060101010101" pitchFamily="49" charset="-122"/>
                <a:cs typeface="隶书" panose="02010509060101010101" charset="-122"/>
                <a:sym typeface="+mn-ea"/>
              </a:rPr>
              <a:t>[</a:t>
            </a:r>
            <a:r>
              <a:rPr lang="en-US" altLang="zh-CN" sz="2000" dirty="0" err="1">
                <a:solidFill>
                  <a:srgbClr val="000000"/>
                </a:solidFill>
                <a:highlight>
                  <a:srgbClr val="FFFFFF"/>
                </a:highlight>
                <a:latin typeface="黑体" panose="02010609060101010101" pitchFamily="49" charset="-122"/>
                <a:ea typeface="黑体" panose="02010609060101010101" pitchFamily="49" charset="-122"/>
                <a:cs typeface="隶书" panose="02010509060101010101" charset="-122"/>
                <a:sym typeface="+mn-ea"/>
              </a:rPr>
              <a:t>i</a:t>
            </a:r>
            <a:r>
              <a:rPr lang="en-US" altLang="zh-CN" sz="2000" b="1" dirty="0">
                <a:solidFill>
                  <a:srgbClr val="000080"/>
                </a:solidFill>
                <a:highlight>
                  <a:srgbClr val="FFFFFF"/>
                </a:highlight>
                <a:latin typeface="黑体" panose="02010609060101010101" pitchFamily="49" charset="-122"/>
                <a:ea typeface="黑体" panose="02010609060101010101" pitchFamily="49" charset="-122"/>
                <a:cs typeface="隶书" panose="02010509060101010101" charset="-122"/>
                <a:sym typeface="+mn-ea"/>
              </a:rPr>
              <a:t>]);</a:t>
            </a:r>
            <a:endParaRPr lang="en-US" altLang="zh-CN" sz="2000" dirty="0">
              <a:solidFill>
                <a:srgbClr val="000000"/>
              </a:solidFill>
              <a:highlight>
                <a:srgbClr val="FFFFFF"/>
              </a:highlight>
              <a:latin typeface="黑体" panose="02010609060101010101" pitchFamily="49" charset="-122"/>
              <a:ea typeface="黑体" panose="02010609060101010101" pitchFamily="49" charset="-122"/>
              <a:cs typeface="隶书" panose="02010509060101010101" charset="-122"/>
            </a:endParaRPr>
          </a:p>
          <a:p>
            <a:r>
              <a:rPr lang="en-US" altLang="zh-CN" sz="2000" dirty="0" smtClean="0">
                <a:solidFill>
                  <a:srgbClr val="000000"/>
                </a:solidFill>
                <a:highlight>
                  <a:srgbClr val="FFFFFF"/>
                </a:highlight>
                <a:latin typeface="黑体" panose="02010609060101010101" pitchFamily="49" charset="-122"/>
                <a:ea typeface="黑体" panose="02010609060101010101" pitchFamily="49" charset="-122"/>
                <a:cs typeface="隶书" panose="02010509060101010101" charset="-122"/>
                <a:sym typeface="+mn-ea"/>
              </a:rPr>
              <a:t>     </a:t>
            </a:r>
            <a:r>
              <a:rPr lang="en-US" altLang="zh-CN" sz="2000" b="1" dirty="0" smtClean="0">
                <a:solidFill>
                  <a:srgbClr val="0000FF"/>
                </a:solidFill>
                <a:highlight>
                  <a:srgbClr val="FFFFFF"/>
                </a:highlight>
                <a:latin typeface="黑体" panose="02010609060101010101" pitchFamily="49" charset="-122"/>
                <a:ea typeface="黑体" panose="02010609060101010101" pitchFamily="49" charset="-122"/>
                <a:cs typeface="隶书" panose="02010509060101010101" charset="-122"/>
                <a:sym typeface="+mn-ea"/>
              </a:rPr>
              <a:t>return</a:t>
            </a:r>
            <a:r>
              <a:rPr lang="en-US" altLang="zh-CN" sz="2000" dirty="0" smtClean="0">
                <a:solidFill>
                  <a:srgbClr val="000000"/>
                </a:solidFill>
                <a:highlight>
                  <a:srgbClr val="FFFFFF"/>
                </a:highlight>
                <a:latin typeface="黑体" panose="02010609060101010101" pitchFamily="49" charset="-122"/>
                <a:ea typeface="黑体" panose="02010609060101010101" pitchFamily="49" charset="-122"/>
                <a:cs typeface="隶书" panose="02010509060101010101" charset="-122"/>
                <a:sym typeface="+mn-ea"/>
              </a:rPr>
              <a:t> </a:t>
            </a:r>
            <a:r>
              <a:rPr lang="en-US" altLang="zh-CN" sz="2000" dirty="0">
                <a:solidFill>
                  <a:srgbClr val="FF8000"/>
                </a:solidFill>
                <a:highlight>
                  <a:srgbClr val="FFFFFF"/>
                </a:highlight>
                <a:latin typeface="黑体" panose="02010609060101010101" pitchFamily="49" charset="-122"/>
                <a:ea typeface="黑体" panose="02010609060101010101" pitchFamily="49" charset="-122"/>
                <a:cs typeface="隶书" panose="02010509060101010101" charset="-122"/>
                <a:sym typeface="+mn-ea"/>
              </a:rPr>
              <a:t>0</a:t>
            </a:r>
            <a:r>
              <a:rPr lang="en-US" altLang="zh-CN" sz="2000" b="1" dirty="0" smtClean="0">
                <a:solidFill>
                  <a:srgbClr val="000080"/>
                </a:solidFill>
                <a:highlight>
                  <a:srgbClr val="FFFFFF"/>
                </a:highlight>
                <a:latin typeface="黑体" panose="02010609060101010101" pitchFamily="49" charset="-122"/>
                <a:ea typeface="黑体" panose="02010609060101010101" pitchFamily="49" charset="-122"/>
                <a:cs typeface="隶书" panose="02010509060101010101" charset="-122"/>
                <a:sym typeface="+mn-ea"/>
              </a:rPr>
              <a:t>;</a:t>
            </a:r>
          </a:p>
          <a:p>
            <a:r>
              <a:rPr lang="en-US" altLang="zh-CN" sz="2000" b="1" dirty="0" smtClean="0">
                <a:solidFill>
                  <a:srgbClr val="000080"/>
                </a:solidFill>
                <a:highlight>
                  <a:srgbClr val="FFFFFF"/>
                </a:highlight>
                <a:latin typeface="黑体" panose="02010609060101010101" pitchFamily="49" charset="-122"/>
                <a:ea typeface="黑体" panose="02010609060101010101" pitchFamily="49" charset="-122"/>
                <a:cs typeface="隶书" panose="02010509060101010101" charset="-122"/>
                <a:sym typeface="+mn-ea"/>
              </a:rPr>
              <a:t>}</a:t>
            </a:r>
            <a:endParaRPr lang="zh-CN" altLang="en-US" sz="2000" dirty="0">
              <a:latin typeface="黑体" panose="02010609060101010101" pitchFamily="49" charset="-122"/>
              <a:ea typeface="黑体" panose="02010609060101010101" pitchFamily="49" charset="-122"/>
              <a:cs typeface="隶书" panose="02010509060101010101" charset="-122"/>
            </a:endParaRPr>
          </a:p>
        </p:txBody>
      </p:sp>
      <p:sp>
        <p:nvSpPr>
          <p:cNvPr id="8" name="矩形 7"/>
          <p:cNvSpPr/>
          <p:nvPr/>
        </p:nvSpPr>
        <p:spPr>
          <a:xfrm>
            <a:off x="4650740" y="1665104"/>
            <a:ext cx="4460468" cy="1077218"/>
          </a:xfrm>
          <a:prstGeom prst="rect">
            <a:avLst/>
          </a:prstGeom>
        </p:spPr>
        <p:txBody>
          <a:bodyPr wrap="square">
            <a:spAutoFit/>
          </a:bodyPr>
          <a:lstStyle/>
          <a:p>
            <a:r>
              <a:rPr lang="zh-CN" altLang="en-US" sz="3200" b="1" dirty="0" smtClean="0">
                <a:solidFill>
                  <a:srgbClr val="C00000"/>
                </a:solidFill>
                <a:highlight>
                  <a:srgbClr val="FFFFFF"/>
                </a:highlight>
                <a:latin typeface="隶书" panose="02010509060101010101" charset="-122"/>
                <a:ea typeface="隶书" panose="02010509060101010101" charset="-122"/>
                <a:cs typeface="隶书" panose="02010509060101010101" charset="-122"/>
                <a:sym typeface="+mn-ea"/>
              </a:rPr>
              <a:t>求字符串长度函数</a:t>
            </a:r>
            <a:r>
              <a:rPr lang="en-US" altLang="zh-CN" sz="3200" b="1" dirty="0" err="1" smtClean="0">
                <a:solidFill>
                  <a:srgbClr val="C00000"/>
                </a:solidFill>
                <a:highlight>
                  <a:srgbClr val="FFFFFF"/>
                </a:highlight>
                <a:latin typeface="隶书" panose="02010509060101010101" charset="-122"/>
                <a:ea typeface="隶书" panose="02010509060101010101" charset="-122"/>
                <a:cs typeface="隶书" panose="02010509060101010101" charset="-122"/>
                <a:sym typeface="+mn-ea"/>
              </a:rPr>
              <a:t>strlen</a:t>
            </a:r>
            <a:r>
              <a:rPr lang="en-US" altLang="zh-CN" sz="3200" b="1" dirty="0" smtClean="0">
                <a:solidFill>
                  <a:srgbClr val="000080"/>
                </a:solidFill>
                <a:highlight>
                  <a:srgbClr val="FFFFFF"/>
                </a:highlight>
                <a:latin typeface="隶书" panose="02010509060101010101" charset="-122"/>
                <a:ea typeface="隶书" panose="02010509060101010101" charset="-122"/>
                <a:cs typeface="隶书" panose="02010509060101010101" charset="-122"/>
                <a:sym typeface="+mn-ea"/>
              </a:rPr>
              <a:t>(</a:t>
            </a:r>
            <a:r>
              <a:rPr lang="zh-CN" altLang="en-US" sz="3200" b="1" dirty="0" smtClean="0">
                <a:solidFill>
                  <a:srgbClr val="000080"/>
                </a:solidFill>
                <a:highlight>
                  <a:srgbClr val="FFFFFF"/>
                </a:highlight>
                <a:latin typeface="隶书" panose="02010509060101010101" charset="-122"/>
                <a:ea typeface="隶书" panose="02010509060101010101" charset="-122"/>
                <a:cs typeface="隶书" panose="02010509060101010101" charset="-122"/>
                <a:sym typeface="+mn-ea"/>
              </a:rPr>
              <a:t>字符串名</a:t>
            </a:r>
            <a:r>
              <a:rPr lang="en-US" altLang="zh-CN" sz="3200" b="1" dirty="0" smtClean="0">
                <a:solidFill>
                  <a:srgbClr val="000080"/>
                </a:solidFill>
                <a:highlight>
                  <a:srgbClr val="FFFFFF"/>
                </a:highlight>
                <a:latin typeface="隶书" panose="02010509060101010101" charset="-122"/>
                <a:ea typeface="隶书" panose="02010509060101010101" charset="-122"/>
                <a:cs typeface="隶书" panose="02010509060101010101" charset="-122"/>
                <a:sym typeface="+mn-ea"/>
              </a:rPr>
              <a:t>)</a:t>
            </a:r>
            <a:r>
              <a:rPr lang="zh-CN" altLang="en-US" sz="3200" b="1" dirty="0" smtClean="0">
                <a:solidFill>
                  <a:srgbClr val="000080"/>
                </a:solidFill>
                <a:highlight>
                  <a:srgbClr val="FFFFFF"/>
                </a:highlight>
                <a:latin typeface="隶书" panose="02010509060101010101" charset="-122"/>
                <a:ea typeface="隶书" panose="02010509060101010101" charset="-122"/>
                <a:cs typeface="隶书" panose="02010509060101010101" charset="-122"/>
                <a:sym typeface="+mn-ea"/>
              </a:rPr>
              <a:t>；</a:t>
            </a:r>
            <a:endParaRPr lang="zh-CN" altLang="en-US"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to="" calcmode="lin" valueType="num">
                                      <p:cBhvr>
                                        <p:cTn id="7" dur="1" fill="hold"/>
                                        <p:tgtEl>
                                          <p:spTgt spid="2"/>
                                        </p:tgtEl>
                                      </p:cBhvr>
                                    </p:anim>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组合 3"/>
          <p:cNvGrpSpPr/>
          <p:nvPr/>
        </p:nvGrpSpPr>
        <p:grpSpPr>
          <a:xfrm>
            <a:off x="-23495" y="-113665"/>
            <a:ext cx="4674235" cy="787861"/>
            <a:chOff x="201757" y="129906"/>
            <a:chExt cx="6264696" cy="1096834"/>
          </a:xfrm>
        </p:grpSpPr>
        <p:pic>
          <p:nvPicPr>
            <p:cNvPr id="19473" name="Picture 9" descr="F:\ppt素材\图标\我收集的图标\字体\3.png"/>
            <p:cNvPicPr>
              <a:picLocks noChangeAspect="1"/>
            </p:cNvPicPr>
            <p:nvPr/>
          </p:nvPicPr>
          <p:blipFill>
            <a:blip r:embed="rId3"/>
            <a:stretch>
              <a:fillRect/>
            </a:stretch>
          </p:blipFill>
          <p:spPr>
            <a:xfrm rot="5400000">
              <a:off x="2884210" y="-2418911"/>
              <a:ext cx="899790" cy="6264696"/>
            </a:xfrm>
            <a:prstGeom prst="rect">
              <a:avLst/>
            </a:prstGeom>
            <a:noFill/>
            <a:ln w="9525">
              <a:noFill/>
            </a:ln>
          </p:spPr>
        </p:pic>
        <p:pic>
          <p:nvPicPr>
            <p:cNvPr id="19474" name="Picture 6" descr="F:\超棒ppt模板\中国风\中国风物件\maobi.png"/>
            <p:cNvPicPr>
              <a:picLocks noChangeAspect="1"/>
            </p:cNvPicPr>
            <p:nvPr/>
          </p:nvPicPr>
          <p:blipFill>
            <a:blip r:embed="rId4"/>
            <a:stretch>
              <a:fillRect/>
            </a:stretch>
          </p:blipFill>
          <p:spPr>
            <a:xfrm>
              <a:off x="308134" y="129906"/>
              <a:ext cx="775209" cy="775006"/>
            </a:xfrm>
            <a:prstGeom prst="rect">
              <a:avLst/>
            </a:prstGeom>
            <a:noFill/>
            <a:ln w="9525">
              <a:noFill/>
            </a:ln>
          </p:spPr>
        </p:pic>
        <p:sp>
          <p:nvSpPr>
            <p:cNvPr id="19475" name="TextBox 2"/>
            <p:cNvSpPr txBox="1"/>
            <p:nvPr/>
          </p:nvSpPr>
          <p:spPr>
            <a:xfrm>
              <a:off x="1083609" y="500071"/>
              <a:ext cx="2844474" cy="726669"/>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eaLnBrk="1" hangingPunct="1">
                <a:lnSpc>
                  <a:spcPct val="100000"/>
                </a:lnSpc>
                <a:spcBef>
                  <a:spcPct val="0"/>
                </a:spcBef>
                <a:buNone/>
              </a:pPr>
              <a:r>
                <a:rPr lang="zh-CN" altLang="en-US" b="1" dirty="0">
                  <a:solidFill>
                    <a:schemeClr val="bg1"/>
                  </a:solidFill>
                  <a:latin typeface="楷体" panose="02010609060101010101" pitchFamily="1" charset="-122"/>
                  <a:ea typeface="楷体" panose="02010609060101010101" pitchFamily="1" charset="-122"/>
                </a:rPr>
                <a:t>字符串</a:t>
              </a:r>
            </a:p>
          </p:txBody>
        </p:sp>
      </p:grpSp>
      <p:pic>
        <p:nvPicPr>
          <p:cNvPr id="46" name="Picture 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204835" y="4641215"/>
            <a:ext cx="965200" cy="50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6" name="表格 5"/>
          <p:cNvGraphicFramePr>
            <a:graphicFrameLocks noGrp="1"/>
          </p:cNvGraphicFramePr>
          <p:nvPr>
            <p:custDataLst>
              <p:tags r:id="rId1"/>
            </p:custDataLst>
          </p:nvPr>
        </p:nvGraphicFramePr>
        <p:xfrm>
          <a:off x="511810" y="674370"/>
          <a:ext cx="7955280" cy="4147870"/>
        </p:xfrm>
        <a:graphic>
          <a:graphicData uri="http://schemas.openxmlformats.org/drawingml/2006/table">
            <a:tbl>
              <a:tblPr/>
              <a:tblGrid>
                <a:gridCol w="1765935">
                  <a:extLst>
                    <a:ext uri="{9D8B030D-6E8A-4147-A177-3AD203B41FA5}">
                      <a16:colId xmlns="" xmlns:a16="http://schemas.microsoft.com/office/drawing/2014/main" val="20000"/>
                    </a:ext>
                  </a:extLst>
                </a:gridCol>
                <a:gridCol w="6189345">
                  <a:extLst>
                    <a:ext uri="{9D8B030D-6E8A-4147-A177-3AD203B41FA5}">
                      <a16:colId xmlns="" xmlns:a16="http://schemas.microsoft.com/office/drawing/2014/main" val="20001"/>
                    </a:ext>
                  </a:extLst>
                </a:gridCol>
              </a:tblGrid>
              <a:tr h="259080">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tx2"/>
                        </a:buClr>
                        <a:buSzPct val="85000"/>
                        <a:defRPr sz="2400" kern="1200"/>
                      </a:lvl2pPr>
                      <a:lvl3pPr marL="1143000" lvl="2" indent="-228600">
                        <a:buClr>
                          <a:schemeClr val="hlink"/>
                        </a:buClr>
                        <a:defRPr sz="2000" kern="1200"/>
                      </a:lvl3pPr>
                      <a:lvl4pPr marL="1600200" lvl="3" indent="-228600">
                        <a:buClr>
                          <a:schemeClr val="tx2"/>
                        </a:buClr>
                        <a:defRPr sz="1800" kern="1200"/>
                      </a:lvl4pPr>
                      <a:lvl5pPr marL="2057400" lvl="4" indent="-228600">
                        <a:buClr>
                          <a:schemeClr val="hlink"/>
                        </a:buClr>
                        <a:buFont typeface="Wingdings 2" panose="05020102010507070707" pitchFamily="18" charset="2"/>
                        <a:defRPr sz="1800" kern="1200"/>
                      </a:lvl5pPr>
                    </a:lstStyle>
                    <a:p>
                      <a:pPr marL="0" lvl="0" indent="0" algn="ctr">
                        <a:spcBef>
                          <a:spcPct val="0"/>
                        </a:spcBef>
                        <a:buNone/>
                      </a:pPr>
                      <a:r>
                        <a:rPr lang="zh-CN" altLang="en-US" sz="1200" b="1" dirty="0">
                          <a:latin typeface="隶书" panose="02010509060101010101" charset="-122"/>
                          <a:ea typeface="隶书" panose="02010509060101010101" charset="-122"/>
                        </a:rPr>
                        <a:t>字符串函数格式</a:t>
                      </a:r>
                    </a:p>
                  </a:txBody>
                  <a:tcPr marT="45745" marB="45745">
                    <a:lnL w="12700" cap="flat" cmpd="sng">
                      <a:solidFill>
                        <a:srgbClr val="000000"/>
                      </a:solidFill>
                      <a:prstDash val="solid"/>
                      <a:headEnd type="none" w="med" len="med"/>
                      <a:tailEnd type="none" w="med" len="med"/>
                    </a:lnL>
                    <a:lnR w="12700" cap="flat" cmpd="sng" algn="ctr">
                      <a:solidFill>
                        <a:srgbClr val="000000"/>
                      </a:solidFill>
                      <a:prstDash val="solid"/>
                      <a:round/>
                      <a:headEnd type="none" w="med" len="med"/>
                      <a:tailEnd type="none" w="med" len="med"/>
                    </a:lnR>
                    <a:lnT w="12700" cap="flat" cmpd="sng">
                      <a:solidFill>
                        <a:srgbClr val="000000"/>
                      </a:solidFill>
                      <a:prstDash val="soli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tx2"/>
                        </a:buClr>
                        <a:buSzPct val="85000"/>
                        <a:defRPr sz="2400" kern="1200"/>
                      </a:lvl2pPr>
                      <a:lvl3pPr marL="1143000" lvl="2" indent="-228600">
                        <a:buClr>
                          <a:schemeClr val="hlink"/>
                        </a:buClr>
                        <a:defRPr sz="2000" kern="1200"/>
                      </a:lvl3pPr>
                      <a:lvl4pPr marL="1600200" lvl="3" indent="-228600">
                        <a:buClr>
                          <a:schemeClr val="tx2"/>
                        </a:buClr>
                        <a:defRPr sz="1800" kern="1200"/>
                      </a:lvl4pPr>
                      <a:lvl5pPr marL="2057400" lvl="4" indent="-228600">
                        <a:buClr>
                          <a:schemeClr val="hlink"/>
                        </a:buClr>
                        <a:buFont typeface="Wingdings 2" panose="05020102010507070707" pitchFamily="18" charset="2"/>
                        <a:defRPr sz="1800" kern="1200"/>
                      </a:lvl5pPr>
                    </a:lstStyle>
                    <a:p>
                      <a:pPr marL="0" lvl="0" indent="0" algn="ctr">
                        <a:spcBef>
                          <a:spcPct val="0"/>
                        </a:spcBef>
                        <a:buNone/>
                      </a:pPr>
                      <a:r>
                        <a:rPr lang="zh-CN" altLang="en-US" sz="1200" b="1" dirty="0">
                          <a:latin typeface="隶书" panose="02010509060101010101" charset="-122"/>
                          <a:ea typeface="隶书" panose="02010509060101010101" charset="-122"/>
                        </a:rPr>
                        <a:t>函数功能</a:t>
                      </a:r>
                    </a:p>
                  </a:txBody>
                  <a:tcPr marT="45745" marB="45745">
                    <a:lnL w="12700" cap="flat" cmpd="sng">
                      <a:solidFill>
                        <a:srgbClr val="000000"/>
                      </a:solidFill>
                      <a:prstDash val="solid"/>
                      <a:headEnd type="none" w="med" len="med"/>
                      <a:tailEnd type="none" w="med" len="med"/>
                    </a:lnL>
                    <a:lnR w="12700" cap="flat" cmpd="sng" algn="ctr">
                      <a:solidFill>
                        <a:srgbClr val="000000"/>
                      </a:solidFill>
                      <a:prstDash val="solid"/>
                      <a:round/>
                      <a:headEnd type="none" w="med" len="med"/>
                      <a:tailEnd type="none" w="med" len="med"/>
                    </a:lnR>
                    <a:lnT w="12700" cap="flat" cmpd="sng">
                      <a:solidFill>
                        <a:srgbClr val="000000"/>
                      </a:solidFill>
                      <a:prstDash val="soli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335280">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tx2"/>
                        </a:buClr>
                        <a:buSzPct val="85000"/>
                        <a:defRPr sz="2400" kern="1200"/>
                      </a:lvl2pPr>
                      <a:lvl3pPr marL="1143000" lvl="2" indent="-228600">
                        <a:buClr>
                          <a:schemeClr val="hlink"/>
                        </a:buClr>
                        <a:defRPr sz="2000" kern="1200"/>
                      </a:lvl3pPr>
                      <a:lvl4pPr marL="1600200" lvl="3" indent="-228600">
                        <a:buClr>
                          <a:schemeClr val="tx2"/>
                        </a:buClr>
                        <a:defRPr sz="1800" kern="1200"/>
                      </a:lvl4pPr>
                      <a:lvl5pPr marL="2057400" lvl="4" indent="-228600">
                        <a:buClr>
                          <a:schemeClr val="hlink"/>
                        </a:buClr>
                        <a:buFont typeface="Wingdings 2" panose="05020102010507070707" pitchFamily="18" charset="2"/>
                        <a:defRPr sz="1800" kern="1200"/>
                      </a:lvl5pPr>
                    </a:lstStyle>
                    <a:p>
                      <a:pPr marL="0" lvl="0" indent="0">
                        <a:spcBef>
                          <a:spcPct val="0"/>
                        </a:spcBef>
                        <a:buNone/>
                      </a:pPr>
                      <a:r>
                        <a:rPr lang="en-US" altLang="x-none" sz="1200" dirty="0" err="1">
                          <a:latin typeface="隶书" panose="02010509060101010101" charset="-122"/>
                          <a:ea typeface="隶书" panose="02010509060101010101" charset="-122"/>
                        </a:rPr>
                        <a:t>strcat</a:t>
                      </a:r>
                      <a:r>
                        <a:rPr lang="en-US" altLang="x-none" sz="1200" dirty="0">
                          <a:latin typeface="隶书" panose="02010509060101010101" charset="-122"/>
                          <a:ea typeface="隶书" panose="02010509060101010101" charset="-122"/>
                        </a:rPr>
                        <a:t>(st1,st2)</a:t>
                      </a:r>
                    </a:p>
                  </a:txBody>
                  <a:tcPr marT="45745" marB="45745">
                    <a:lnL w="12700" cap="flat" cmpd="sng">
                      <a:solidFill>
                        <a:srgbClr val="000000"/>
                      </a:solidFill>
                      <a:prstDash val="soli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tx2"/>
                        </a:buClr>
                        <a:buSzPct val="85000"/>
                        <a:defRPr sz="2400" kern="1200"/>
                      </a:lvl2pPr>
                      <a:lvl3pPr marL="1143000" lvl="2" indent="-228600">
                        <a:buClr>
                          <a:schemeClr val="hlink"/>
                        </a:buClr>
                        <a:defRPr sz="2000" kern="1200"/>
                      </a:lvl3pPr>
                      <a:lvl4pPr marL="1600200" lvl="3" indent="-228600">
                        <a:buClr>
                          <a:schemeClr val="tx2"/>
                        </a:buClr>
                        <a:defRPr sz="1800" kern="1200"/>
                      </a:lvl4pPr>
                      <a:lvl5pPr marL="2057400" lvl="4" indent="-228600">
                        <a:buClr>
                          <a:schemeClr val="hlink"/>
                        </a:buClr>
                        <a:buFont typeface="Wingdings 2" panose="05020102010507070707" pitchFamily="18" charset="2"/>
                        <a:defRPr sz="1800" kern="1200"/>
                      </a:lvl5pPr>
                    </a:lstStyle>
                    <a:p>
                      <a:pPr marL="0" lvl="0" indent="0">
                        <a:spcBef>
                          <a:spcPct val="0"/>
                        </a:spcBef>
                        <a:buNone/>
                      </a:pPr>
                      <a:r>
                        <a:rPr lang="zh-CN" altLang="en-US" sz="1200" dirty="0">
                          <a:latin typeface="隶书" panose="02010509060101010101" charset="-122"/>
                          <a:ea typeface="隶书" panose="02010509060101010101" charset="-122"/>
                          <a:cs typeface="隶书" panose="02010509060101010101" charset="-122"/>
                        </a:rPr>
                        <a:t>将</a:t>
                      </a:r>
                      <a:r>
                        <a:rPr lang="en-US" altLang="x-none" sz="1200" dirty="0">
                          <a:latin typeface="隶书" panose="02010509060101010101" charset="-122"/>
                          <a:ea typeface="隶书" panose="02010509060101010101" charset="-122"/>
                          <a:cs typeface="隶书" panose="02010509060101010101" charset="-122"/>
                        </a:rPr>
                        <a:t>st2</a:t>
                      </a:r>
                      <a:r>
                        <a:rPr lang="zh-CN" altLang="en-US" sz="1200" dirty="0">
                          <a:latin typeface="隶书" panose="02010509060101010101" charset="-122"/>
                          <a:ea typeface="隶书" panose="02010509060101010101" charset="-122"/>
                          <a:cs typeface="隶书" panose="02010509060101010101" charset="-122"/>
                        </a:rPr>
                        <a:t>连接到</a:t>
                      </a:r>
                      <a:r>
                        <a:rPr lang="en-US" altLang="x-none" sz="1200" dirty="0">
                          <a:latin typeface="隶书" panose="02010509060101010101" charset="-122"/>
                          <a:ea typeface="隶书" panose="02010509060101010101" charset="-122"/>
                          <a:cs typeface="隶书" panose="02010509060101010101" charset="-122"/>
                        </a:rPr>
                        <a:t>st1</a:t>
                      </a:r>
                      <a:r>
                        <a:rPr lang="zh-CN" altLang="en-US" sz="1200" dirty="0">
                          <a:latin typeface="隶书" panose="02010509060101010101" charset="-122"/>
                          <a:ea typeface="隶书" panose="02010509060101010101" charset="-122"/>
                          <a:cs typeface="隶书" panose="02010509060101010101" charset="-122"/>
                        </a:rPr>
                        <a:t>后边，返回</a:t>
                      </a:r>
                      <a:r>
                        <a:rPr lang="en-US" altLang="x-none" sz="1200" dirty="0">
                          <a:latin typeface="隶书" panose="02010509060101010101" charset="-122"/>
                          <a:ea typeface="隶书" panose="02010509060101010101" charset="-122"/>
                          <a:cs typeface="隶书" panose="02010509060101010101" charset="-122"/>
                        </a:rPr>
                        <a:t>st1</a:t>
                      </a:r>
                      <a:r>
                        <a:rPr lang="zh-CN" altLang="en-US" sz="1200" dirty="0">
                          <a:latin typeface="隶书" panose="02010509060101010101" charset="-122"/>
                          <a:ea typeface="隶书" panose="02010509060101010101" charset="-122"/>
                          <a:cs typeface="隶书" panose="02010509060101010101" charset="-122"/>
                        </a:rPr>
                        <a:t>的值。（</a:t>
                      </a:r>
                      <a:r>
                        <a:rPr lang="en-US" altLang="x-none" sz="1200" dirty="0">
                          <a:latin typeface="隶书" panose="02010509060101010101" charset="-122"/>
                          <a:ea typeface="隶书" panose="02010509060101010101" charset="-122"/>
                          <a:cs typeface="隶书" panose="02010509060101010101" charset="-122"/>
                        </a:rPr>
                        <a:t>+</a:t>
                      </a:r>
                      <a:r>
                        <a:rPr lang="zh-CN" altLang="en-US" sz="1200" dirty="0">
                          <a:latin typeface="隶书" panose="02010509060101010101" charset="-122"/>
                          <a:ea typeface="隶书" panose="02010509060101010101" charset="-122"/>
                          <a:cs typeface="隶书" panose="02010509060101010101" charset="-122"/>
                        </a:rPr>
                        <a:t>）</a:t>
                      </a:r>
                    </a:p>
                  </a:txBody>
                  <a:tcPr marT="45745" marB="45745">
                    <a:lnL w="12700" cap="flat" cmpd="sng" algn="ctr">
                      <a:solidFill>
                        <a:srgbClr val="000000"/>
                      </a:solidFill>
                      <a:prstDash val="solid"/>
                      <a:round/>
                      <a:headEnd type="none" w="med" len="med"/>
                      <a:tailEnd type="none" w="med" len="med"/>
                    </a:lnL>
                    <a:lnR w="12700" cap="flat" cmpd="sng">
                      <a:solidFill>
                        <a:srgbClr val="000000"/>
                      </a:solidFill>
                      <a:prstDash val="soli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306705">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tx2"/>
                        </a:buClr>
                        <a:buSzPct val="85000"/>
                        <a:defRPr sz="2400" kern="1200"/>
                      </a:lvl2pPr>
                      <a:lvl3pPr marL="1143000" lvl="2" indent="-228600">
                        <a:buClr>
                          <a:schemeClr val="hlink"/>
                        </a:buClr>
                        <a:defRPr sz="2000" kern="1200"/>
                      </a:lvl3pPr>
                      <a:lvl4pPr marL="1600200" lvl="3" indent="-228600">
                        <a:buClr>
                          <a:schemeClr val="tx2"/>
                        </a:buClr>
                        <a:defRPr sz="1800" kern="1200"/>
                      </a:lvl4pPr>
                      <a:lvl5pPr marL="2057400" lvl="4" indent="-228600">
                        <a:buClr>
                          <a:schemeClr val="hlink"/>
                        </a:buClr>
                        <a:buFont typeface="Wingdings 2" panose="05020102010507070707" pitchFamily="18" charset="2"/>
                        <a:defRPr sz="1800" kern="1200"/>
                      </a:lvl5pPr>
                    </a:lstStyle>
                    <a:p>
                      <a:pPr marL="0" lvl="0" indent="0">
                        <a:spcBef>
                          <a:spcPct val="0"/>
                        </a:spcBef>
                        <a:buNone/>
                      </a:pPr>
                      <a:r>
                        <a:rPr lang="en-US" altLang="x-none" sz="1200" dirty="0" err="1">
                          <a:latin typeface="隶书" panose="02010509060101010101" charset="-122"/>
                          <a:ea typeface="隶书" panose="02010509060101010101" charset="-122"/>
                        </a:rPr>
                        <a:t>strncat</a:t>
                      </a:r>
                      <a:r>
                        <a:rPr lang="en-US" altLang="x-none" sz="1200" dirty="0">
                          <a:latin typeface="隶书" panose="02010509060101010101" charset="-122"/>
                          <a:ea typeface="隶书" panose="02010509060101010101" charset="-122"/>
                        </a:rPr>
                        <a:t>(st1,st2,n)</a:t>
                      </a:r>
                    </a:p>
                  </a:txBody>
                  <a:tcPr marT="45745" marB="45745">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tx2"/>
                        </a:buClr>
                        <a:buSzPct val="85000"/>
                        <a:defRPr sz="2400" kern="1200"/>
                      </a:lvl2pPr>
                      <a:lvl3pPr marL="1143000" lvl="2" indent="-228600">
                        <a:buClr>
                          <a:schemeClr val="hlink"/>
                        </a:buClr>
                        <a:defRPr sz="2000" kern="1200"/>
                      </a:lvl3pPr>
                      <a:lvl4pPr marL="1600200" lvl="3" indent="-228600">
                        <a:buClr>
                          <a:schemeClr val="tx2"/>
                        </a:buClr>
                        <a:defRPr sz="1800" kern="1200"/>
                      </a:lvl4pPr>
                      <a:lvl5pPr marL="2057400" lvl="4" indent="-228600">
                        <a:buClr>
                          <a:schemeClr val="hlink"/>
                        </a:buClr>
                        <a:buFont typeface="Wingdings 2" panose="05020102010507070707" pitchFamily="18" charset="2"/>
                        <a:defRPr sz="1800" kern="1200"/>
                      </a:lvl5pPr>
                    </a:lstStyle>
                    <a:p>
                      <a:pPr marL="0" lvl="0" indent="0">
                        <a:spcBef>
                          <a:spcPct val="0"/>
                        </a:spcBef>
                        <a:buNone/>
                      </a:pPr>
                      <a:r>
                        <a:rPr lang="zh-CN" altLang="en-US" sz="1200" dirty="0">
                          <a:latin typeface="隶书" panose="02010509060101010101" charset="-122"/>
                          <a:ea typeface="隶书" panose="02010509060101010101" charset="-122"/>
                          <a:cs typeface="隶书" panose="02010509060101010101" charset="-122"/>
                        </a:rPr>
                        <a:t>将</a:t>
                      </a:r>
                      <a:r>
                        <a:rPr lang="en-US" altLang="x-none" sz="1200" dirty="0">
                          <a:latin typeface="隶书" panose="02010509060101010101" charset="-122"/>
                          <a:ea typeface="隶书" panose="02010509060101010101" charset="-122"/>
                          <a:cs typeface="隶书" panose="02010509060101010101" charset="-122"/>
                        </a:rPr>
                        <a:t>st2</a:t>
                      </a:r>
                      <a:r>
                        <a:rPr lang="zh-CN" altLang="en-US" sz="1200" dirty="0">
                          <a:latin typeface="隶书" panose="02010509060101010101" charset="-122"/>
                          <a:ea typeface="隶书" panose="02010509060101010101" charset="-122"/>
                          <a:cs typeface="隶书" panose="02010509060101010101" charset="-122"/>
                        </a:rPr>
                        <a:t>前</a:t>
                      </a:r>
                      <a:r>
                        <a:rPr lang="en-US" altLang="x-none" sz="1200" dirty="0">
                          <a:latin typeface="隶书" panose="02010509060101010101" charset="-122"/>
                          <a:ea typeface="隶书" panose="02010509060101010101" charset="-122"/>
                          <a:cs typeface="隶书" panose="02010509060101010101" charset="-122"/>
                        </a:rPr>
                        <a:t>n</a:t>
                      </a:r>
                      <a:r>
                        <a:rPr lang="zh-CN" altLang="en-US" sz="1200" dirty="0">
                          <a:latin typeface="隶书" panose="02010509060101010101" charset="-122"/>
                          <a:ea typeface="隶书" panose="02010509060101010101" charset="-122"/>
                          <a:cs typeface="隶书" panose="02010509060101010101" charset="-122"/>
                        </a:rPr>
                        <a:t>个字符连接到</a:t>
                      </a:r>
                      <a:r>
                        <a:rPr lang="en-US" altLang="x-none" sz="1200" dirty="0">
                          <a:latin typeface="隶书" panose="02010509060101010101" charset="-122"/>
                          <a:ea typeface="隶书" panose="02010509060101010101" charset="-122"/>
                          <a:cs typeface="隶书" panose="02010509060101010101" charset="-122"/>
                        </a:rPr>
                        <a:t>st1</a:t>
                      </a:r>
                      <a:r>
                        <a:rPr lang="zh-CN" altLang="en-US" sz="1200" dirty="0">
                          <a:latin typeface="隶书" panose="02010509060101010101" charset="-122"/>
                          <a:ea typeface="隶书" panose="02010509060101010101" charset="-122"/>
                          <a:cs typeface="隶书" panose="02010509060101010101" charset="-122"/>
                        </a:rPr>
                        <a:t>后边，返回</a:t>
                      </a:r>
                      <a:r>
                        <a:rPr lang="en-US" altLang="x-none" sz="1200" dirty="0">
                          <a:latin typeface="隶书" panose="02010509060101010101" charset="-122"/>
                          <a:ea typeface="隶书" panose="02010509060101010101" charset="-122"/>
                          <a:cs typeface="隶书" panose="02010509060101010101" charset="-122"/>
                        </a:rPr>
                        <a:t>st1</a:t>
                      </a:r>
                      <a:r>
                        <a:rPr lang="zh-CN" altLang="en-US" sz="1200" dirty="0">
                          <a:latin typeface="隶书" panose="02010509060101010101" charset="-122"/>
                          <a:ea typeface="隶书" panose="02010509060101010101" charset="-122"/>
                          <a:cs typeface="隶书" panose="02010509060101010101" charset="-122"/>
                        </a:rPr>
                        <a:t>的值。（有选择的</a:t>
                      </a:r>
                      <a:r>
                        <a:rPr lang="en-US" altLang="x-none" sz="1200" dirty="0">
                          <a:latin typeface="隶书" panose="02010509060101010101" charset="-122"/>
                          <a:ea typeface="隶书" panose="02010509060101010101" charset="-122"/>
                          <a:cs typeface="隶书" panose="02010509060101010101" charset="-122"/>
                        </a:rPr>
                        <a:t>+</a:t>
                      </a:r>
                      <a:r>
                        <a:rPr lang="zh-CN" altLang="en-US" sz="1200" dirty="0">
                          <a:latin typeface="隶书" panose="02010509060101010101" charset="-122"/>
                          <a:ea typeface="隶书" panose="02010509060101010101" charset="-122"/>
                          <a:cs typeface="隶书" panose="02010509060101010101" charset="-122"/>
                        </a:rPr>
                        <a:t>）</a:t>
                      </a:r>
                    </a:p>
                  </a:txBody>
                  <a:tcPr marT="45745" marB="45745">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335280">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tx2"/>
                        </a:buClr>
                        <a:buSzPct val="85000"/>
                        <a:defRPr sz="2400" kern="1200"/>
                      </a:lvl2pPr>
                      <a:lvl3pPr marL="1143000" lvl="2" indent="-228600">
                        <a:buClr>
                          <a:schemeClr val="hlink"/>
                        </a:buClr>
                        <a:defRPr sz="2000" kern="1200"/>
                      </a:lvl3pPr>
                      <a:lvl4pPr marL="1600200" lvl="3" indent="-228600">
                        <a:buClr>
                          <a:schemeClr val="tx2"/>
                        </a:buClr>
                        <a:defRPr sz="1800" kern="1200"/>
                      </a:lvl4pPr>
                      <a:lvl5pPr marL="2057400" lvl="4" indent="-228600">
                        <a:buClr>
                          <a:schemeClr val="hlink"/>
                        </a:buClr>
                        <a:buFont typeface="Wingdings 2" panose="05020102010507070707" pitchFamily="18" charset="2"/>
                        <a:defRPr sz="1800" kern="1200"/>
                      </a:lvl5pPr>
                    </a:lstStyle>
                    <a:p>
                      <a:pPr marL="0" lvl="0" indent="0">
                        <a:spcBef>
                          <a:spcPct val="0"/>
                        </a:spcBef>
                        <a:buNone/>
                      </a:pPr>
                      <a:r>
                        <a:rPr lang="en-US" altLang="x-none" sz="1200">
                          <a:latin typeface="隶书" panose="02010509060101010101" charset="-122"/>
                          <a:ea typeface="隶书" panose="02010509060101010101" charset="-122"/>
                        </a:rPr>
                        <a:t>strcpy(st1,st2)</a:t>
                      </a:r>
                    </a:p>
                  </a:txBody>
                  <a:tcPr marT="45745" marB="45745">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tx2"/>
                        </a:buClr>
                        <a:buSzPct val="85000"/>
                        <a:defRPr sz="2400" kern="1200"/>
                      </a:lvl2pPr>
                      <a:lvl3pPr marL="1143000" lvl="2" indent="-228600">
                        <a:buClr>
                          <a:schemeClr val="hlink"/>
                        </a:buClr>
                        <a:defRPr sz="2000" kern="1200"/>
                      </a:lvl3pPr>
                      <a:lvl4pPr marL="1600200" lvl="3" indent="-228600">
                        <a:buClr>
                          <a:schemeClr val="tx2"/>
                        </a:buClr>
                        <a:defRPr sz="1800" kern="1200"/>
                      </a:lvl4pPr>
                      <a:lvl5pPr marL="2057400" lvl="4" indent="-228600">
                        <a:buClr>
                          <a:schemeClr val="hlink"/>
                        </a:buClr>
                        <a:buFont typeface="Wingdings 2" panose="05020102010507070707" pitchFamily="18" charset="2"/>
                        <a:defRPr sz="1800" kern="1200"/>
                      </a:lvl5pPr>
                    </a:lstStyle>
                    <a:p>
                      <a:pPr marL="0" lvl="0" indent="0">
                        <a:spcBef>
                          <a:spcPct val="0"/>
                        </a:spcBef>
                        <a:buNone/>
                      </a:pPr>
                      <a:r>
                        <a:rPr lang="zh-CN" altLang="en-US" sz="1200" dirty="0">
                          <a:latin typeface="隶书" panose="02010509060101010101" charset="-122"/>
                          <a:ea typeface="隶书" panose="02010509060101010101" charset="-122"/>
                          <a:cs typeface="隶书" panose="02010509060101010101" charset="-122"/>
                        </a:rPr>
                        <a:t>将</a:t>
                      </a:r>
                      <a:r>
                        <a:rPr lang="en-US" altLang="x-none" sz="1200" dirty="0">
                          <a:latin typeface="隶书" panose="02010509060101010101" charset="-122"/>
                          <a:ea typeface="隶书" panose="02010509060101010101" charset="-122"/>
                          <a:cs typeface="隶书" panose="02010509060101010101" charset="-122"/>
                        </a:rPr>
                        <a:t>st2</a:t>
                      </a:r>
                      <a:r>
                        <a:rPr lang="zh-CN" altLang="en-US" sz="1200" dirty="0">
                          <a:latin typeface="隶书" panose="02010509060101010101" charset="-122"/>
                          <a:ea typeface="隶书" panose="02010509060101010101" charset="-122"/>
                          <a:cs typeface="隶书" panose="02010509060101010101" charset="-122"/>
                        </a:rPr>
                        <a:t>复制到</a:t>
                      </a:r>
                      <a:r>
                        <a:rPr lang="en-US" altLang="x-none" sz="1200" dirty="0">
                          <a:latin typeface="隶书" panose="02010509060101010101" charset="-122"/>
                          <a:ea typeface="隶书" panose="02010509060101010101" charset="-122"/>
                          <a:cs typeface="隶书" panose="02010509060101010101" charset="-122"/>
                        </a:rPr>
                        <a:t>st1</a:t>
                      </a:r>
                      <a:r>
                        <a:rPr lang="zh-CN" altLang="en-US" sz="1200" dirty="0">
                          <a:latin typeface="隶书" panose="02010509060101010101" charset="-122"/>
                          <a:ea typeface="隶书" panose="02010509060101010101" charset="-122"/>
                          <a:cs typeface="隶书" panose="02010509060101010101" charset="-122"/>
                        </a:rPr>
                        <a:t>中，返回</a:t>
                      </a:r>
                      <a:r>
                        <a:rPr lang="en-US" altLang="x-none" sz="1200" dirty="0">
                          <a:latin typeface="隶书" panose="02010509060101010101" charset="-122"/>
                          <a:ea typeface="隶书" panose="02010509060101010101" charset="-122"/>
                          <a:cs typeface="隶书" panose="02010509060101010101" charset="-122"/>
                        </a:rPr>
                        <a:t>st1</a:t>
                      </a:r>
                      <a:r>
                        <a:rPr lang="zh-CN" altLang="en-US" sz="1200" dirty="0">
                          <a:latin typeface="隶书" panose="02010509060101010101" charset="-122"/>
                          <a:ea typeface="隶书" panose="02010509060101010101" charset="-122"/>
                          <a:cs typeface="隶书" panose="02010509060101010101" charset="-122"/>
                        </a:rPr>
                        <a:t>的值。（赋值）</a:t>
                      </a:r>
                    </a:p>
                  </a:txBody>
                  <a:tcPr marT="45745" marB="45745">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r h="285115">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tx2"/>
                        </a:buClr>
                        <a:buSzPct val="85000"/>
                        <a:defRPr sz="2400" kern="1200"/>
                      </a:lvl2pPr>
                      <a:lvl3pPr marL="1143000" lvl="2" indent="-228600">
                        <a:buClr>
                          <a:schemeClr val="hlink"/>
                        </a:buClr>
                        <a:defRPr sz="2000" kern="1200"/>
                      </a:lvl3pPr>
                      <a:lvl4pPr marL="1600200" lvl="3" indent="-228600">
                        <a:buClr>
                          <a:schemeClr val="tx2"/>
                        </a:buClr>
                        <a:defRPr sz="1800" kern="1200"/>
                      </a:lvl4pPr>
                      <a:lvl5pPr marL="2057400" lvl="4" indent="-228600">
                        <a:buClr>
                          <a:schemeClr val="hlink"/>
                        </a:buClr>
                        <a:buFont typeface="Wingdings 2" panose="05020102010507070707" pitchFamily="18" charset="2"/>
                        <a:defRPr sz="1800" kern="1200"/>
                      </a:lvl5pPr>
                    </a:lstStyle>
                    <a:p>
                      <a:pPr marL="0" lvl="0" indent="0">
                        <a:spcBef>
                          <a:spcPct val="0"/>
                        </a:spcBef>
                        <a:buNone/>
                      </a:pPr>
                      <a:r>
                        <a:rPr lang="en-US" altLang="x-none" sz="1200">
                          <a:latin typeface="隶书" panose="02010509060101010101" charset="-122"/>
                          <a:ea typeface="隶书" panose="02010509060101010101" charset="-122"/>
                        </a:rPr>
                        <a:t>strncpy(st1,st2,n)</a:t>
                      </a:r>
                    </a:p>
                  </a:txBody>
                  <a:tcPr marT="45745" marB="45745">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tx2"/>
                        </a:buClr>
                        <a:buSzPct val="85000"/>
                        <a:defRPr sz="2400" kern="1200"/>
                      </a:lvl2pPr>
                      <a:lvl3pPr marL="1143000" lvl="2" indent="-228600">
                        <a:buClr>
                          <a:schemeClr val="hlink"/>
                        </a:buClr>
                        <a:defRPr sz="2000" kern="1200"/>
                      </a:lvl3pPr>
                      <a:lvl4pPr marL="1600200" lvl="3" indent="-228600">
                        <a:buClr>
                          <a:schemeClr val="tx2"/>
                        </a:buClr>
                        <a:defRPr sz="1800" kern="1200"/>
                      </a:lvl4pPr>
                      <a:lvl5pPr marL="2057400" lvl="4" indent="-228600">
                        <a:buClr>
                          <a:schemeClr val="hlink"/>
                        </a:buClr>
                        <a:buFont typeface="Wingdings 2" panose="05020102010507070707" pitchFamily="18" charset="2"/>
                        <a:defRPr sz="1800" kern="1200"/>
                      </a:lvl5pPr>
                    </a:lstStyle>
                    <a:p>
                      <a:pPr marL="0" lvl="0" indent="0">
                        <a:spcBef>
                          <a:spcPct val="0"/>
                        </a:spcBef>
                        <a:buNone/>
                      </a:pPr>
                      <a:r>
                        <a:rPr lang="zh-CN" altLang="en-US" sz="1200" dirty="0">
                          <a:latin typeface="隶书" panose="02010509060101010101" charset="-122"/>
                          <a:ea typeface="隶书" panose="02010509060101010101" charset="-122"/>
                          <a:cs typeface="隶书" panose="02010509060101010101" charset="-122"/>
                        </a:rPr>
                        <a:t>将</a:t>
                      </a:r>
                      <a:r>
                        <a:rPr lang="en-US" altLang="x-none" sz="1200" dirty="0">
                          <a:latin typeface="隶书" panose="02010509060101010101" charset="-122"/>
                          <a:ea typeface="隶书" panose="02010509060101010101" charset="-122"/>
                          <a:cs typeface="隶书" panose="02010509060101010101" charset="-122"/>
                        </a:rPr>
                        <a:t>st2</a:t>
                      </a:r>
                      <a:r>
                        <a:rPr lang="zh-CN" altLang="en-US" sz="1200" dirty="0">
                          <a:latin typeface="隶书" panose="02010509060101010101" charset="-122"/>
                          <a:ea typeface="隶书" panose="02010509060101010101" charset="-122"/>
                          <a:cs typeface="隶书" panose="02010509060101010101" charset="-122"/>
                        </a:rPr>
                        <a:t>前</a:t>
                      </a:r>
                      <a:r>
                        <a:rPr lang="en-US" altLang="x-none" sz="1200" dirty="0">
                          <a:latin typeface="隶书" panose="02010509060101010101" charset="-122"/>
                          <a:ea typeface="隶书" panose="02010509060101010101" charset="-122"/>
                          <a:cs typeface="隶书" panose="02010509060101010101" charset="-122"/>
                        </a:rPr>
                        <a:t>n</a:t>
                      </a:r>
                      <a:r>
                        <a:rPr lang="zh-CN" altLang="en-US" sz="1200" dirty="0">
                          <a:latin typeface="隶书" panose="02010509060101010101" charset="-122"/>
                          <a:ea typeface="隶书" panose="02010509060101010101" charset="-122"/>
                          <a:cs typeface="隶书" panose="02010509060101010101" charset="-122"/>
                        </a:rPr>
                        <a:t>个字符复制到</a:t>
                      </a:r>
                      <a:r>
                        <a:rPr lang="en-US" altLang="x-none" sz="1200" dirty="0">
                          <a:latin typeface="隶书" panose="02010509060101010101" charset="-122"/>
                          <a:ea typeface="隶书" panose="02010509060101010101" charset="-122"/>
                          <a:cs typeface="隶书" panose="02010509060101010101" charset="-122"/>
                        </a:rPr>
                        <a:t>st1</a:t>
                      </a:r>
                      <a:r>
                        <a:rPr lang="zh-CN" altLang="en-US" sz="1200" dirty="0">
                          <a:latin typeface="隶书" panose="02010509060101010101" charset="-122"/>
                          <a:ea typeface="隶书" panose="02010509060101010101" charset="-122"/>
                          <a:cs typeface="隶书" panose="02010509060101010101" charset="-122"/>
                        </a:rPr>
                        <a:t>中，返回</a:t>
                      </a:r>
                      <a:r>
                        <a:rPr lang="en-US" altLang="x-none" sz="1200" dirty="0">
                          <a:latin typeface="隶书" panose="02010509060101010101" charset="-122"/>
                          <a:ea typeface="隶书" panose="02010509060101010101" charset="-122"/>
                          <a:cs typeface="隶书" panose="02010509060101010101" charset="-122"/>
                        </a:rPr>
                        <a:t>st1</a:t>
                      </a:r>
                      <a:r>
                        <a:rPr lang="zh-CN" altLang="en-US" sz="1200" dirty="0">
                          <a:latin typeface="隶书" panose="02010509060101010101" charset="-122"/>
                          <a:ea typeface="隶书" panose="02010509060101010101" charset="-122"/>
                          <a:cs typeface="隶书" panose="02010509060101010101" charset="-122"/>
                        </a:rPr>
                        <a:t>的值。（前</a:t>
                      </a:r>
                      <a:r>
                        <a:rPr lang="en-US" altLang="x-none" sz="1200" dirty="0">
                          <a:latin typeface="隶书" panose="02010509060101010101" charset="-122"/>
                          <a:ea typeface="隶书" panose="02010509060101010101" charset="-122"/>
                          <a:cs typeface="隶书" panose="02010509060101010101" charset="-122"/>
                        </a:rPr>
                        <a:t>n</a:t>
                      </a:r>
                      <a:r>
                        <a:rPr lang="zh-CN" altLang="en-US" sz="1200" dirty="0">
                          <a:latin typeface="隶书" panose="02010509060101010101" charset="-122"/>
                          <a:ea typeface="隶书" panose="02010509060101010101" charset="-122"/>
                          <a:cs typeface="隶书" panose="02010509060101010101" charset="-122"/>
                        </a:rPr>
                        <a:t>个字符复制替换，其他不影响）</a:t>
                      </a:r>
                    </a:p>
                  </a:txBody>
                  <a:tcPr marT="45745" marB="45745">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4"/>
                  </a:ext>
                </a:extLst>
              </a:tr>
              <a:tr h="1026160">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tx2"/>
                        </a:buClr>
                        <a:buSzPct val="85000"/>
                        <a:defRPr sz="2400" kern="1200"/>
                      </a:lvl2pPr>
                      <a:lvl3pPr marL="1143000" lvl="2" indent="-228600">
                        <a:buClr>
                          <a:schemeClr val="hlink"/>
                        </a:buClr>
                        <a:defRPr sz="2000" kern="1200"/>
                      </a:lvl3pPr>
                      <a:lvl4pPr marL="1600200" lvl="3" indent="-228600">
                        <a:buClr>
                          <a:schemeClr val="tx2"/>
                        </a:buClr>
                        <a:defRPr sz="1800" kern="1200"/>
                      </a:lvl4pPr>
                      <a:lvl5pPr marL="2057400" lvl="4" indent="-228600">
                        <a:buClr>
                          <a:schemeClr val="hlink"/>
                        </a:buClr>
                        <a:buFont typeface="Wingdings 2" panose="05020102010507070707" pitchFamily="18" charset="2"/>
                        <a:defRPr sz="1800" kern="1200"/>
                      </a:lvl5pPr>
                    </a:lstStyle>
                    <a:p>
                      <a:pPr marL="0" lvl="0" indent="0">
                        <a:spcBef>
                          <a:spcPct val="0"/>
                        </a:spcBef>
                        <a:buNone/>
                      </a:pPr>
                      <a:r>
                        <a:rPr lang="en-US" altLang="x-none" sz="1200" dirty="0" err="1">
                          <a:latin typeface="隶书" panose="02010509060101010101" charset="-122"/>
                          <a:ea typeface="隶书" panose="02010509060101010101" charset="-122"/>
                        </a:rPr>
                        <a:t>strcmp</a:t>
                      </a:r>
                      <a:r>
                        <a:rPr lang="en-US" altLang="x-none" sz="1200" dirty="0">
                          <a:latin typeface="隶书" panose="02010509060101010101" charset="-122"/>
                          <a:ea typeface="隶书" panose="02010509060101010101" charset="-122"/>
                        </a:rPr>
                        <a:t>(st1,st2)</a:t>
                      </a:r>
                    </a:p>
                  </a:txBody>
                  <a:tcPr marT="45745" marB="45745"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tx2"/>
                        </a:buClr>
                        <a:buSzPct val="85000"/>
                        <a:defRPr sz="2400" kern="1200"/>
                      </a:lvl2pPr>
                      <a:lvl3pPr marL="1143000" lvl="2" indent="-228600">
                        <a:buClr>
                          <a:schemeClr val="hlink"/>
                        </a:buClr>
                        <a:defRPr sz="2000" kern="1200"/>
                      </a:lvl3pPr>
                      <a:lvl4pPr marL="1600200" lvl="3" indent="-228600">
                        <a:buClr>
                          <a:schemeClr val="tx2"/>
                        </a:buClr>
                        <a:defRPr sz="1800" kern="1200"/>
                      </a:lvl4pPr>
                      <a:lvl5pPr marL="2057400" lvl="4" indent="-228600">
                        <a:buClr>
                          <a:schemeClr val="hlink"/>
                        </a:buClr>
                        <a:buFont typeface="Wingdings 2" panose="05020102010507070707" pitchFamily="18" charset="2"/>
                        <a:defRPr sz="1800" kern="1200"/>
                      </a:lvl5pPr>
                    </a:lstStyle>
                    <a:p>
                      <a:pPr marL="0" lvl="0" indent="281305">
                        <a:spcBef>
                          <a:spcPct val="0"/>
                        </a:spcBef>
                        <a:buNone/>
                      </a:pPr>
                      <a:r>
                        <a:rPr lang="zh-CN" altLang="en-US" sz="1200" dirty="0">
                          <a:latin typeface="隶书" panose="02010509060101010101" charset="-122"/>
                          <a:ea typeface="隶书" panose="02010509060101010101" charset="-122"/>
                          <a:cs typeface="隶书" panose="02010509060101010101" charset="-122"/>
                        </a:rPr>
                        <a:t>比较</a:t>
                      </a:r>
                      <a:r>
                        <a:rPr lang="en-US" altLang="x-none" sz="1200" dirty="0">
                          <a:latin typeface="隶书" panose="02010509060101010101" charset="-122"/>
                          <a:ea typeface="隶书" panose="02010509060101010101" charset="-122"/>
                          <a:cs typeface="隶书" panose="02010509060101010101" charset="-122"/>
                        </a:rPr>
                        <a:t>st1</a:t>
                      </a:r>
                      <a:r>
                        <a:rPr lang="zh-CN" altLang="en-US" sz="1200" dirty="0">
                          <a:latin typeface="隶书" panose="02010509060101010101" charset="-122"/>
                          <a:ea typeface="隶书" panose="02010509060101010101" charset="-122"/>
                          <a:cs typeface="隶书" panose="02010509060101010101" charset="-122"/>
                        </a:rPr>
                        <a:t>和</a:t>
                      </a:r>
                      <a:r>
                        <a:rPr lang="en-US" altLang="x-none" sz="1200" dirty="0">
                          <a:latin typeface="隶书" panose="02010509060101010101" charset="-122"/>
                          <a:ea typeface="隶书" panose="02010509060101010101" charset="-122"/>
                          <a:cs typeface="隶书" panose="02010509060101010101" charset="-122"/>
                        </a:rPr>
                        <a:t>st2</a:t>
                      </a:r>
                      <a:r>
                        <a:rPr lang="zh-CN" altLang="en-US" sz="1200" dirty="0">
                          <a:latin typeface="隶书" panose="02010509060101010101" charset="-122"/>
                          <a:ea typeface="隶书" panose="02010509060101010101" charset="-122"/>
                          <a:cs typeface="隶书" panose="02010509060101010101" charset="-122"/>
                        </a:rPr>
                        <a:t>的大小，比较的结果由函数带回；</a:t>
                      </a:r>
                    </a:p>
                    <a:p>
                      <a:pPr marL="0" lvl="0" indent="281305" eaLnBrk="0" hangingPunct="0">
                        <a:spcBef>
                          <a:spcPct val="0"/>
                        </a:spcBef>
                        <a:buNone/>
                      </a:pPr>
                      <a:r>
                        <a:rPr lang="zh-CN" altLang="en-US" sz="1200" dirty="0">
                          <a:latin typeface="隶书" panose="02010509060101010101" charset="-122"/>
                          <a:ea typeface="隶书" panose="02010509060101010101" charset="-122"/>
                          <a:cs typeface="隶书" panose="02010509060101010101" charset="-122"/>
                        </a:rPr>
                        <a:t>如果</a:t>
                      </a:r>
                      <a:r>
                        <a:rPr lang="en-US" altLang="x-none" sz="1200" dirty="0">
                          <a:latin typeface="隶书" panose="02010509060101010101" charset="-122"/>
                          <a:ea typeface="隶书" panose="02010509060101010101" charset="-122"/>
                          <a:cs typeface="隶书" panose="02010509060101010101" charset="-122"/>
                        </a:rPr>
                        <a:t>st1&gt;st2</a:t>
                      </a:r>
                      <a:r>
                        <a:rPr lang="zh-CN" altLang="en-US" sz="1200" dirty="0">
                          <a:latin typeface="隶书" panose="02010509060101010101" charset="-122"/>
                          <a:ea typeface="隶书" panose="02010509060101010101" charset="-122"/>
                          <a:cs typeface="隶书" panose="02010509060101010101" charset="-122"/>
                        </a:rPr>
                        <a:t>，返回一个正整数；</a:t>
                      </a:r>
                    </a:p>
                    <a:p>
                      <a:pPr marL="0" lvl="0" indent="281305" eaLnBrk="0" hangingPunct="0">
                        <a:spcBef>
                          <a:spcPct val="0"/>
                        </a:spcBef>
                        <a:buNone/>
                      </a:pPr>
                      <a:r>
                        <a:rPr lang="zh-CN" altLang="en-US" sz="1200" dirty="0">
                          <a:latin typeface="隶书" panose="02010509060101010101" charset="-122"/>
                          <a:ea typeface="隶书" panose="02010509060101010101" charset="-122"/>
                          <a:cs typeface="隶书" panose="02010509060101010101" charset="-122"/>
                        </a:rPr>
                        <a:t>如果</a:t>
                      </a:r>
                      <a:r>
                        <a:rPr lang="en-US" altLang="x-none" sz="1200" dirty="0">
                          <a:latin typeface="隶书" panose="02010509060101010101" charset="-122"/>
                          <a:ea typeface="隶书" panose="02010509060101010101" charset="-122"/>
                          <a:cs typeface="隶书" panose="02010509060101010101" charset="-122"/>
                        </a:rPr>
                        <a:t>st1=st2</a:t>
                      </a:r>
                      <a:r>
                        <a:rPr lang="zh-CN" altLang="en-US" sz="1200" dirty="0">
                          <a:latin typeface="隶书" panose="02010509060101010101" charset="-122"/>
                          <a:ea typeface="隶书" panose="02010509060101010101" charset="-122"/>
                          <a:cs typeface="隶书" panose="02010509060101010101" charset="-122"/>
                        </a:rPr>
                        <a:t>，返回</a:t>
                      </a:r>
                      <a:r>
                        <a:rPr lang="en-US" altLang="x-none" sz="1200" dirty="0">
                          <a:latin typeface="隶书" panose="02010509060101010101" charset="-122"/>
                          <a:ea typeface="隶书" panose="02010509060101010101" charset="-122"/>
                          <a:cs typeface="隶书" panose="02010509060101010101" charset="-122"/>
                        </a:rPr>
                        <a:t>0</a:t>
                      </a:r>
                      <a:r>
                        <a:rPr lang="zh-CN" altLang="en-US" sz="1200" dirty="0">
                          <a:latin typeface="隶书" panose="02010509060101010101" charset="-122"/>
                          <a:ea typeface="隶书" panose="02010509060101010101" charset="-122"/>
                          <a:cs typeface="隶书" panose="02010509060101010101" charset="-122"/>
                        </a:rPr>
                        <a:t>；</a:t>
                      </a:r>
                    </a:p>
                    <a:p>
                      <a:pPr marL="0" lvl="0" indent="281305" eaLnBrk="0" hangingPunct="0">
                        <a:spcBef>
                          <a:spcPct val="0"/>
                        </a:spcBef>
                        <a:buNone/>
                      </a:pPr>
                      <a:r>
                        <a:rPr lang="zh-CN" altLang="en-US" sz="1200" dirty="0">
                          <a:latin typeface="隶书" panose="02010509060101010101" charset="-122"/>
                          <a:ea typeface="隶书" panose="02010509060101010101" charset="-122"/>
                          <a:cs typeface="隶书" panose="02010509060101010101" charset="-122"/>
                        </a:rPr>
                        <a:t>如果</a:t>
                      </a:r>
                      <a:r>
                        <a:rPr lang="en-US" altLang="x-none" sz="1200" dirty="0">
                          <a:latin typeface="隶书" panose="02010509060101010101" charset="-122"/>
                          <a:ea typeface="隶书" panose="02010509060101010101" charset="-122"/>
                          <a:cs typeface="隶书" panose="02010509060101010101" charset="-122"/>
                        </a:rPr>
                        <a:t>st1&lt;st2</a:t>
                      </a:r>
                      <a:r>
                        <a:rPr lang="zh-CN" altLang="en-US" sz="1200" dirty="0">
                          <a:latin typeface="隶书" panose="02010509060101010101" charset="-122"/>
                          <a:ea typeface="隶书" panose="02010509060101010101" charset="-122"/>
                          <a:cs typeface="隶书" panose="02010509060101010101" charset="-122"/>
                        </a:rPr>
                        <a:t>，返回一个负整数；</a:t>
                      </a:r>
                    </a:p>
                    <a:p>
                      <a:pPr marL="0" lvl="0" indent="281305" eaLnBrk="0" hangingPunct="0">
                        <a:spcBef>
                          <a:spcPct val="0"/>
                        </a:spcBef>
                        <a:buNone/>
                      </a:pPr>
                      <a:r>
                        <a:rPr lang="zh-CN" altLang="en-US" sz="1200" dirty="0">
                          <a:latin typeface="隶书" panose="02010509060101010101" charset="-122"/>
                          <a:ea typeface="隶书" panose="02010509060101010101" charset="-122"/>
                          <a:cs typeface="隶书" panose="02010509060101010101" charset="-122"/>
                        </a:rPr>
                        <a:t>（首先逐位按照字符</a:t>
                      </a:r>
                      <a:r>
                        <a:rPr lang="en-US" altLang="x-none" sz="1200" dirty="0">
                          <a:latin typeface="隶书" panose="02010509060101010101" charset="-122"/>
                          <a:ea typeface="隶书" panose="02010509060101010101" charset="-122"/>
                          <a:cs typeface="隶书" panose="02010509060101010101" charset="-122"/>
                        </a:rPr>
                        <a:t>ASCII</a:t>
                      </a:r>
                      <a:r>
                        <a:rPr lang="zh-CN" altLang="en-US" sz="1200" dirty="0">
                          <a:latin typeface="隶书" panose="02010509060101010101" charset="-122"/>
                          <a:ea typeface="隶书" panose="02010509060101010101" charset="-122"/>
                          <a:cs typeface="隶书" panose="02010509060101010101" charset="-122"/>
                        </a:rPr>
                        <a:t>码值比较，如果对应位都相同，则长串大）</a:t>
                      </a:r>
                    </a:p>
                  </a:txBody>
                  <a:tcPr marT="45745" marB="45745">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5"/>
                  </a:ext>
                </a:extLst>
              </a:tr>
              <a:tr h="579120">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tx2"/>
                        </a:buClr>
                        <a:buSzPct val="85000"/>
                        <a:defRPr sz="2400" kern="1200"/>
                      </a:lvl2pPr>
                      <a:lvl3pPr marL="1143000" lvl="2" indent="-228600">
                        <a:buClr>
                          <a:schemeClr val="hlink"/>
                        </a:buClr>
                        <a:defRPr sz="2000" kern="1200"/>
                      </a:lvl3pPr>
                      <a:lvl4pPr marL="1600200" lvl="3" indent="-228600">
                        <a:buClr>
                          <a:schemeClr val="tx2"/>
                        </a:buClr>
                        <a:defRPr sz="1800" kern="1200"/>
                      </a:lvl4pPr>
                      <a:lvl5pPr marL="2057400" lvl="4" indent="-228600">
                        <a:buClr>
                          <a:schemeClr val="hlink"/>
                        </a:buClr>
                        <a:buFont typeface="Wingdings 2" panose="05020102010507070707" pitchFamily="18" charset="2"/>
                        <a:defRPr sz="1800" kern="1200"/>
                      </a:lvl5pPr>
                    </a:lstStyle>
                    <a:p>
                      <a:pPr marL="0" lvl="0" indent="0">
                        <a:spcBef>
                          <a:spcPct val="0"/>
                        </a:spcBef>
                        <a:buNone/>
                      </a:pPr>
                      <a:r>
                        <a:rPr lang="en-US" altLang="x-none" sz="1200">
                          <a:latin typeface="隶书" panose="02010509060101010101" charset="-122"/>
                          <a:ea typeface="隶书" panose="02010509060101010101" charset="-122"/>
                        </a:rPr>
                        <a:t>strncmp(st1,st2,n)</a:t>
                      </a:r>
                    </a:p>
                  </a:txBody>
                  <a:tcPr marT="45745" marB="45745"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tx2"/>
                        </a:buClr>
                        <a:buSzPct val="85000"/>
                        <a:defRPr sz="2400" kern="1200"/>
                      </a:lvl2pPr>
                      <a:lvl3pPr marL="1143000" lvl="2" indent="-228600">
                        <a:buClr>
                          <a:schemeClr val="hlink"/>
                        </a:buClr>
                        <a:defRPr sz="2000" kern="1200"/>
                      </a:lvl3pPr>
                      <a:lvl4pPr marL="1600200" lvl="3" indent="-228600">
                        <a:buClr>
                          <a:schemeClr val="tx2"/>
                        </a:buClr>
                        <a:defRPr sz="1800" kern="1200"/>
                      </a:lvl4pPr>
                      <a:lvl5pPr marL="2057400" lvl="4" indent="-228600">
                        <a:buClr>
                          <a:schemeClr val="hlink"/>
                        </a:buClr>
                        <a:buFont typeface="Wingdings 2" panose="05020102010507070707" pitchFamily="18" charset="2"/>
                        <a:defRPr sz="1800" kern="1200"/>
                      </a:lvl5pPr>
                    </a:lstStyle>
                    <a:p>
                      <a:pPr marL="0" lvl="0" indent="0">
                        <a:spcBef>
                          <a:spcPct val="0"/>
                        </a:spcBef>
                        <a:buNone/>
                      </a:pPr>
                      <a:r>
                        <a:rPr lang="zh-CN" altLang="en-US" sz="1200" dirty="0">
                          <a:latin typeface="隶书" panose="02010509060101010101" charset="-122"/>
                          <a:ea typeface="隶书" panose="02010509060101010101" charset="-122"/>
                          <a:cs typeface="隶书" panose="02010509060101010101" charset="-122"/>
                        </a:rPr>
                        <a:t>比较</a:t>
                      </a:r>
                      <a:r>
                        <a:rPr lang="en-US" altLang="x-none" sz="1200" dirty="0">
                          <a:latin typeface="隶书" panose="02010509060101010101" charset="-122"/>
                          <a:ea typeface="隶书" panose="02010509060101010101" charset="-122"/>
                          <a:cs typeface="隶书" panose="02010509060101010101" charset="-122"/>
                        </a:rPr>
                        <a:t>st1</a:t>
                      </a:r>
                      <a:r>
                        <a:rPr lang="zh-CN" altLang="en-US" sz="1200" dirty="0">
                          <a:latin typeface="隶书" panose="02010509060101010101" charset="-122"/>
                          <a:ea typeface="隶书" panose="02010509060101010101" charset="-122"/>
                          <a:cs typeface="隶书" panose="02010509060101010101" charset="-122"/>
                        </a:rPr>
                        <a:t>和</a:t>
                      </a:r>
                      <a:r>
                        <a:rPr lang="en-US" altLang="x-none" sz="1200" dirty="0">
                          <a:latin typeface="隶书" panose="02010509060101010101" charset="-122"/>
                          <a:ea typeface="隶书" panose="02010509060101010101" charset="-122"/>
                          <a:cs typeface="隶书" panose="02010509060101010101" charset="-122"/>
                        </a:rPr>
                        <a:t>st2</a:t>
                      </a:r>
                      <a:r>
                        <a:rPr lang="zh-CN" altLang="en-US" sz="1200" dirty="0">
                          <a:latin typeface="隶书" panose="02010509060101010101" charset="-122"/>
                          <a:ea typeface="隶书" panose="02010509060101010101" charset="-122"/>
                          <a:cs typeface="隶书" panose="02010509060101010101" charset="-122"/>
                        </a:rPr>
                        <a:t>的前</a:t>
                      </a:r>
                      <a:r>
                        <a:rPr lang="en-US" altLang="x-none" sz="1200" dirty="0">
                          <a:latin typeface="隶书" panose="02010509060101010101" charset="-122"/>
                          <a:ea typeface="隶书" panose="02010509060101010101" charset="-122"/>
                          <a:cs typeface="隶书" panose="02010509060101010101" charset="-122"/>
                        </a:rPr>
                        <a:t>n</a:t>
                      </a:r>
                      <a:r>
                        <a:rPr lang="zh-CN" altLang="en-US" sz="1200" dirty="0">
                          <a:latin typeface="隶书" panose="02010509060101010101" charset="-122"/>
                          <a:ea typeface="隶书" panose="02010509060101010101" charset="-122"/>
                          <a:cs typeface="隶书" panose="02010509060101010101" charset="-122"/>
                        </a:rPr>
                        <a:t>个字符进行比较，函数返回值的情况同</a:t>
                      </a:r>
                      <a:r>
                        <a:rPr lang="en-US" altLang="x-none" sz="1200" dirty="0" err="1">
                          <a:latin typeface="隶书" panose="02010509060101010101" charset="-122"/>
                          <a:ea typeface="隶书" panose="02010509060101010101" charset="-122"/>
                          <a:cs typeface="隶书" panose="02010509060101010101" charset="-122"/>
                        </a:rPr>
                        <a:t>strcmp</a:t>
                      </a:r>
                      <a:r>
                        <a:rPr lang="zh-CN" altLang="en-US" sz="1200" dirty="0">
                          <a:latin typeface="隶书" panose="02010509060101010101" charset="-122"/>
                          <a:ea typeface="隶书" panose="02010509060101010101" charset="-122"/>
                          <a:cs typeface="隶书" panose="02010509060101010101" charset="-122"/>
                        </a:rPr>
                        <a:t>函数；</a:t>
                      </a:r>
                    </a:p>
                  </a:txBody>
                  <a:tcPr marT="45745" marB="45745">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6"/>
                  </a:ext>
                </a:extLst>
              </a:tr>
              <a:tr h="335280">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tx2"/>
                        </a:buClr>
                        <a:buSzPct val="85000"/>
                        <a:defRPr sz="2400" kern="1200"/>
                      </a:lvl2pPr>
                      <a:lvl3pPr marL="1143000" lvl="2" indent="-228600">
                        <a:buClr>
                          <a:schemeClr val="hlink"/>
                        </a:buClr>
                        <a:defRPr sz="2000" kern="1200"/>
                      </a:lvl3pPr>
                      <a:lvl4pPr marL="1600200" lvl="3" indent="-228600">
                        <a:buClr>
                          <a:schemeClr val="tx2"/>
                        </a:buClr>
                        <a:defRPr sz="1800" kern="1200"/>
                      </a:lvl4pPr>
                      <a:lvl5pPr marL="2057400" lvl="4" indent="-228600">
                        <a:buClr>
                          <a:schemeClr val="hlink"/>
                        </a:buClr>
                        <a:buFont typeface="Wingdings 2" panose="05020102010507070707" pitchFamily="18" charset="2"/>
                        <a:defRPr sz="1800" kern="1200"/>
                      </a:lvl5pPr>
                    </a:lstStyle>
                    <a:p>
                      <a:pPr marL="0" lvl="0" indent="0">
                        <a:spcBef>
                          <a:spcPct val="0"/>
                        </a:spcBef>
                        <a:buNone/>
                      </a:pPr>
                      <a:r>
                        <a:rPr lang="en-US" altLang="x-none" sz="1200" err="1">
                          <a:latin typeface="隶书" panose="02010509060101010101" charset="-122"/>
                          <a:ea typeface="隶书" panose="02010509060101010101" charset="-122"/>
                        </a:rPr>
                        <a:t>strlen(st</a:t>
                      </a:r>
                      <a:r>
                        <a:rPr lang="en-US" altLang="x-none" sz="1200">
                          <a:latin typeface="隶书" panose="02010509060101010101" charset="-122"/>
                          <a:ea typeface="隶书" panose="02010509060101010101" charset="-122"/>
                        </a:rPr>
                        <a:t>)</a:t>
                      </a:r>
                    </a:p>
                  </a:txBody>
                  <a:tcPr marT="45745" marB="45745">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tx2"/>
                        </a:buClr>
                        <a:buSzPct val="85000"/>
                        <a:defRPr sz="2400" kern="1200"/>
                      </a:lvl2pPr>
                      <a:lvl3pPr marL="1143000" lvl="2" indent="-228600">
                        <a:buClr>
                          <a:schemeClr val="hlink"/>
                        </a:buClr>
                        <a:defRPr sz="2000" kern="1200"/>
                      </a:lvl3pPr>
                      <a:lvl4pPr marL="1600200" lvl="3" indent="-228600">
                        <a:buClr>
                          <a:schemeClr val="tx2"/>
                        </a:buClr>
                        <a:defRPr sz="1800" kern="1200"/>
                      </a:lvl4pPr>
                      <a:lvl5pPr marL="2057400" lvl="4" indent="-228600">
                        <a:buClr>
                          <a:schemeClr val="hlink"/>
                        </a:buClr>
                        <a:buFont typeface="Wingdings 2" panose="05020102010507070707" pitchFamily="18" charset="2"/>
                        <a:defRPr sz="1800" kern="1200"/>
                      </a:lvl5pPr>
                    </a:lstStyle>
                    <a:p>
                      <a:pPr marL="0" lvl="0" indent="0">
                        <a:spcBef>
                          <a:spcPct val="0"/>
                        </a:spcBef>
                        <a:buNone/>
                      </a:pPr>
                      <a:r>
                        <a:rPr lang="zh-CN" altLang="en-US" sz="1200" dirty="0">
                          <a:latin typeface="隶书" panose="02010509060101010101" charset="-122"/>
                          <a:ea typeface="隶书" panose="02010509060101010101" charset="-122"/>
                          <a:cs typeface="隶书" panose="02010509060101010101" charset="-122"/>
                        </a:rPr>
                        <a:t>计算</a:t>
                      </a:r>
                      <a:r>
                        <a:rPr lang="en-US" altLang="x-none" sz="1200" dirty="0" err="1">
                          <a:latin typeface="隶书" panose="02010509060101010101" charset="-122"/>
                          <a:ea typeface="隶书" panose="02010509060101010101" charset="-122"/>
                          <a:cs typeface="隶书" panose="02010509060101010101" charset="-122"/>
                        </a:rPr>
                        <a:t>st</a:t>
                      </a:r>
                      <a:r>
                        <a:rPr lang="zh-CN" altLang="en-US" sz="1200" dirty="0">
                          <a:latin typeface="隶书" panose="02010509060101010101" charset="-122"/>
                          <a:ea typeface="隶书" panose="02010509060101010101" charset="-122"/>
                          <a:cs typeface="隶书" panose="02010509060101010101" charset="-122"/>
                        </a:rPr>
                        <a:t>的长度，终止符’</a:t>
                      </a:r>
                      <a:r>
                        <a:rPr lang="en-US" altLang="x-none" sz="1200" dirty="0">
                          <a:latin typeface="隶书" panose="02010509060101010101" charset="-122"/>
                          <a:ea typeface="隶书" panose="02010509060101010101" charset="-122"/>
                          <a:cs typeface="隶书" panose="02010509060101010101" charset="-122"/>
                        </a:rPr>
                        <a:t>\0’</a:t>
                      </a:r>
                      <a:r>
                        <a:rPr lang="zh-CN" altLang="en-US" sz="1200" dirty="0">
                          <a:latin typeface="隶书" panose="02010509060101010101" charset="-122"/>
                          <a:ea typeface="隶书" panose="02010509060101010101" charset="-122"/>
                          <a:cs typeface="隶书" panose="02010509060101010101" charset="-122"/>
                        </a:rPr>
                        <a:t>不算在长度之内</a:t>
                      </a:r>
                    </a:p>
                  </a:txBody>
                  <a:tcPr marT="45745" marB="45745">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7"/>
                  </a:ext>
                </a:extLst>
              </a:tr>
              <a:tr h="335280">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tx2"/>
                        </a:buClr>
                        <a:buSzPct val="85000"/>
                        <a:defRPr sz="2400" kern="1200"/>
                      </a:lvl2pPr>
                      <a:lvl3pPr marL="1143000" lvl="2" indent="-228600">
                        <a:buClr>
                          <a:schemeClr val="hlink"/>
                        </a:buClr>
                        <a:defRPr sz="2000" kern="1200"/>
                      </a:lvl3pPr>
                      <a:lvl4pPr marL="1600200" lvl="3" indent="-228600">
                        <a:buClr>
                          <a:schemeClr val="tx2"/>
                        </a:buClr>
                        <a:defRPr sz="1800" kern="1200"/>
                      </a:lvl4pPr>
                      <a:lvl5pPr marL="2057400" lvl="4" indent="-228600">
                        <a:buClr>
                          <a:schemeClr val="hlink"/>
                        </a:buClr>
                        <a:buFont typeface="Wingdings 2" panose="05020102010507070707" pitchFamily="18" charset="2"/>
                        <a:defRPr sz="1800" kern="1200"/>
                      </a:lvl5pPr>
                    </a:lstStyle>
                    <a:p>
                      <a:pPr marL="0" lvl="0" indent="0">
                        <a:spcBef>
                          <a:spcPct val="0"/>
                        </a:spcBef>
                        <a:buNone/>
                      </a:pPr>
                      <a:r>
                        <a:rPr lang="en-US" altLang="x-none" sz="1200" err="1">
                          <a:latin typeface="隶书" panose="02010509060101010101" charset="-122"/>
                          <a:ea typeface="隶书" panose="02010509060101010101" charset="-122"/>
                        </a:rPr>
                        <a:t>strlwr(st</a:t>
                      </a:r>
                      <a:r>
                        <a:rPr lang="en-US" altLang="x-none" sz="1200">
                          <a:latin typeface="隶书" panose="02010509060101010101" charset="-122"/>
                          <a:ea typeface="隶书" panose="02010509060101010101" charset="-122"/>
                        </a:rPr>
                        <a:t>)</a:t>
                      </a:r>
                    </a:p>
                  </a:txBody>
                  <a:tcPr marT="45745" marB="45745">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tx2"/>
                        </a:buClr>
                        <a:buSzPct val="85000"/>
                        <a:defRPr sz="2400" kern="1200"/>
                      </a:lvl2pPr>
                      <a:lvl3pPr marL="1143000" lvl="2" indent="-228600">
                        <a:buClr>
                          <a:schemeClr val="hlink"/>
                        </a:buClr>
                        <a:defRPr sz="2000" kern="1200"/>
                      </a:lvl3pPr>
                      <a:lvl4pPr marL="1600200" lvl="3" indent="-228600">
                        <a:buClr>
                          <a:schemeClr val="tx2"/>
                        </a:buClr>
                        <a:defRPr sz="1800" kern="1200"/>
                      </a:lvl4pPr>
                      <a:lvl5pPr marL="2057400" lvl="4" indent="-228600">
                        <a:buClr>
                          <a:schemeClr val="hlink"/>
                        </a:buClr>
                        <a:buFont typeface="Wingdings 2" panose="05020102010507070707" pitchFamily="18" charset="2"/>
                        <a:defRPr sz="1800" kern="1200"/>
                      </a:lvl5pPr>
                    </a:lstStyle>
                    <a:p>
                      <a:pPr marL="0" lvl="0" indent="0">
                        <a:spcBef>
                          <a:spcPct val="0"/>
                        </a:spcBef>
                        <a:buNone/>
                      </a:pPr>
                      <a:r>
                        <a:rPr lang="zh-CN" altLang="en-US" sz="1200" dirty="0">
                          <a:latin typeface="隶书" panose="02010509060101010101" charset="-122"/>
                          <a:ea typeface="隶书" panose="02010509060101010101" charset="-122"/>
                          <a:cs typeface="隶书" panose="02010509060101010101" charset="-122"/>
                        </a:rPr>
                        <a:t>将</a:t>
                      </a:r>
                      <a:r>
                        <a:rPr lang="en-US" altLang="x-none" sz="1200" dirty="0" err="1">
                          <a:latin typeface="隶书" panose="02010509060101010101" charset="-122"/>
                          <a:ea typeface="隶书" panose="02010509060101010101" charset="-122"/>
                          <a:cs typeface="隶书" panose="02010509060101010101" charset="-122"/>
                        </a:rPr>
                        <a:t>st</a:t>
                      </a:r>
                      <a:r>
                        <a:rPr lang="zh-CN" altLang="en-US" sz="1200" dirty="0">
                          <a:latin typeface="隶书" panose="02010509060101010101" charset="-122"/>
                          <a:ea typeface="隶书" panose="02010509060101010101" charset="-122"/>
                          <a:cs typeface="隶书" panose="02010509060101010101" charset="-122"/>
                        </a:rPr>
                        <a:t>中大写字母换成小写字母</a:t>
                      </a:r>
                    </a:p>
                  </a:txBody>
                  <a:tcPr marT="45745" marB="45745">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8"/>
                  </a:ext>
                </a:extLst>
              </a:tr>
              <a:tr h="335280">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tx2"/>
                        </a:buClr>
                        <a:buSzPct val="85000"/>
                        <a:defRPr sz="2400" kern="1200"/>
                      </a:lvl2pPr>
                      <a:lvl3pPr marL="1143000" lvl="2" indent="-228600">
                        <a:buClr>
                          <a:schemeClr val="hlink"/>
                        </a:buClr>
                        <a:defRPr sz="2000" kern="1200"/>
                      </a:lvl3pPr>
                      <a:lvl4pPr marL="1600200" lvl="3" indent="-228600">
                        <a:buClr>
                          <a:schemeClr val="tx2"/>
                        </a:buClr>
                        <a:defRPr sz="1800" kern="1200"/>
                      </a:lvl4pPr>
                      <a:lvl5pPr marL="2057400" lvl="4" indent="-228600">
                        <a:buClr>
                          <a:schemeClr val="hlink"/>
                        </a:buClr>
                        <a:buFont typeface="Wingdings 2" panose="05020102010507070707" pitchFamily="18" charset="2"/>
                        <a:defRPr sz="1800" kern="1200"/>
                      </a:lvl5pPr>
                    </a:lstStyle>
                    <a:p>
                      <a:pPr marL="0" lvl="0" indent="0">
                        <a:spcBef>
                          <a:spcPct val="0"/>
                        </a:spcBef>
                        <a:buNone/>
                      </a:pPr>
                      <a:r>
                        <a:rPr lang="en-US" altLang="x-none" sz="1200" err="1">
                          <a:latin typeface="隶书" panose="02010509060101010101" charset="-122"/>
                          <a:ea typeface="隶书" panose="02010509060101010101" charset="-122"/>
                        </a:rPr>
                        <a:t>strupr(st</a:t>
                      </a:r>
                      <a:r>
                        <a:rPr lang="en-US" altLang="x-none" sz="1200">
                          <a:latin typeface="隶书" panose="02010509060101010101" charset="-122"/>
                          <a:ea typeface="隶书" panose="02010509060101010101" charset="-122"/>
                        </a:rPr>
                        <a:t>)</a:t>
                      </a:r>
                    </a:p>
                  </a:txBody>
                  <a:tcPr marT="45745" marB="45745">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buClr>
                          <a:schemeClr val="tx2"/>
                        </a:buClr>
                        <a:buSzPct val="85000"/>
                        <a:defRPr sz="2400" kern="1200"/>
                      </a:lvl2pPr>
                      <a:lvl3pPr marL="1143000" lvl="2" indent="-228600">
                        <a:buClr>
                          <a:schemeClr val="hlink"/>
                        </a:buClr>
                        <a:defRPr sz="2000" kern="1200"/>
                      </a:lvl3pPr>
                      <a:lvl4pPr marL="1600200" lvl="3" indent="-228600">
                        <a:buClr>
                          <a:schemeClr val="tx2"/>
                        </a:buClr>
                        <a:defRPr sz="1800" kern="1200"/>
                      </a:lvl4pPr>
                      <a:lvl5pPr marL="2057400" lvl="4" indent="-228600">
                        <a:buClr>
                          <a:schemeClr val="hlink"/>
                        </a:buClr>
                        <a:buFont typeface="Wingdings 2" panose="05020102010507070707" pitchFamily="18" charset="2"/>
                        <a:defRPr sz="1800" kern="1200"/>
                      </a:lvl5pPr>
                    </a:lstStyle>
                    <a:p>
                      <a:pPr marL="0" lvl="0" indent="0">
                        <a:spcBef>
                          <a:spcPct val="0"/>
                        </a:spcBef>
                        <a:buNone/>
                      </a:pPr>
                      <a:r>
                        <a:rPr lang="zh-CN" altLang="en-US" sz="1200" dirty="0">
                          <a:latin typeface="隶书" panose="02010509060101010101" charset="-122"/>
                          <a:ea typeface="隶书" panose="02010509060101010101" charset="-122"/>
                          <a:cs typeface="隶书" panose="02010509060101010101" charset="-122"/>
                        </a:rPr>
                        <a:t>将</a:t>
                      </a:r>
                      <a:r>
                        <a:rPr lang="en-US" altLang="x-none" sz="1200" dirty="0" err="1">
                          <a:latin typeface="隶书" panose="02010509060101010101" charset="-122"/>
                          <a:ea typeface="隶书" panose="02010509060101010101" charset="-122"/>
                          <a:cs typeface="隶书" panose="02010509060101010101" charset="-122"/>
                        </a:rPr>
                        <a:t>st</a:t>
                      </a:r>
                      <a:r>
                        <a:rPr lang="zh-CN" altLang="en-US" sz="1200" dirty="0">
                          <a:latin typeface="隶书" panose="02010509060101010101" charset="-122"/>
                          <a:ea typeface="隶书" panose="02010509060101010101" charset="-122"/>
                          <a:cs typeface="隶书" panose="02010509060101010101" charset="-122"/>
                        </a:rPr>
                        <a:t>中小写字母换成大写字母</a:t>
                      </a:r>
                    </a:p>
                  </a:txBody>
                  <a:tcPr marT="45745" marB="45745">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9"/>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to="" calcmode="lin" valueType="num">
                                      <p:cBhvr>
                                        <p:cTn id="7" dur="1" fill="hold"/>
                                        <p:tgtEl>
                                          <p:spTgt spid="6"/>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组合 3"/>
          <p:cNvGrpSpPr/>
          <p:nvPr/>
        </p:nvGrpSpPr>
        <p:grpSpPr>
          <a:xfrm>
            <a:off x="-23495" y="-113665"/>
            <a:ext cx="4674235" cy="787861"/>
            <a:chOff x="201757" y="129906"/>
            <a:chExt cx="6264696" cy="1096834"/>
          </a:xfrm>
        </p:grpSpPr>
        <p:pic>
          <p:nvPicPr>
            <p:cNvPr id="19473" name="Picture 9" descr="F:\ppt素材\图标\我收集的图标\字体\3.png"/>
            <p:cNvPicPr>
              <a:picLocks noChangeAspect="1"/>
            </p:cNvPicPr>
            <p:nvPr/>
          </p:nvPicPr>
          <p:blipFill>
            <a:blip r:embed="rId2"/>
            <a:stretch>
              <a:fillRect/>
            </a:stretch>
          </p:blipFill>
          <p:spPr>
            <a:xfrm rot="5400000">
              <a:off x="2884210" y="-2418911"/>
              <a:ext cx="899790" cy="6264696"/>
            </a:xfrm>
            <a:prstGeom prst="rect">
              <a:avLst/>
            </a:prstGeom>
            <a:noFill/>
            <a:ln w="9525">
              <a:noFill/>
            </a:ln>
          </p:spPr>
        </p:pic>
        <p:pic>
          <p:nvPicPr>
            <p:cNvPr id="19474" name="Picture 6" descr="F:\超棒ppt模板\中国风\中国风物件\maobi.png"/>
            <p:cNvPicPr>
              <a:picLocks noChangeAspect="1"/>
            </p:cNvPicPr>
            <p:nvPr/>
          </p:nvPicPr>
          <p:blipFill>
            <a:blip r:embed="rId3"/>
            <a:stretch>
              <a:fillRect/>
            </a:stretch>
          </p:blipFill>
          <p:spPr>
            <a:xfrm>
              <a:off x="308134" y="129906"/>
              <a:ext cx="775209" cy="775006"/>
            </a:xfrm>
            <a:prstGeom prst="rect">
              <a:avLst/>
            </a:prstGeom>
            <a:noFill/>
            <a:ln w="9525">
              <a:noFill/>
            </a:ln>
          </p:spPr>
        </p:pic>
        <p:sp>
          <p:nvSpPr>
            <p:cNvPr id="19475" name="TextBox 2"/>
            <p:cNvSpPr txBox="1"/>
            <p:nvPr/>
          </p:nvSpPr>
          <p:spPr>
            <a:xfrm>
              <a:off x="1083609" y="500071"/>
              <a:ext cx="2844474" cy="726669"/>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eaLnBrk="1" hangingPunct="1">
                <a:lnSpc>
                  <a:spcPct val="100000"/>
                </a:lnSpc>
                <a:spcBef>
                  <a:spcPct val="0"/>
                </a:spcBef>
                <a:buNone/>
              </a:pPr>
              <a:r>
                <a:rPr lang="zh-CN" altLang="en-US" b="1" dirty="0">
                  <a:solidFill>
                    <a:schemeClr val="bg1"/>
                  </a:solidFill>
                  <a:latin typeface="楷体" panose="02010609060101010101" pitchFamily="1" charset="-122"/>
                  <a:ea typeface="楷体" panose="02010609060101010101" pitchFamily="1" charset="-122"/>
                </a:rPr>
                <a:t>字符串</a:t>
              </a:r>
            </a:p>
          </p:txBody>
        </p:sp>
      </p:grpSp>
      <p:pic>
        <p:nvPicPr>
          <p:cNvPr id="4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4835" y="4641215"/>
            <a:ext cx="965200" cy="50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文本框 1"/>
          <p:cNvSpPr txBox="1"/>
          <p:nvPr/>
        </p:nvSpPr>
        <p:spPr>
          <a:xfrm>
            <a:off x="280670" y="1241425"/>
            <a:ext cx="4314825" cy="3692525"/>
          </a:xfrm>
          <a:prstGeom prst="rect">
            <a:avLst/>
          </a:prstGeom>
          <a:noFill/>
        </p:spPr>
        <p:txBody>
          <a:bodyPr wrap="square" rtlCol="0" anchor="t">
            <a:spAutoFit/>
          </a:bodyPr>
          <a:lstStyle/>
          <a:p>
            <a:r>
              <a:rPr lang="en-US" altLang="zh-CN" dirty="0" smtClean="0">
                <a:solidFill>
                  <a:srgbClr val="804000"/>
                </a:solidFill>
                <a:highlight>
                  <a:srgbClr val="FFFFFF"/>
                </a:highlight>
                <a:sym typeface="+mn-ea"/>
              </a:rPr>
              <a:t>#</a:t>
            </a:r>
            <a:r>
              <a:rPr lang="en-US" altLang="zh-CN" dirty="0">
                <a:solidFill>
                  <a:srgbClr val="804000"/>
                </a:solidFill>
                <a:highlight>
                  <a:srgbClr val="FFFFFF"/>
                </a:highlight>
                <a:sym typeface="+mn-ea"/>
              </a:rPr>
              <a:t>include&lt;</a:t>
            </a:r>
            <a:r>
              <a:rPr lang="en-US" altLang="zh-CN" dirty="0" err="1">
                <a:solidFill>
                  <a:srgbClr val="804000"/>
                </a:solidFill>
                <a:highlight>
                  <a:srgbClr val="FFFFFF"/>
                </a:highlight>
                <a:sym typeface="+mn-ea"/>
              </a:rPr>
              <a:t>cstdio</a:t>
            </a:r>
            <a:r>
              <a:rPr lang="en-US" altLang="zh-CN" dirty="0">
                <a:solidFill>
                  <a:srgbClr val="804000"/>
                </a:solidFill>
                <a:highlight>
                  <a:srgbClr val="FFFFFF"/>
                </a:highlight>
                <a:sym typeface="+mn-ea"/>
              </a:rPr>
              <a:t>&gt;          </a:t>
            </a:r>
            <a:r>
              <a:rPr lang="zh-CN" altLang="en-US" dirty="0">
                <a:solidFill>
                  <a:srgbClr val="804000"/>
                </a:solidFill>
                <a:highlight>
                  <a:srgbClr val="FFFFFF"/>
                </a:highlight>
                <a:sym typeface="+mn-ea"/>
              </a:rPr>
              <a:t>　　</a:t>
            </a:r>
            <a:endParaRPr lang="zh-CN" altLang="en-US" dirty="0">
              <a:solidFill>
                <a:srgbClr val="804000"/>
              </a:solidFill>
              <a:highlight>
                <a:srgbClr val="FFFFFF"/>
              </a:highlight>
            </a:endParaRPr>
          </a:p>
          <a:p>
            <a:r>
              <a:rPr lang="en-US" altLang="zh-CN" dirty="0">
                <a:solidFill>
                  <a:srgbClr val="804000"/>
                </a:solidFill>
                <a:highlight>
                  <a:srgbClr val="FFFFFF"/>
                </a:highlight>
                <a:sym typeface="+mn-ea"/>
              </a:rPr>
              <a:t>#include&lt;</a:t>
            </a:r>
            <a:r>
              <a:rPr lang="en-US" altLang="zh-CN" dirty="0" err="1">
                <a:solidFill>
                  <a:srgbClr val="804000"/>
                </a:solidFill>
                <a:highlight>
                  <a:srgbClr val="FFFFFF"/>
                </a:highlight>
                <a:sym typeface="+mn-ea"/>
              </a:rPr>
              <a:t>cstring</a:t>
            </a:r>
            <a:r>
              <a:rPr lang="en-US" altLang="zh-CN" dirty="0">
                <a:solidFill>
                  <a:srgbClr val="804000"/>
                </a:solidFill>
                <a:highlight>
                  <a:srgbClr val="FFFFFF"/>
                </a:highlight>
                <a:sym typeface="+mn-ea"/>
              </a:rPr>
              <a:t>&gt;</a:t>
            </a:r>
            <a:r>
              <a:rPr lang="zh-CN" altLang="en-US" dirty="0">
                <a:solidFill>
                  <a:srgbClr val="804000"/>
                </a:solidFill>
                <a:highlight>
                  <a:srgbClr val="FFFFFF"/>
                </a:highlight>
                <a:sym typeface="+mn-ea"/>
              </a:rPr>
              <a:t>　</a:t>
            </a:r>
            <a:endParaRPr lang="zh-CN" altLang="en-US" dirty="0">
              <a:solidFill>
                <a:srgbClr val="804000"/>
              </a:solidFill>
              <a:highlight>
                <a:srgbClr val="FFFFFF"/>
              </a:highlight>
            </a:endParaRPr>
          </a:p>
          <a:p>
            <a:r>
              <a:rPr lang="en-US" altLang="zh-CN" b="1" dirty="0">
                <a:solidFill>
                  <a:srgbClr val="0000FF"/>
                </a:solidFill>
                <a:highlight>
                  <a:srgbClr val="FFFFFF"/>
                </a:highlight>
                <a:sym typeface="+mn-ea"/>
              </a:rPr>
              <a:t>using</a:t>
            </a:r>
            <a:r>
              <a:rPr lang="en-US" altLang="zh-CN" dirty="0">
                <a:solidFill>
                  <a:srgbClr val="000000"/>
                </a:solidFill>
                <a:highlight>
                  <a:srgbClr val="FFFFFF"/>
                </a:highlight>
                <a:sym typeface="+mn-ea"/>
              </a:rPr>
              <a:t> </a:t>
            </a:r>
            <a:r>
              <a:rPr lang="en-US" altLang="zh-CN" b="1" dirty="0">
                <a:solidFill>
                  <a:srgbClr val="0000FF"/>
                </a:solidFill>
                <a:highlight>
                  <a:srgbClr val="FFFFFF"/>
                </a:highlight>
                <a:sym typeface="+mn-ea"/>
              </a:rPr>
              <a:t>namespace</a:t>
            </a:r>
            <a:r>
              <a:rPr lang="en-US" altLang="zh-CN" dirty="0">
                <a:solidFill>
                  <a:srgbClr val="000000"/>
                </a:solidFill>
                <a:highlight>
                  <a:srgbClr val="FFFFFF"/>
                </a:highlight>
                <a:sym typeface="+mn-ea"/>
              </a:rPr>
              <a:t> </a:t>
            </a:r>
            <a:r>
              <a:rPr lang="en-US" altLang="zh-CN" dirty="0" err="1">
                <a:solidFill>
                  <a:srgbClr val="000000"/>
                </a:solidFill>
                <a:highlight>
                  <a:srgbClr val="FFFFFF"/>
                </a:highlight>
                <a:sym typeface="+mn-ea"/>
              </a:rPr>
              <a:t>std</a:t>
            </a:r>
            <a:r>
              <a:rPr lang="en-US" altLang="zh-CN" b="1" dirty="0">
                <a:solidFill>
                  <a:srgbClr val="000080"/>
                </a:solidFill>
                <a:highlight>
                  <a:srgbClr val="FFFFFF"/>
                </a:highlight>
                <a:sym typeface="+mn-ea"/>
              </a:rPr>
              <a:t>;</a:t>
            </a:r>
            <a:endParaRPr lang="en-US" altLang="zh-CN" dirty="0">
              <a:solidFill>
                <a:srgbClr val="000000"/>
              </a:solidFill>
              <a:highlight>
                <a:srgbClr val="FFFFFF"/>
              </a:highlight>
            </a:endParaRPr>
          </a:p>
          <a:p>
            <a:r>
              <a:rPr lang="en-US" altLang="zh-CN" dirty="0" err="1">
                <a:solidFill>
                  <a:srgbClr val="8000FF"/>
                </a:solidFill>
                <a:highlight>
                  <a:srgbClr val="FFFFFF"/>
                </a:highlight>
                <a:sym typeface="+mn-ea"/>
              </a:rPr>
              <a:t>int</a:t>
            </a:r>
            <a:r>
              <a:rPr lang="en-US" altLang="zh-CN" dirty="0">
                <a:solidFill>
                  <a:srgbClr val="000000"/>
                </a:solidFill>
                <a:highlight>
                  <a:srgbClr val="FFFFFF"/>
                </a:highlight>
                <a:sym typeface="+mn-ea"/>
              </a:rPr>
              <a:t> main</a:t>
            </a:r>
            <a:r>
              <a:rPr lang="en-US" altLang="zh-CN" b="1" dirty="0">
                <a:solidFill>
                  <a:srgbClr val="000080"/>
                </a:solidFill>
                <a:highlight>
                  <a:srgbClr val="FFFFFF"/>
                </a:highlight>
                <a:sym typeface="+mn-ea"/>
              </a:rPr>
              <a:t>()</a:t>
            </a:r>
          </a:p>
          <a:p>
            <a:r>
              <a:rPr lang="en-US" altLang="zh-CN" b="1" dirty="0">
                <a:solidFill>
                  <a:srgbClr val="000080"/>
                </a:solidFill>
                <a:highlight>
                  <a:srgbClr val="FFFFFF"/>
                </a:highlight>
                <a:sym typeface="+mn-ea"/>
              </a:rPr>
              <a:t>{</a:t>
            </a:r>
            <a:endParaRPr lang="en-US" altLang="zh-CN" dirty="0">
              <a:solidFill>
                <a:srgbClr val="000000"/>
              </a:solidFill>
              <a:highlight>
                <a:srgbClr val="FFFFFF"/>
              </a:highlight>
            </a:endParaRPr>
          </a:p>
          <a:p>
            <a:r>
              <a:rPr lang="en-US" altLang="zh-CN" dirty="0">
                <a:solidFill>
                  <a:srgbClr val="000000"/>
                </a:solidFill>
                <a:highlight>
                  <a:srgbClr val="FFFFFF"/>
                </a:highlight>
                <a:sym typeface="+mn-ea"/>
              </a:rPr>
              <a:t>	</a:t>
            </a:r>
            <a:r>
              <a:rPr lang="en-US" altLang="zh-CN" dirty="0">
                <a:solidFill>
                  <a:srgbClr val="8000FF"/>
                </a:solidFill>
                <a:highlight>
                  <a:srgbClr val="FFFFFF"/>
                </a:highlight>
                <a:sym typeface="+mn-ea"/>
              </a:rPr>
              <a:t>char</a:t>
            </a:r>
            <a:r>
              <a:rPr lang="en-US" altLang="zh-CN" dirty="0">
                <a:solidFill>
                  <a:srgbClr val="000000"/>
                </a:solidFill>
                <a:highlight>
                  <a:srgbClr val="FFFFFF"/>
                </a:highlight>
                <a:sym typeface="+mn-ea"/>
              </a:rPr>
              <a:t> s1</a:t>
            </a:r>
            <a:r>
              <a:rPr lang="en-US" altLang="zh-CN" b="1" dirty="0">
                <a:solidFill>
                  <a:srgbClr val="000080"/>
                </a:solidFill>
                <a:highlight>
                  <a:srgbClr val="FFFFFF"/>
                </a:highlight>
                <a:sym typeface="+mn-ea"/>
              </a:rPr>
              <a:t>[</a:t>
            </a:r>
            <a:r>
              <a:rPr lang="en-US" altLang="zh-CN" dirty="0">
                <a:solidFill>
                  <a:srgbClr val="FF8000"/>
                </a:solidFill>
                <a:highlight>
                  <a:srgbClr val="FFFFFF"/>
                </a:highlight>
                <a:sym typeface="+mn-ea"/>
              </a:rPr>
              <a:t>100</a:t>
            </a:r>
            <a:r>
              <a:rPr lang="en-US" altLang="zh-CN" b="1" dirty="0">
                <a:solidFill>
                  <a:srgbClr val="000080"/>
                </a:solidFill>
                <a:highlight>
                  <a:srgbClr val="FFFFFF"/>
                </a:highlight>
                <a:sym typeface="+mn-ea"/>
              </a:rPr>
              <a:t>],</a:t>
            </a:r>
            <a:r>
              <a:rPr lang="en-US" altLang="zh-CN" dirty="0">
                <a:solidFill>
                  <a:srgbClr val="000000"/>
                </a:solidFill>
                <a:highlight>
                  <a:srgbClr val="FFFFFF"/>
                </a:highlight>
                <a:sym typeface="+mn-ea"/>
              </a:rPr>
              <a:t>s2</a:t>
            </a:r>
            <a:r>
              <a:rPr lang="en-US" altLang="zh-CN" b="1" dirty="0">
                <a:solidFill>
                  <a:srgbClr val="000080"/>
                </a:solidFill>
                <a:highlight>
                  <a:srgbClr val="FFFFFF"/>
                </a:highlight>
                <a:sym typeface="+mn-ea"/>
              </a:rPr>
              <a:t>[</a:t>
            </a:r>
            <a:r>
              <a:rPr lang="en-US" altLang="zh-CN" dirty="0">
                <a:solidFill>
                  <a:srgbClr val="FF8000"/>
                </a:solidFill>
                <a:highlight>
                  <a:srgbClr val="FFFFFF"/>
                </a:highlight>
                <a:sym typeface="+mn-ea"/>
              </a:rPr>
              <a:t>100</a:t>
            </a:r>
            <a:r>
              <a:rPr lang="en-US" altLang="zh-CN" b="1" dirty="0">
                <a:solidFill>
                  <a:srgbClr val="000080"/>
                </a:solidFill>
                <a:highlight>
                  <a:srgbClr val="FFFFFF"/>
                </a:highlight>
                <a:sym typeface="+mn-ea"/>
              </a:rPr>
              <a:t>];</a:t>
            </a:r>
            <a:endParaRPr lang="en-US" altLang="zh-CN" dirty="0">
              <a:solidFill>
                <a:srgbClr val="000000"/>
              </a:solidFill>
              <a:highlight>
                <a:srgbClr val="FFFFFF"/>
              </a:highlight>
            </a:endParaRPr>
          </a:p>
          <a:p>
            <a:r>
              <a:rPr lang="en-US" altLang="zh-CN" dirty="0">
                <a:solidFill>
                  <a:srgbClr val="000000"/>
                </a:solidFill>
                <a:highlight>
                  <a:srgbClr val="FFFFFF"/>
                </a:highlight>
                <a:sym typeface="+mn-ea"/>
              </a:rPr>
              <a:t>	</a:t>
            </a:r>
            <a:r>
              <a:rPr lang="en-US" altLang="zh-CN" dirty="0" err="1">
                <a:solidFill>
                  <a:srgbClr val="000000"/>
                </a:solidFill>
                <a:highlight>
                  <a:srgbClr val="FFFFFF"/>
                </a:highlight>
                <a:sym typeface="+mn-ea"/>
              </a:rPr>
              <a:t>scanf</a:t>
            </a:r>
            <a:r>
              <a:rPr lang="en-US" altLang="zh-CN" b="1" dirty="0">
                <a:solidFill>
                  <a:srgbClr val="000080"/>
                </a:solidFill>
                <a:highlight>
                  <a:srgbClr val="FFFFFF"/>
                </a:highlight>
                <a:sym typeface="+mn-ea"/>
              </a:rPr>
              <a:t>(</a:t>
            </a:r>
            <a:r>
              <a:rPr lang="en-US" altLang="zh-CN" dirty="0">
                <a:solidFill>
                  <a:srgbClr val="808080"/>
                </a:solidFill>
                <a:highlight>
                  <a:srgbClr val="FFFFFF"/>
                </a:highlight>
                <a:sym typeface="+mn-ea"/>
              </a:rPr>
              <a:t>"%s  %s"</a:t>
            </a:r>
            <a:r>
              <a:rPr lang="en-US" altLang="zh-CN" b="1" dirty="0">
                <a:solidFill>
                  <a:srgbClr val="000080"/>
                </a:solidFill>
                <a:highlight>
                  <a:srgbClr val="FFFFFF"/>
                </a:highlight>
                <a:sym typeface="+mn-ea"/>
              </a:rPr>
              <a:t>,</a:t>
            </a:r>
            <a:r>
              <a:rPr lang="en-US" altLang="zh-CN" dirty="0">
                <a:solidFill>
                  <a:srgbClr val="000000"/>
                </a:solidFill>
                <a:highlight>
                  <a:srgbClr val="FFFFFF"/>
                </a:highlight>
                <a:sym typeface="+mn-ea"/>
              </a:rPr>
              <a:t>s1</a:t>
            </a:r>
            <a:r>
              <a:rPr lang="en-US" altLang="zh-CN" b="1" dirty="0">
                <a:solidFill>
                  <a:srgbClr val="000080"/>
                </a:solidFill>
                <a:highlight>
                  <a:srgbClr val="FFFFFF"/>
                </a:highlight>
                <a:sym typeface="+mn-ea"/>
              </a:rPr>
              <a:t>,</a:t>
            </a:r>
            <a:r>
              <a:rPr lang="en-US" altLang="zh-CN" dirty="0">
                <a:solidFill>
                  <a:srgbClr val="000000"/>
                </a:solidFill>
                <a:highlight>
                  <a:srgbClr val="FFFFFF"/>
                </a:highlight>
                <a:sym typeface="+mn-ea"/>
              </a:rPr>
              <a:t>s2</a:t>
            </a:r>
            <a:r>
              <a:rPr lang="en-US" altLang="zh-CN" b="1" dirty="0">
                <a:solidFill>
                  <a:srgbClr val="000080"/>
                </a:solidFill>
                <a:highlight>
                  <a:srgbClr val="FFFFFF"/>
                </a:highlight>
                <a:sym typeface="+mn-ea"/>
              </a:rPr>
              <a:t>);</a:t>
            </a:r>
            <a:endParaRPr lang="en-US" altLang="zh-CN" dirty="0">
              <a:solidFill>
                <a:srgbClr val="000000"/>
              </a:solidFill>
              <a:highlight>
                <a:srgbClr val="FFFFFF"/>
              </a:highlight>
            </a:endParaRPr>
          </a:p>
          <a:p>
            <a:r>
              <a:rPr lang="en-US" altLang="zh-CN" dirty="0">
                <a:solidFill>
                  <a:srgbClr val="000000"/>
                </a:solidFill>
                <a:highlight>
                  <a:srgbClr val="FFFFFF"/>
                </a:highlight>
                <a:sym typeface="+mn-ea"/>
              </a:rPr>
              <a:t>	</a:t>
            </a:r>
            <a:r>
              <a:rPr lang="en-US" altLang="zh-CN" dirty="0" err="1">
                <a:solidFill>
                  <a:srgbClr val="000000"/>
                </a:solidFill>
                <a:highlight>
                  <a:srgbClr val="FFFFFF"/>
                </a:highlight>
                <a:sym typeface="+mn-ea"/>
              </a:rPr>
              <a:t>printf</a:t>
            </a:r>
            <a:r>
              <a:rPr lang="en-US" altLang="zh-CN" b="1" dirty="0">
                <a:solidFill>
                  <a:srgbClr val="000080"/>
                </a:solidFill>
                <a:highlight>
                  <a:srgbClr val="FFFFFF"/>
                </a:highlight>
                <a:sym typeface="+mn-ea"/>
              </a:rPr>
              <a:t>(</a:t>
            </a:r>
            <a:r>
              <a:rPr lang="en-US" altLang="zh-CN" dirty="0">
                <a:solidFill>
                  <a:srgbClr val="808080"/>
                </a:solidFill>
                <a:highlight>
                  <a:srgbClr val="FFFFFF"/>
                </a:highlight>
                <a:sym typeface="+mn-ea"/>
              </a:rPr>
              <a:t>"s1</a:t>
            </a:r>
            <a:r>
              <a:rPr lang="zh-CN" altLang="en-US" dirty="0">
                <a:solidFill>
                  <a:srgbClr val="808080"/>
                </a:solidFill>
                <a:highlight>
                  <a:srgbClr val="FFFFFF"/>
                </a:highlight>
                <a:sym typeface="+mn-ea"/>
              </a:rPr>
              <a:t>长度</a:t>
            </a:r>
            <a:r>
              <a:rPr lang="en-US" altLang="zh-CN" dirty="0">
                <a:solidFill>
                  <a:srgbClr val="808080"/>
                </a:solidFill>
                <a:highlight>
                  <a:srgbClr val="FFFFFF"/>
                </a:highlight>
                <a:sym typeface="+mn-ea"/>
              </a:rPr>
              <a:t>:%d\n"</a:t>
            </a:r>
            <a:r>
              <a:rPr lang="en-US" altLang="zh-CN" b="1" dirty="0">
                <a:solidFill>
                  <a:srgbClr val="000080"/>
                </a:solidFill>
                <a:highlight>
                  <a:srgbClr val="FFFFFF"/>
                </a:highlight>
                <a:sym typeface="+mn-ea"/>
              </a:rPr>
              <a:t>,</a:t>
            </a:r>
            <a:r>
              <a:rPr lang="en-US" altLang="zh-CN" dirty="0" err="1">
                <a:solidFill>
                  <a:srgbClr val="000000"/>
                </a:solidFill>
                <a:highlight>
                  <a:srgbClr val="FFFFFF"/>
                </a:highlight>
                <a:sym typeface="+mn-ea"/>
              </a:rPr>
              <a:t>strlen</a:t>
            </a:r>
            <a:r>
              <a:rPr lang="en-US" altLang="zh-CN" b="1" dirty="0">
                <a:solidFill>
                  <a:srgbClr val="000080"/>
                </a:solidFill>
                <a:highlight>
                  <a:srgbClr val="FFFFFF"/>
                </a:highlight>
                <a:sym typeface="+mn-ea"/>
              </a:rPr>
              <a:t>(</a:t>
            </a:r>
            <a:r>
              <a:rPr lang="en-US" altLang="zh-CN" dirty="0">
                <a:solidFill>
                  <a:srgbClr val="000000"/>
                </a:solidFill>
                <a:highlight>
                  <a:srgbClr val="FFFFFF"/>
                </a:highlight>
                <a:sym typeface="+mn-ea"/>
              </a:rPr>
              <a:t>s1</a:t>
            </a:r>
            <a:r>
              <a:rPr lang="en-US" altLang="zh-CN" b="1" dirty="0">
                <a:solidFill>
                  <a:srgbClr val="000080"/>
                </a:solidFill>
                <a:highlight>
                  <a:srgbClr val="FFFFFF"/>
                </a:highlight>
                <a:sym typeface="+mn-ea"/>
              </a:rPr>
              <a:t>));</a:t>
            </a:r>
            <a:endParaRPr lang="en-US" altLang="zh-CN" dirty="0">
              <a:solidFill>
                <a:srgbClr val="000000"/>
              </a:solidFill>
              <a:highlight>
                <a:srgbClr val="FFFFFF"/>
              </a:highlight>
            </a:endParaRPr>
          </a:p>
          <a:p>
            <a:r>
              <a:rPr lang="en-US" altLang="zh-CN" dirty="0">
                <a:solidFill>
                  <a:srgbClr val="000000"/>
                </a:solidFill>
                <a:highlight>
                  <a:srgbClr val="FFFFFF"/>
                </a:highlight>
                <a:sym typeface="+mn-ea"/>
              </a:rPr>
              <a:t>	</a:t>
            </a:r>
            <a:r>
              <a:rPr lang="en-US" altLang="zh-CN" dirty="0" err="1">
                <a:solidFill>
                  <a:srgbClr val="000000"/>
                </a:solidFill>
                <a:highlight>
                  <a:srgbClr val="FFFFFF"/>
                </a:highlight>
                <a:sym typeface="+mn-ea"/>
              </a:rPr>
              <a:t>printf</a:t>
            </a:r>
            <a:r>
              <a:rPr lang="en-US" altLang="zh-CN" b="1" dirty="0">
                <a:solidFill>
                  <a:srgbClr val="000080"/>
                </a:solidFill>
                <a:highlight>
                  <a:srgbClr val="FFFFFF"/>
                </a:highlight>
                <a:sym typeface="+mn-ea"/>
              </a:rPr>
              <a:t>(</a:t>
            </a:r>
            <a:r>
              <a:rPr lang="en-US" altLang="zh-CN" dirty="0">
                <a:solidFill>
                  <a:srgbClr val="808080"/>
                </a:solidFill>
                <a:highlight>
                  <a:srgbClr val="FFFFFF"/>
                </a:highlight>
                <a:sym typeface="+mn-ea"/>
              </a:rPr>
              <a:t>"s2</a:t>
            </a:r>
            <a:r>
              <a:rPr lang="zh-CN" altLang="en-US" dirty="0">
                <a:solidFill>
                  <a:srgbClr val="808080"/>
                </a:solidFill>
                <a:highlight>
                  <a:srgbClr val="FFFFFF"/>
                </a:highlight>
                <a:sym typeface="+mn-ea"/>
              </a:rPr>
              <a:t>长度</a:t>
            </a:r>
            <a:r>
              <a:rPr lang="en-US" altLang="zh-CN" dirty="0">
                <a:solidFill>
                  <a:srgbClr val="808080"/>
                </a:solidFill>
                <a:highlight>
                  <a:srgbClr val="FFFFFF"/>
                </a:highlight>
                <a:sym typeface="+mn-ea"/>
              </a:rPr>
              <a:t>:%d\n"</a:t>
            </a:r>
            <a:r>
              <a:rPr lang="en-US" altLang="zh-CN" b="1" dirty="0">
                <a:solidFill>
                  <a:srgbClr val="000080"/>
                </a:solidFill>
                <a:highlight>
                  <a:srgbClr val="FFFFFF"/>
                </a:highlight>
                <a:sym typeface="+mn-ea"/>
              </a:rPr>
              <a:t>,</a:t>
            </a:r>
            <a:r>
              <a:rPr lang="en-US" altLang="zh-CN" dirty="0" err="1">
                <a:solidFill>
                  <a:srgbClr val="000000"/>
                </a:solidFill>
                <a:highlight>
                  <a:srgbClr val="FFFFFF"/>
                </a:highlight>
                <a:sym typeface="+mn-ea"/>
              </a:rPr>
              <a:t>strlen</a:t>
            </a:r>
            <a:r>
              <a:rPr lang="en-US" altLang="zh-CN" b="1" dirty="0">
                <a:solidFill>
                  <a:srgbClr val="000080"/>
                </a:solidFill>
                <a:highlight>
                  <a:srgbClr val="FFFFFF"/>
                </a:highlight>
                <a:sym typeface="+mn-ea"/>
              </a:rPr>
              <a:t>(</a:t>
            </a:r>
            <a:r>
              <a:rPr lang="en-US" altLang="zh-CN" dirty="0">
                <a:solidFill>
                  <a:srgbClr val="000000"/>
                </a:solidFill>
                <a:highlight>
                  <a:srgbClr val="FFFFFF"/>
                </a:highlight>
                <a:sym typeface="+mn-ea"/>
              </a:rPr>
              <a:t>s2</a:t>
            </a:r>
            <a:r>
              <a:rPr lang="en-US" altLang="zh-CN" b="1" dirty="0">
                <a:solidFill>
                  <a:srgbClr val="000080"/>
                </a:solidFill>
                <a:highlight>
                  <a:srgbClr val="FFFFFF"/>
                </a:highlight>
                <a:sym typeface="+mn-ea"/>
              </a:rPr>
              <a:t>));</a:t>
            </a:r>
            <a:endParaRPr lang="en-US" altLang="zh-CN" dirty="0">
              <a:solidFill>
                <a:srgbClr val="000000"/>
              </a:solidFill>
              <a:highlight>
                <a:srgbClr val="FFFFFF"/>
              </a:highlight>
            </a:endParaRPr>
          </a:p>
          <a:p>
            <a:r>
              <a:rPr lang="pt-BR" altLang="zh-CN" dirty="0">
                <a:solidFill>
                  <a:srgbClr val="000000"/>
                </a:solidFill>
                <a:highlight>
                  <a:srgbClr val="FFFFFF"/>
                </a:highlight>
                <a:sym typeface="+mn-ea"/>
              </a:rPr>
              <a:t>	printf</a:t>
            </a:r>
            <a:r>
              <a:rPr lang="pt-BR" altLang="zh-CN" b="1" dirty="0">
                <a:solidFill>
                  <a:srgbClr val="000080"/>
                </a:solidFill>
                <a:highlight>
                  <a:srgbClr val="FFFFFF"/>
                </a:highlight>
                <a:sym typeface="+mn-ea"/>
              </a:rPr>
              <a:t>(</a:t>
            </a:r>
            <a:r>
              <a:rPr lang="pt-BR" altLang="zh-CN" dirty="0">
                <a:solidFill>
                  <a:srgbClr val="808080"/>
                </a:solidFill>
                <a:highlight>
                  <a:srgbClr val="FFFFFF"/>
                </a:highlight>
                <a:sym typeface="+mn-ea"/>
              </a:rPr>
              <a:t>"</a:t>
            </a:r>
            <a:r>
              <a:rPr lang="zh-CN" altLang="pt-BR" dirty="0">
                <a:solidFill>
                  <a:srgbClr val="808080"/>
                </a:solidFill>
                <a:highlight>
                  <a:srgbClr val="FFFFFF"/>
                </a:highlight>
                <a:sym typeface="+mn-ea"/>
              </a:rPr>
              <a:t>复制前</a:t>
            </a:r>
            <a:r>
              <a:rPr lang="pt-BR" altLang="zh-CN" dirty="0">
                <a:solidFill>
                  <a:srgbClr val="808080"/>
                </a:solidFill>
                <a:highlight>
                  <a:srgbClr val="FFFFFF"/>
                </a:highlight>
                <a:sym typeface="+mn-ea"/>
              </a:rPr>
              <a:t>n</a:t>
            </a:r>
            <a:r>
              <a:rPr lang="zh-CN" altLang="pt-BR" dirty="0">
                <a:solidFill>
                  <a:srgbClr val="808080"/>
                </a:solidFill>
                <a:highlight>
                  <a:srgbClr val="FFFFFF"/>
                </a:highlight>
                <a:sym typeface="+mn-ea"/>
              </a:rPr>
              <a:t>位演示：</a:t>
            </a:r>
            <a:r>
              <a:rPr lang="pt-BR" altLang="zh-CN" dirty="0">
                <a:solidFill>
                  <a:srgbClr val="808080"/>
                </a:solidFill>
                <a:highlight>
                  <a:srgbClr val="FFFFFF"/>
                </a:highlight>
                <a:sym typeface="+mn-ea"/>
              </a:rPr>
              <a:t>\n"</a:t>
            </a:r>
            <a:r>
              <a:rPr lang="pt-BR" altLang="zh-CN" b="1" dirty="0">
                <a:solidFill>
                  <a:srgbClr val="000080"/>
                </a:solidFill>
                <a:highlight>
                  <a:srgbClr val="FFFFFF"/>
                </a:highlight>
                <a:sym typeface="+mn-ea"/>
              </a:rPr>
              <a:t>);</a:t>
            </a:r>
            <a:endParaRPr lang="pt-BR" altLang="zh-CN" dirty="0">
              <a:solidFill>
                <a:srgbClr val="000000"/>
              </a:solidFill>
              <a:highlight>
                <a:srgbClr val="FFFFFF"/>
              </a:highlight>
            </a:endParaRPr>
          </a:p>
          <a:p>
            <a:r>
              <a:rPr lang="en-US" altLang="zh-CN" dirty="0">
                <a:solidFill>
                  <a:srgbClr val="000000"/>
                </a:solidFill>
                <a:highlight>
                  <a:srgbClr val="FFFFFF"/>
                </a:highlight>
                <a:sym typeface="+mn-ea"/>
              </a:rPr>
              <a:t>	</a:t>
            </a:r>
            <a:r>
              <a:rPr lang="en-US" altLang="zh-CN" dirty="0" err="1">
                <a:solidFill>
                  <a:srgbClr val="000000"/>
                </a:solidFill>
                <a:highlight>
                  <a:srgbClr val="FFFFFF"/>
                </a:highlight>
                <a:sym typeface="+mn-ea"/>
              </a:rPr>
              <a:t>strncpy</a:t>
            </a:r>
            <a:r>
              <a:rPr lang="en-US" altLang="zh-CN" b="1" dirty="0">
                <a:solidFill>
                  <a:srgbClr val="000080"/>
                </a:solidFill>
                <a:highlight>
                  <a:srgbClr val="FFFFFF"/>
                </a:highlight>
                <a:sym typeface="+mn-ea"/>
              </a:rPr>
              <a:t>(</a:t>
            </a:r>
            <a:r>
              <a:rPr lang="en-US" altLang="zh-CN" dirty="0">
                <a:solidFill>
                  <a:srgbClr val="000000"/>
                </a:solidFill>
                <a:highlight>
                  <a:srgbClr val="FFFFFF"/>
                </a:highlight>
                <a:sym typeface="+mn-ea"/>
              </a:rPr>
              <a:t>s1</a:t>
            </a:r>
            <a:r>
              <a:rPr lang="en-US" altLang="zh-CN" b="1" dirty="0">
                <a:solidFill>
                  <a:srgbClr val="000080"/>
                </a:solidFill>
                <a:highlight>
                  <a:srgbClr val="FFFFFF"/>
                </a:highlight>
                <a:sym typeface="+mn-ea"/>
              </a:rPr>
              <a:t>,</a:t>
            </a:r>
            <a:r>
              <a:rPr lang="en-US" altLang="zh-CN" dirty="0">
                <a:solidFill>
                  <a:srgbClr val="000000"/>
                </a:solidFill>
                <a:highlight>
                  <a:srgbClr val="FFFFFF"/>
                </a:highlight>
                <a:sym typeface="+mn-ea"/>
              </a:rPr>
              <a:t>s2</a:t>
            </a:r>
            <a:r>
              <a:rPr lang="en-US" altLang="zh-CN" b="1" dirty="0">
                <a:solidFill>
                  <a:srgbClr val="000080"/>
                </a:solidFill>
                <a:highlight>
                  <a:srgbClr val="FFFFFF"/>
                </a:highlight>
                <a:sym typeface="+mn-ea"/>
              </a:rPr>
              <a:t>,</a:t>
            </a:r>
            <a:r>
              <a:rPr lang="en-US" altLang="zh-CN" dirty="0">
                <a:solidFill>
                  <a:srgbClr val="FF8000"/>
                </a:solidFill>
                <a:highlight>
                  <a:srgbClr val="FFFFFF"/>
                </a:highlight>
                <a:sym typeface="+mn-ea"/>
              </a:rPr>
              <a:t>2</a:t>
            </a:r>
            <a:r>
              <a:rPr lang="en-US" altLang="zh-CN" b="1" dirty="0">
                <a:solidFill>
                  <a:srgbClr val="000080"/>
                </a:solidFill>
                <a:highlight>
                  <a:srgbClr val="FFFFFF"/>
                </a:highlight>
                <a:sym typeface="+mn-ea"/>
              </a:rPr>
              <a:t>);</a:t>
            </a:r>
            <a:endParaRPr lang="en-US" altLang="zh-CN" dirty="0">
              <a:solidFill>
                <a:srgbClr val="000000"/>
              </a:solidFill>
              <a:highlight>
                <a:srgbClr val="FFFFFF"/>
              </a:highlight>
            </a:endParaRPr>
          </a:p>
          <a:p>
            <a:r>
              <a:rPr lang="en-US" altLang="zh-CN" dirty="0">
                <a:solidFill>
                  <a:srgbClr val="000000"/>
                </a:solidFill>
                <a:highlight>
                  <a:srgbClr val="FFFFFF"/>
                </a:highlight>
                <a:sym typeface="+mn-ea"/>
              </a:rPr>
              <a:t>	puts</a:t>
            </a:r>
            <a:r>
              <a:rPr lang="en-US" altLang="zh-CN" b="1" dirty="0">
                <a:solidFill>
                  <a:srgbClr val="000080"/>
                </a:solidFill>
                <a:highlight>
                  <a:srgbClr val="FFFFFF"/>
                </a:highlight>
                <a:sym typeface="+mn-ea"/>
              </a:rPr>
              <a:t>(</a:t>
            </a:r>
            <a:r>
              <a:rPr lang="en-US" altLang="zh-CN" dirty="0">
                <a:solidFill>
                  <a:srgbClr val="000000"/>
                </a:solidFill>
                <a:highlight>
                  <a:srgbClr val="FFFFFF"/>
                </a:highlight>
                <a:sym typeface="+mn-ea"/>
              </a:rPr>
              <a:t>s1</a:t>
            </a:r>
            <a:r>
              <a:rPr lang="en-US" altLang="zh-CN" b="1" dirty="0">
                <a:solidFill>
                  <a:srgbClr val="000080"/>
                </a:solidFill>
                <a:highlight>
                  <a:srgbClr val="FFFFFF"/>
                </a:highlight>
                <a:sym typeface="+mn-ea"/>
              </a:rPr>
              <a:t>);</a:t>
            </a:r>
            <a:endParaRPr lang="en-US" altLang="zh-CN" dirty="0">
              <a:solidFill>
                <a:srgbClr val="000000"/>
              </a:solidFill>
              <a:highlight>
                <a:srgbClr val="FFFFFF"/>
              </a:highlight>
            </a:endParaRPr>
          </a:p>
          <a:p>
            <a:r>
              <a:rPr lang="en-US" altLang="zh-CN" dirty="0">
                <a:solidFill>
                  <a:srgbClr val="000000"/>
                </a:solidFill>
                <a:highlight>
                  <a:srgbClr val="FFFFFF"/>
                </a:highlight>
                <a:sym typeface="+mn-ea"/>
              </a:rPr>
              <a:t>	puts</a:t>
            </a:r>
            <a:r>
              <a:rPr lang="en-US" altLang="zh-CN" b="1" dirty="0">
                <a:solidFill>
                  <a:srgbClr val="000080"/>
                </a:solidFill>
                <a:highlight>
                  <a:srgbClr val="FFFFFF"/>
                </a:highlight>
                <a:sym typeface="+mn-ea"/>
              </a:rPr>
              <a:t>(</a:t>
            </a:r>
            <a:r>
              <a:rPr lang="en-US" altLang="zh-CN" dirty="0">
                <a:solidFill>
                  <a:srgbClr val="000000"/>
                </a:solidFill>
                <a:highlight>
                  <a:srgbClr val="FFFFFF"/>
                </a:highlight>
                <a:sym typeface="+mn-ea"/>
              </a:rPr>
              <a:t>s2</a:t>
            </a:r>
            <a:r>
              <a:rPr lang="en-US" altLang="zh-CN" b="1" dirty="0" smtClean="0">
                <a:solidFill>
                  <a:srgbClr val="000080"/>
                </a:solidFill>
                <a:highlight>
                  <a:srgbClr val="FFFFFF"/>
                </a:highlight>
                <a:sym typeface="+mn-ea"/>
              </a:rPr>
              <a:t>);</a:t>
            </a:r>
            <a:endParaRPr lang="zh-CN" altLang="en-US" dirty="0"/>
          </a:p>
        </p:txBody>
      </p:sp>
      <p:sp>
        <p:nvSpPr>
          <p:cNvPr id="3" name="文本框 2"/>
          <p:cNvSpPr txBox="1"/>
          <p:nvPr/>
        </p:nvSpPr>
        <p:spPr>
          <a:xfrm>
            <a:off x="4595495" y="1286510"/>
            <a:ext cx="4424045" cy="3692525"/>
          </a:xfrm>
          <a:prstGeom prst="rect">
            <a:avLst/>
          </a:prstGeom>
          <a:noFill/>
        </p:spPr>
        <p:txBody>
          <a:bodyPr wrap="square" rtlCol="0" anchor="t">
            <a:spAutoFit/>
          </a:bodyPr>
          <a:lstStyle/>
          <a:p>
            <a:r>
              <a:rPr lang="en-US" altLang="zh-CN" dirty="0" err="1">
                <a:solidFill>
                  <a:srgbClr val="000000"/>
                </a:solidFill>
                <a:highlight>
                  <a:srgbClr val="FFFFFF"/>
                </a:highlight>
                <a:sym typeface="+mn-ea"/>
              </a:rPr>
              <a:t>printf</a:t>
            </a:r>
            <a:r>
              <a:rPr lang="en-US" altLang="zh-CN" b="1" dirty="0">
                <a:solidFill>
                  <a:srgbClr val="000080"/>
                </a:solidFill>
                <a:highlight>
                  <a:srgbClr val="FFFFFF"/>
                </a:highlight>
                <a:sym typeface="+mn-ea"/>
              </a:rPr>
              <a:t>(</a:t>
            </a:r>
            <a:r>
              <a:rPr lang="en-US" altLang="zh-CN" dirty="0">
                <a:solidFill>
                  <a:srgbClr val="808080"/>
                </a:solidFill>
                <a:highlight>
                  <a:srgbClr val="FFFFFF"/>
                </a:highlight>
                <a:sym typeface="+mn-ea"/>
              </a:rPr>
              <a:t>"</a:t>
            </a:r>
            <a:r>
              <a:rPr lang="zh-CN" altLang="en-US" dirty="0">
                <a:solidFill>
                  <a:srgbClr val="808080"/>
                </a:solidFill>
                <a:highlight>
                  <a:srgbClr val="FFFFFF"/>
                </a:highlight>
                <a:sym typeface="+mn-ea"/>
              </a:rPr>
              <a:t>复制演示：</a:t>
            </a:r>
            <a:r>
              <a:rPr lang="en-US" altLang="zh-CN" dirty="0">
                <a:solidFill>
                  <a:srgbClr val="808080"/>
                </a:solidFill>
                <a:highlight>
                  <a:srgbClr val="FFFFFF"/>
                </a:highlight>
                <a:sym typeface="+mn-ea"/>
              </a:rPr>
              <a:t>\n"</a:t>
            </a:r>
            <a:r>
              <a:rPr lang="en-US" altLang="zh-CN" b="1" dirty="0">
                <a:solidFill>
                  <a:srgbClr val="000080"/>
                </a:solidFill>
                <a:highlight>
                  <a:srgbClr val="FFFFFF"/>
                </a:highlight>
                <a:sym typeface="+mn-ea"/>
              </a:rPr>
              <a:t>);</a:t>
            </a:r>
            <a:endParaRPr lang="en-US" altLang="zh-CN" dirty="0">
              <a:solidFill>
                <a:srgbClr val="000000"/>
              </a:solidFill>
              <a:highlight>
                <a:srgbClr val="FFFFFF"/>
              </a:highlight>
            </a:endParaRPr>
          </a:p>
          <a:p>
            <a:r>
              <a:rPr lang="en-US" altLang="zh-CN" dirty="0">
                <a:solidFill>
                  <a:srgbClr val="000000"/>
                </a:solidFill>
                <a:highlight>
                  <a:srgbClr val="FFFFFF"/>
                </a:highlight>
                <a:sym typeface="+mn-ea"/>
              </a:rPr>
              <a:t>	</a:t>
            </a:r>
            <a:r>
              <a:rPr lang="en-US" altLang="zh-CN" dirty="0" err="1">
                <a:solidFill>
                  <a:srgbClr val="000000"/>
                </a:solidFill>
                <a:highlight>
                  <a:srgbClr val="FFFFFF"/>
                </a:highlight>
                <a:sym typeface="+mn-ea"/>
              </a:rPr>
              <a:t>strcpy</a:t>
            </a:r>
            <a:r>
              <a:rPr lang="en-US" altLang="zh-CN" b="1" dirty="0">
                <a:solidFill>
                  <a:srgbClr val="000080"/>
                </a:solidFill>
                <a:highlight>
                  <a:srgbClr val="FFFFFF"/>
                </a:highlight>
                <a:sym typeface="+mn-ea"/>
              </a:rPr>
              <a:t>(</a:t>
            </a:r>
            <a:r>
              <a:rPr lang="en-US" altLang="zh-CN" dirty="0">
                <a:solidFill>
                  <a:srgbClr val="000000"/>
                </a:solidFill>
                <a:highlight>
                  <a:srgbClr val="FFFFFF"/>
                </a:highlight>
                <a:sym typeface="+mn-ea"/>
              </a:rPr>
              <a:t>s1</a:t>
            </a:r>
            <a:r>
              <a:rPr lang="en-US" altLang="zh-CN" b="1" dirty="0">
                <a:solidFill>
                  <a:srgbClr val="000080"/>
                </a:solidFill>
                <a:highlight>
                  <a:srgbClr val="FFFFFF"/>
                </a:highlight>
                <a:sym typeface="+mn-ea"/>
              </a:rPr>
              <a:t>,</a:t>
            </a:r>
            <a:r>
              <a:rPr lang="en-US" altLang="zh-CN" dirty="0">
                <a:solidFill>
                  <a:srgbClr val="000000"/>
                </a:solidFill>
                <a:highlight>
                  <a:srgbClr val="FFFFFF"/>
                </a:highlight>
                <a:sym typeface="+mn-ea"/>
              </a:rPr>
              <a:t>s2</a:t>
            </a:r>
            <a:r>
              <a:rPr lang="en-US" altLang="zh-CN" b="1" dirty="0">
                <a:solidFill>
                  <a:srgbClr val="000080"/>
                </a:solidFill>
                <a:highlight>
                  <a:srgbClr val="FFFFFF"/>
                </a:highlight>
                <a:sym typeface="+mn-ea"/>
              </a:rPr>
              <a:t>);</a:t>
            </a:r>
            <a:endParaRPr lang="en-US" altLang="zh-CN" dirty="0">
              <a:solidFill>
                <a:srgbClr val="000000"/>
              </a:solidFill>
              <a:highlight>
                <a:srgbClr val="FFFFFF"/>
              </a:highlight>
            </a:endParaRPr>
          </a:p>
          <a:p>
            <a:r>
              <a:rPr lang="en-US" altLang="zh-CN" dirty="0">
                <a:solidFill>
                  <a:srgbClr val="000000"/>
                </a:solidFill>
                <a:highlight>
                  <a:srgbClr val="FFFFFF"/>
                </a:highlight>
                <a:sym typeface="+mn-ea"/>
              </a:rPr>
              <a:t>	puts</a:t>
            </a:r>
            <a:r>
              <a:rPr lang="en-US" altLang="zh-CN" b="1" dirty="0">
                <a:solidFill>
                  <a:srgbClr val="000080"/>
                </a:solidFill>
                <a:highlight>
                  <a:srgbClr val="FFFFFF"/>
                </a:highlight>
                <a:sym typeface="+mn-ea"/>
              </a:rPr>
              <a:t>(</a:t>
            </a:r>
            <a:r>
              <a:rPr lang="en-US" altLang="zh-CN" dirty="0">
                <a:solidFill>
                  <a:srgbClr val="000000"/>
                </a:solidFill>
                <a:highlight>
                  <a:srgbClr val="FFFFFF"/>
                </a:highlight>
                <a:sym typeface="+mn-ea"/>
              </a:rPr>
              <a:t>s1</a:t>
            </a:r>
            <a:r>
              <a:rPr lang="en-US" altLang="zh-CN" b="1" dirty="0">
                <a:solidFill>
                  <a:srgbClr val="000080"/>
                </a:solidFill>
                <a:highlight>
                  <a:srgbClr val="FFFFFF"/>
                </a:highlight>
                <a:sym typeface="+mn-ea"/>
              </a:rPr>
              <a:t>);</a:t>
            </a:r>
            <a:endParaRPr lang="en-US" altLang="zh-CN" dirty="0">
              <a:solidFill>
                <a:srgbClr val="000000"/>
              </a:solidFill>
              <a:highlight>
                <a:srgbClr val="FFFFFF"/>
              </a:highlight>
            </a:endParaRPr>
          </a:p>
          <a:p>
            <a:r>
              <a:rPr lang="en-US" altLang="zh-CN" dirty="0">
                <a:solidFill>
                  <a:srgbClr val="000000"/>
                </a:solidFill>
                <a:highlight>
                  <a:srgbClr val="FFFFFF"/>
                </a:highlight>
                <a:sym typeface="+mn-ea"/>
              </a:rPr>
              <a:t>	puts</a:t>
            </a:r>
            <a:r>
              <a:rPr lang="en-US" altLang="zh-CN" b="1" dirty="0">
                <a:solidFill>
                  <a:srgbClr val="000080"/>
                </a:solidFill>
                <a:highlight>
                  <a:srgbClr val="FFFFFF"/>
                </a:highlight>
                <a:sym typeface="+mn-ea"/>
              </a:rPr>
              <a:t>(</a:t>
            </a:r>
            <a:r>
              <a:rPr lang="en-US" altLang="zh-CN" dirty="0">
                <a:solidFill>
                  <a:srgbClr val="000000"/>
                </a:solidFill>
                <a:highlight>
                  <a:srgbClr val="FFFFFF"/>
                </a:highlight>
                <a:sym typeface="+mn-ea"/>
              </a:rPr>
              <a:t>s2</a:t>
            </a:r>
            <a:r>
              <a:rPr lang="en-US" altLang="zh-CN" b="1" dirty="0">
                <a:solidFill>
                  <a:srgbClr val="000080"/>
                </a:solidFill>
                <a:highlight>
                  <a:srgbClr val="FFFFFF"/>
                </a:highlight>
                <a:sym typeface="+mn-ea"/>
              </a:rPr>
              <a:t>);</a:t>
            </a:r>
            <a:r>
              <a:rPr lang="en-US" altLang="zh-CN" dirty="0">
                <a:solidFill>
                  <a:srgbClr val="000000"/>
                </a:solidFill>
                <a:highlight>
                  <a:srgbClr val="FFFFFF"/>
                </a:highlight>
                <a:sym typeface="+mn-ea"/>
              </a:rPr>
              <a:t> </a:t>
            </a:r>
            <a:endParaRPr lang="en-US" altLang="zh-CN" dirty="0">
              <a:solidFill>
                <a:srgbClr val="000000"/>
              </a:solidFill>
              <a:highlight>
                <a:srgbClr val="FFFFFF"/>
              </a:highlight>
            </a:endParaRPr>
          </a:p>
          <a:p>
            <a:r>
              <a:rPr lang="en-US" altLang="zh-CN" dirty="0">
                <a:solidFill>
                  <a:srgbClr val="000000"/>
                </a:solidFill>
                <a:highlight>
                  <a:srgbClr val="FFFFFF"/>
                </a:highlight>
                <a:sym typeface="+mn-ea"/>
              </a:rPr>
              <a:t>	</a:t>
            </a:r>
            <a:r>
              <a:rPr lang="en-US" altLang="zh-CN" dirty="0" err="1">
                <a:solidFill>
                  <a:srgbClr val="000000"/>
                </a:solidFill>
                <a:highlight>
                  <a:srgbClr val="FFFFFF"/>
                </a:highlight>
                <a:sym typeface="+mn-ea"/>
              </a:rPr>
              <a:t>printf</a:t>
            </a:r>
            <a:r>
              <a:rPr lang="en-US" altLang="zh-CN" b="1" dirty="0">
                <a:solidFill>
                  <a:srgbClr val="000080"/>
                </a:solidFill>
                <a:highlight>
                  <a:srgbClr val="FFFFFF"/>
                </a:highlight>
                <a:sym typeface="+mn-ea"/>
              </a:rPr>
              <a:t>(</a:t>
            </a:r>
            <a:r>
              <a:rPr lang="en-US" altLang="zh-CN" dirty="0">
                <a:solidFill>
                  <a:srgbClr val="808080"/>
                </a:solidFill>
                <a:highlight>
                  <a:srgbClr val="FFFFFF"/>
                </a:highlight>
                <a:sym typeface="+mn-ea"/>
              </a:rPr>
              <a:t>"</a:t>
            </a:r>
            <a:r>
              <a:rPr lang="zh-CN" altLang="en-US" dirty="0">
                <a:solidFill>
                  <a:srgbClr val="808080"/>
                </a:solidFill>
                <a:highlight>
                  <a:srgbClr val="FFFFFF"/>
                </a:highlight>
                <a:sym typeface="+mn-ea"/>
              </a:rPr>
              <a:t>连接前</a:t>
            </a:r>
            <a:r>
              <a:rPr lang="en-US" altLang="zh-CN" dirty="0">
                <a:solidFill>
                  <a:srgbClr val="808080"/>
                </a:solidFill>
                <a:highlight>
                  <a:srgbClr val="FFFFFF"/>
                </a:highlight>
                <a:sym typeface="+mn-ea"/>
              </a:rPr>
              <a:t>n</a:t>
            </a:r>
            <a:r>
              <a:rPr lang="zh-CN" altLang="en-US" dirty="0">
                <a:solidFill>
                  <a:srgbClr val="808080"/>
                </a:solidFill>
                <a:highlight>
                  <a:srgbClr val="FFFFFF"/>
                </a:highlight>
                <a:sym typeface="+mn-ea"/>
              </a:rPr>
              <a:t>位演示：</a:t>
            </a:r>
            <a:r>
              <a:rPr lang="en-US" altLang="zh-CN" dirty="0">
                <a:solidFill>
                  <a:srgbClr val="808080"/>
                </a:solidFill>
                <a:highlight>
                  <a:srgbClr val="FFFFFF"/>
                </a:highlight>
                <a:sym typeface="+mn-ea"/>
              </a:rPr>
              <a:t>\n"</a:t>
            </a:r>
            <a:r>
              <a:rPr lang="en-US" altLang="zh-CN" b="1" dirty="0">
                <a:solidFill>
                  <a:srgbClr val="000080"/>
                </a:solidFill>
                <a:highlight>
                  <a:srgbClr val="FFFFFF"/>
                </a:highlight>
                <a:sym typeface="+mn-ea"/>
              </a:rPr>
              <a:t>);</a:t>
            </a:r>
            <a:endParaRPr lang="en-US" altLang="zh-CN" dirty="0">
              <a:solidFill>
                <a:srgbClr val="000000"/>
              </a:solidFill>
              <a:highlight>
                <a:srgbClr val="FFFFFF"/>
              </a:highlight>
            </a:endParaRPr>
          </a:p>
          <a:p>
            <a:r>
              <a:rPr lang="en-US" altLang="zh-CN" dirty="0">
                <a:solidFill>
                  <a:srgbClr val="000000"/>
                </a:solidFill>
                <a:highlight>
                  <a:srgbClr val="FFFFFF"/>
                </a:highlight>
                <a:sym typeface="+mn-ea"/>
              </a:rPr>
              <a:t>	</a:t>
            </a:r>
            <a:r>
              <a:rPr lang="en-US" altLang="zh-CN" dirty="0" err="1">
                <a:solidFill>
                  <a:srgbClr val="000000"/>
                </a:solidFill>
                <a:highlight>
                  <a:srgbClr val="FFFFFF"/>
                </a:highlight>
                <a:sym typeface="+mn-ea"/>
              </a:rPr>
              <a:t>strncat</a:t>
            </a:r>
            <a:r>
              <a:rPr lang="en-US" altLang="zh-CN" b="1" dirty="0">
                <a:solidFill>
                  <a:srgbClr val="000080"/>
                </a:solidFill>
                <a:highlight>
                  <a:srgbClr val="FFFFFF"/>
                </a:highlight>
                <a:sym typeface="+mn-ea"/>
              </a:rPr>
              <a:t>(</a:t>
            </a:r>
            <a:r>
              <a:rPr lang="en-US" altLang="zh-CN" dirty="0">
                <a:solidFill>
                  <a:srgbClr val="000000"/>
                </a:solidFill>
                <a:highlight>
                  <a:srgbClr val="FFFFFF"/>
                </a:highlight>
                <a:sym typeface="+mn-ea"/>
              </a:rPr>
              <a:t>s1</a:t>
            </a:r>
            <a:r>
              <a:rPr lang="en-US" altLang="zh-CN" b="1" dirty="0">
                <a:solidFill>
                  <a:srgbClr val="000080"/>
                </a:solidFill>
                <a:highlight>
                  <a:srgbClr val="FFFFFF"/>
                </a:highlight>
                <a:sym typeface="+mn-ea"/>
              </a:rPr>
              <a:t>,</a:t>
            </a:r>
            <a:r>
              <a:rPr lang="en-US" altLang="zh-CN" dirty="0">
                <a:solidFill>
                  <a:srgbClr val="000000"/>
                </a:solidFill>
                <a:highlight>
                  <a:srgbClr val="FFFFFF"/>
                </a:highlight>
                <a:sym typeface="+mn-ea"/>
              </a:rPr>
              <a:t>s2</a:t>
            </a:r>
            <a:r>
              <a:rPr lang="en-US" altLang="zh-CN" b="1" dirty="0">
                <a:solidFill>
                  <a:srgbClr val="000080"/>
                </a:solidFill>
                <a:highlight>
                  <a:srgbClr val="FFFFFF"/>
                </a:highlight>
                <a:sym typeface="+mn-ea"/>
              </a:rPr>
              <a:t>,</a:t>
            </a:r>
            <a:r>
              <a:rPr lang="en-US" altLang="zh-CN" dirty="0">
                <a:solidFill>
                  <a:srgbClr val="FF8000"/>
                </a:solidFill>
                <a:highlight>
                  <a:srgbClr val="FFFFFF"/>
                </a:highlight>
                <a:sym typeface="+mn-ea"/>
              </a:rPr>
              <a:t>1</a:t>
            </a:r>
            <a:r>
              <a:rPr lang="en-US" altLang="zh-CN" b="1" dirty="0">
                <a:solidFill>
                  <a:srgbClr val="000080"/>
                </a:solidFill>
                <a:highlight>
                  <a:srgbClr val="FFFFFF"/>
                </a:highlight>
                <a:sym typeface="+mn-ea"/>
              </a:rPr>
              <a:t>);</a:t>
            </a:r>
            <a:endParaRPr lang="en-US" altLang="zh-CN" dirty="0">
              <a:solidFill>
                <a:srgbClr val="000000"/>
              </a:solidFill>
              <a:highlight>
                <a:srgbClr val="FFFFFF"/>
              </a:highlight>
            </a:endParaRPr>
          </a:p>
          <a:p>
            <a:r>
              <a:rPr lang="en-US" altLang="zh-CN" dirty="0">
                <a:solidFill>
                  <a:srgbClr val="000000"/>
                </a:solidFill>
                <a:highlight>
                  <a:srgbClr val="FFFFFF"/>
                </a:highlight>
                <a:sym typeface="+mn-ea"/>
              </a:rPr>
              <a:t>	puts</a:t>
            </a:r>
            <a:r>
              <a:rPr lang="en-US" altLang="zh-CN" b="1" dirty="0">
                <a:solidFill>
                  <a:srgbClr val="000080"/>
                </a:solidFill>
                <a:highlight>
                  <a:srgbClr val="FFFFFF"/>
                </a:highlight>
                <a:sym typeface="+mn-ea"/>
              </a:rPr>
              <a:t>(</a:t>
            </a:r>
            <a:r>
              <a:rPr lang="en-US" altLang="zh-CN" dirty="0">
                <a:solidFill>
                  <a:srgbClr val="000000"/>
                </a:solidFill>
                <a:highlight>
                  <a:srgbClr val="FFFFFF"/>
                </a:highlight>
                <a:sym typeface="+mn-ea"/>
              </a:rPr>
              <a:t>s1</a:t>
            </a:r>
            <a:r>
              <a:rPr lang="en-US" altLang="zh-CN" b="1" dirty="0">
                <a:solidFill>
                  <a:srgbClr val="000080"/>
                </a:solidFill>
                <a:highlight>
                  <a:srgbClr val="FFFFFF"/>
                </a:highlight>
                <a:sym typeface="+mn-ea"/>
              </a:rPr>
              <a:t>);</a:t>
            </a:r>
            <a:endParaRPr lang="en-US" altLang="zh-CN" dirty="0">
              <a:solidFill>
                <a:srgbClr val="000000"/>
              </a:solidFill>
              <a:highlight>
                <a:srgbClr val="FFFFFF"/>
              </a:highlight>
            </a:endParaRPr>
          </a:p>
          <a:p>
            <a:r>
              <a:rPr lang="en-US" altLang="zh-CN" dirty="0">
                <a:solidFill>
                  <a:srgbClr val="000000"/>
                </a:solidFill>
                <a:highlight>
                  <a:srgbClr val="FFFFFF"/>
                </a:highlight>
                <a:sym typeface="+mn-ea"/>
              </a:rPr>
              <a:t>	puts</a:t>
            </a:r>
            <a:r>
              <a:rPr lang="en-US" altLang="zh-CN" b="1" dirty="0">
                <a:solidFill>
                  <a:srgbClr val="000080"/>
                </a:solidFill>
                <a:highlight>
                  <a:srgbClr val="FFFFFF"/>
                </a:highlight>
                <a:sym typeface="+mn-ea"/>
              </a:rPr>
              <a:t>(</a:t>
            </a:r>
            <a:r>
              <a:rPr lang="en-US" altLang="zh-CN" dirty="0">
                <a:solidFill>
                  <a:srgbClr val="000000"/>
                </a:solidFill>
                <a:highlight>
                  <a:srgbClr val="FFFFFF"/>
                </a:highlight>
                <a:sym typeface="+mn-ea"/>
              </a:rPr>
              <a:t>s2</a:t>
            </a:r>
            <a:r>
              <a:rPr lang="en-US" altLang="zh-CN" b="1" dirty="0">
                <a:solidFill>
                  <a:srgbClr val="000080"/>
                </a:solidFill>
                <a:highlight>
                  <a:srgbClr val="FFFFFF"/>
                </a:highlight>
                <a:sym typeface="+mn-ea"/>
              </a:rPr>
              <a:t>);</a:t>
            </a:r>
            <a:endParaRPr lang="en-US" altLang="zh-CN" dirty="0">
              <a:solidFill>
                <a:srgbClr val="000000"/>
              </a:solidFill>
              <a:highlight>
                <a:srgbClr val="FFFFFF"/>
              </a:highlight>
            </a:endParaRPr>
          </a:p>
          <a:p>
            <a:r>
              <a:rPr lang="en-US" altLang="zh-CN" dirty="0">
                <a:solidFill>
                  <a:srgbClr val="000000"/>
                </a:solidFill>
                <a:highlight>
                  <a:srgbClr val="FFFFFF"/>
                </a:highlight>
                <a:sym typeface="+mn-ea"/>
              </a:rPr>
              <a:t>	</a:t>
            </a:r>
            <a:r>
              <a:rPr lang="en-US" altLang="zh-CN" dirty="0" err="1">
                <a:solidFill>
                  <a:srgbClr val="000000"/>
                </a:solidFill>
                <a:highlight>
                  <a:srgbClr val="FFFFFF"/>
                </a:highlight>
                <a:sym typeface="+mn-ea"/>
              </a:rPr>
              <a:t>printf</a:t>
            </a:r>
            <a:r>
              <a:rPr lang="en-US" altLang="zh-CN" b="1" dirty="0">
                <a:solidFill>
                  <a:srgbClr val="000080"/>
                </a:solidFill>
                <a:highlight>
                  <a:srgbClr val="FFFFFF"/>
                </a:highlight>
                <a:sym typeface="+mn-ea"/>
              </a:rPr>
              <a:t>(</a:t>
            </a:r>
            <a:r>
              <a:rPr lang="en-US" altLang="zh-CN" dirty="0">
                <a:solidFill>
                  <a:srgbClr val="808080"/>
                </a:solidFill>
                <a:highlight>
                  <a:srgbClr val="FFFFFF"/>
                </a:highlight>
                <a:sym typeface="+mn-ea"/>
              </a:rPr>
              <a:t>"</a:t>
            </a:r>
            <a:r>
              <a:rPr lang="zh-CN" altLang="en-US" dirty="0">
                <a:solidFill>
                  <a:srgbClr val="808080"/>
                </a:solidFill>
                <a:highlight>
                  <a:srgbClr val="FFFFFF"/>
                </a:highlight>
                <a:sym typeface="+mn-ea"/>
              </a:rPr>
              <a:t>字符串连接演示：</a:t>
            </a:r>
            <a:r>
              <a:rPr lang="en-US" altLang="zh-CN" dirty="0">
                <a:solidFill>
                  <a:srgbClr val="808080"/>
                </a:solidFill>
                <a:highlight>
                  <a:srgbClr val="FFFFFF"/>
                </a:highlight>
                <a:sym typeface="+mn-ea"/>
              </a:rPr>
              <a:t>\n"</a:t>
            </a:r>
            <a:r>
              <a:rPr lang="en-US" altLang="zh-CN" b="1" dirty="0">
                <a:solidFill>
                  <a:srgbClr val="000080"/>
                </a:solidFill>
                <a:highlight>
                  <a:srgbClr val="FFFFFF"/>
                </a:highlight>
                <a:sym typeface="+mn-ea"/>
              </a:rPr>
              <a:t>);</a:t>
            </a:r>
            <a:endParaRPr lang="en-US" altLang="zh-CN" dirty="0">
              <a:solidFill>
                <a:srgbClr val="000000"/>
              </a:solidFill>
              <a:highlight>
                <a:srgbClr val="FFFFFF"/>
              </a:highlight>
            </a:endParaRPr>
          </a:p>
          <a:p>
            <a:r>
              <a:rPr lang="en-US" altLang="zh-CN" dirty="0">
                <a:solidFill>
                  <a:srgbClr val="000000"/>
                </a:solidFill>
                <a:highlight>
                  <a:srgbClr val="FFFFFF"/>
                </a:highlight>
                <a:sym typeface="+mn-ea"/>
              </a:rPr>
              <a:t>	</a:t>
            </a:r>
            <a:r>
              <a:rPr lang="en-US" altLang="zh-CN" dirty="0" err="1">
                <a:solidFill>
                  <a:srgbClr val="000000"/>
                </a:solidFill>
                <a:highlight>
                  <a:srgbClr val="FFFFFF"/>
                </a:highlight>
                <a:sym typeface="+mn-ea"/>
              </a:rPr>
              <a:t>strcat</a:t>
            </a:r>
            <a:r>
              <a:rPr lang="en-US" altLang="zh-CN" b="1" dirty="0">
                <a:solidFill>
                  <a:srgbClr val="000080"/>
                </a:solidFill>
                <a:highlight>
                  <a:srgbClr val="FFFFFF"/>
                </a:highlight>
                <a:sym typeface="+mn-ea"/>
              </a:rPr>
              <a:t>(</a:t>
            </a:r>
            <a:r>
              <a:rPr lang="en-US" altLang="zh-CN" dirty="0">
                <a:solidFill>
                  <a:srgbClr val="000000"/>
                </a:solidFill>
                <a:highlight>
                  <a:srgbClr val="FFFFFF"/>
                </a:highlight>
                <a:sym typeface="+mn-ea"/>
              </a:rPr>
              <a:t>s1</a:t>
            </a:r>
            <a:r>
              <a:rPr lang="en-US" altLang="zh-CN" b="1" dirty="0">
                <a:solidFill>
                  <a:srgbClr val="000080"/>
                </a:solidFill>
                <a:highlight>
                  <a:srgbClr val="FFFFFF"/>
                </a:highlight>
                <a:sym typeface="+mn-ea"/>
              </a:rPr>
              <a:t>,</a:t>
            </a:r>
            <a:r>
              <a:rPr lang="en-US" altLang="zh-CN" dirty="0">
                <a:solidFill>
                  <a:srgbClr val="000000"/>
                </a:solidFill>
                <a:highlight>
                  <a:srgbClr val="FFFFFF"/>
                </a:highlight>
                <a:sym typeface="+mn-ea"/>
              </a:rPr>
              <a:t>s2</a:t>
            </a:r>
            <a:r>
              <a:rPr lang="en-US" altLang="zh-CN" b="1" dirty="0">
                <a:solidFill>
                  <a:srgbClr val="000080"/>
                </a:solidFill>
                <a:highlight>
                  <a:srgbClr val="FFFFFF"/>
                </a:highlight>
                <a:sym typeface="+mn-ea"/>
              </a:rPr>
              <a:t>);</a:t>
            </a:r>
            <a:endParaRPr lang="en-US" altLang="zh-CN" dirty="0">
              <a:solidFill>
                <a:srgbClr val="000000"/>
              </a:solidFill>
              <a:highlight>
                <a:srgbClr val="FFFFFF"/>
              </a:highlight>
            </a:endParaRPr>
          </a:p>
          <a:p>
            <a:r>
              <a:rPr lang="en-US" altLang="zh-CN" dirty="0">
                <a:solidFill>
                  <a:srgbClr val="000000"/>
                </a:solidFill>
                <a:highlight>
                  <a:srgbClr val="FFFFFF"/>
                </a:highlight>
                <a:sym typeface="+mn-ea"/>
              </a:rPr>
              <a:t>	puts</a:t>
            </a:r>
            <a:r>
              <a:rPr lang="en-US" altLang="zh-CN" b="1" dirty="0">
                <a:solidFill>
                  <a:srgbClr val="000080"/>
                </a:solidFill>
                <a:highlight>
                  <a:srgbClr val="FFFFFF"/>
                </a:highlight>
                <a:sym typeface="+mn-ea"/>
              </a:rPr>
              <a:t>(</a:t>
            </a:r>
            <a:r>
              <a:rPr lang="en-US" altLang="zh-CN" dirty="0">
                <a:solidFill>
                  <a:srgbClr val="000000"/>
                </a:solidFill>
                <a:highlight>
                  <a:srgbClr val="FFFFFF"/>
                </a:highlight>
                <a:sym typeface="+mn-ea"/>
              </a:rPr>
              <a:t>s1</a:t>
            </a:r>
            <a:r>
              <a:rPr lang="en-US" altLang="zh-CN" b="1" dirty="0">
                <a:solidFill>
                  <a:srgbClr val="000080"/>
                </a:solidFill>
                <a:highlight>
                  <a:srgbClr val="FFFFFF"/>
                </a:highlight>
                <a:sym typeface="+mn-ea"/>
              </a:rPr>
              <a:t>);</a:t>
            </a:r>
            <a:endParaRPr lang="en-US" altLang="zh-CN" dirty="0">
              <a:solidFill>
                <a:srgbClr val="000000"/>
              </a:solidFill>
              <a:highlight>
                <a:srgbClr val="FFFFFF"/>
              </a:highlight>
            </a:endParaRPr>
          </a:p>
          <a:p>
            <a:r>
              <a:rPr lang="en-US" altLang="zh-CN" dirty="0">
                <a:solidFill>
                  <a:srgbClr val="000000"/>
                </a:solidFill>
                <a:highlight>
                  <a:srgbClr val="FFFFFF"/>
                </a:highlight>
                <a:sym typeface="+mn-ea"/>
              </a:rPr>
              <a:t>	puts</a:t>
            </a:r>
            <a:r>
              <a:rPr lang="en-US" altLang="zh-CN" b="1" dirty="0">
                <a:solidFill>
                  <a:srgbClr val="000080"/>
                </a:solidFill>
                <a:highlight>
                  <a:srgbClr val="FFFFFF"/>
                </a:highlight>
                <a:sym typeface="+mn-ea"/>
              </a:rPr>
              <a:t>(</a:t>
            </a:r>
            <a:r>
              <a:rPr lang="en-US" altLang="zh-CN" dirty="0">
                <a:solidFill>
                  <a:srgbClr val="000000"/>
                </a:solidFill>
                <a:highlight>
                  <a:srgbClr val="FFFFFF"/>
                </a:highlight>
                <a:sym typeface="+mn-ea"/>
              </a:rPr>
              <a:t>s2</a:t>
            </a:r>
            <a:r>
              <a:rPr lang="en-US" altLang="zh-CN" b="1" dirty="0" smtClean="0">
                <a:solidFill>
                  <a:srgbClr val="000080"/>
                </a:solidFill>
                <a:highlight>
                  <a:srgbClr val="FFFFFF"/>
                </a:highlight>
                <a:sym typeface="+mn-ea"/>
              </a:rPr>
              <a:t>);</a:t>
            </a:r>
          </a:p>
          <a:p>
            <a:r>
              <a:rPr lang="en-US" altLang="zh-CN" dirty="0"/>
              <a:t>}</a:t>
            </a:r>
          </a:p>
        </p:txBody>
      </p:sp>
      <p:sp>
        <p:nvSpPr>
          <p:cNvPr id="4" name="文本框 3"/>
          <p:cNvSpPr txBox="1"/>
          <p:nvPr/>
        </p:nvSpPr>
        <p:spPr>
          <a:xfrm>
            <a:off x="280670" y="773430"/>
            <a:ext cx="3089275" cy="398780"/>
          </a:xfrm>
          <a:prstGeom prst="rect">
            <a:avLst/>
          </a:prstGeom>
          <a:noFill/>
        </p:spPr>
        <p:txBody>
          <a:bodyPr wrap="square" rtlCol="0">
            <a:spAutoFit/>
          </a:bodyPr>
          <a:lstStyle/>
          <a:p>
            <a:r>
              <a:rPr lang="zh-CN" altLang="en-US" sz="2000">
                <a:latin typeface="隶书" panose="02010509060101010101" charset="-122"/>
                <a:ea typeface="隶书" panose="02010509060101010101" charset="-122"/>
              </a:rPr>
              <a:t>函数应用一下吧！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to="" calcmode="lin" valueType="num">
                                      <p:cBhvr>
                                        <p:cTn id="7" dur="1" fill="hold"/>
                                        <p:tgtEl>
                                          <p:spTgt spid="2"/>
                                        </p:tgtEl>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 to="" calcmode="lin" valueType="num">
                                      <p:cBhvr>
                                        <p:cTn id="12" dur="1" fill="hold"/>
                                        <p:tgtEl>
                                          <p:spTgt spid="3"/>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Users\Lenovo\AppData\Roaming\Tencent\Users\646680306\QQ\WinTemp\RichOle\@D`KZ%UVBV8A3%V}}H5_N~M.png"/>
          <p:cNvPicPr>
            <a:picLocks noChangeAspect="1" noChangeArrowheads="1"/>
          </p:cNvPicPr>
          <p:nvPr/>
        </p:nvPicPr>
        <p:blipFill>
          <a:blip r:embed="rId2"/>
          <a:srcRect/>
          <a:stretch>
            <a:fillRect/>
          </a:stretch>
        </p:blipFill>
        <p:spPr bwMode="auto">
          <a:xfrm>
            <a:off x="735732" y="483518"/>
            <a:ext cx="2324100" cy="3571875"/>
          </a:xfrm>
          <a:prstGeom prst="rect">
            <a:avLst/>
          </a:prstGeom>
          <a:noFill/>
        </p:spPr>
      </p:pic>
    </p:spTree>
    <p:extLst>
      <p:ext uri="{BB962C8B-B14F-4D97-AF65-F5344CB8AC3E}">
        <p14:creationId xmlns:p14="http://schemas.microsoft.com/office/powerpoint/2010/main" val="338867145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51520" y="1059582"/>
            <a:ext cx="8463341" cy="923330"/>
          </a:xfrm>
          <a:prstGeom prst="rect">
            <a:avLst/>
          </a:prstGeom>
        </p:spPr>
        <p:txBody>
          <a:bodyPr wrap="square">
            <a:spAutoFit/>
          </a:bodyPr>
          <a:lstStyle/>
          <a:p>
            <a:r>
              <a:rPr lang="en-US" altLang="zh-CN" dirty="0"/>
              <a:t>STL </a:t>
            </a:r>
            <a:r>
              <a:rPr lang="zh-CN" altLang="en-US" dirty="0"/>
              <a:t>是指标准模板库（</a:t>
            </a:r>
            <a:r>
              <a:rPr lang="en-US" altLang="zh-CN" dirty="0"/>
              <a:t>Standard Template Library</a:t>
            </a:r>
            <a:r>
              <a:rPr lang="zh-CN" altLang="en-US" dirty="0"/>
              <a:t>）的缩写。它是 </a:t>
            </a:r>
            <a:r>
              <a:rPr lang="en-US" altLang="zh-CN" dirty="0"/>
              <a:t>C++ </a:t>
            </a:r>
            <a:r>
              <a:rPr lang="zh-CN" altLang="en-US" dirty="0"/>
              <a:t>的一个标准库，提供了许多通用的模板类和函数，用于实现常用的数据结构和算法。</a:t>
            </a:r>
            <a:r>
              <a:rPr lang="en-US" altLang="zh-CN" dirty="0"/>
              <a:t>STL </a:t>
            </a:r>
            <a:r>
              <a:rPr lang="zh-CN" altLang="en-US" dirty="0"/>
              <a:t>是 </a:t>
            </a:r>
            <a:r>
              <a:rPr lang="en-US" altLang="zh-CN" dirty="0"/>
              <a:t>C++ </a:t>
            </a:r>
            <a:r>
              <a:rPr lang="zh-CN" altLang="en-US" dirty="0"/>
              <a:t>中广泛使用的一个库，被认为是 </a:t>
            </a:r>
            <a:r>
              <a:rPr lang="en-US" altLang="zh-CN" dirty="0"/>
              <a:t>C++ </a:t>
            </a:r>
            <a:r>
              <a:rPr lang="zh-CN" altLang="en-US" dirty="0"/>
              <a:t>的核心之一。</a:t>
            </a:r>
          </a:p>
        </p:txBody>
      </p:sp>
      <p:sp>
        <p:nvSpPr>
          <p:cNvPr id="4" name="TextBox 2"/>
          <p:cNvSpPr txBox="1"/>
          <p:nvPr/>
        </p:nvSpPr>
        <p:spPr>
          <a:xfrm>
            <a:off x="353660" y="267494"/>
            <a:ext cx="2974340" cy="521970"/>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eaLnBrk="1" hangingPunct="1">
              <a:lnSpc>
                <a:spcPct val="100000"/>
              </a:lnSpc>
              <a:spcBef>
                <a:spcPct val="0"/>
              </a:spcBef>
              <a:buNone/>
            </a:pPr>
            <a:r>
              <a:rPr lang="en-US" altLang="zh-CN" b="1" dirty="0">
                <a:solidFill>
                  <a:srgbClr val="FF0000"/>
                </a:solidFill>
                <a:latin typeface="楷体" panose="02010609060101010101" pitchFamily="1" charset="-122"/>
                <a:ea typeface="楷体" panose="02010609060101010101" pitchFamily="1" charset="-122"/>
              </a:rPr>
              <a:t>C++</a:t>
            </a:r>
            <a:r>
              <a:rPr lang="zh-CN" altLang="en-US" b="1" dirty="0">
                <a:solidFill>
                  <a:srgbClr val="FF0000"/>
                </a:solidFill>
                <a:latin typeface="楷体" panose="02010609060101010101" pitchFamily="1" charset="-122"/>
                <a:ea typeface="楷体" panose="02010609060101010101" pitchFamily="1" charset="-122"/>
              </a:rPr>
              <a:t>的字符串</a:t>
            </a:r>
          </a:p>
        </p:txBody>
      </p:sp>
      <p:sp>
        <p:nvSpPr>
          <p:cNvPr id="5" name="矩形 4"/>
          <p:cNvSpPr/>
          <p:nvPr/>
        </p:nvSpPr>
        <p:spPr>
          <a:xfrm>
            <a:off x="2627784" y="285484"/>
            <a:ext cx="3796232" cy="523220"/>
          </a:xfrm>
          <a:prstGeom prst="rect">
            <a:avLst/>
          </a:prstGeom>
        </p:spPr>
        <p:txBody>
          <a:bodyPr wrap="none">
            <a:spAutoFit/>
          </a:bodyPr>
          <a:lstStyle/>
          <a:p>
            <a:r>
              <a:rPr lang="en-US" altLang="zh-CN" sz="2800" b="1" dirty="0" smtClean="0">
                <a:solidFill>
                  <a:srgbClr val="0000CC"/>
                </a:solidFill>
                <a:latin typeface="隶书" panose="02010509060101010101" charset="-122"/>
                <a:ea typeface="隶书" panose="02010509060101010101" charset="-122"/>
                <a:cs typeface="隶书" panose="02010509060101010101" charset="-122"/>
              </a:rPr>
              <a:t>——</a:t>
            </a:r>
            <a:r>
              <a:rPr lang="zh-CN" altLang="en-US" sz="2800" b="1" dirty="0" smtClean="0">
                <a:solidFill>
                  <a:srgbClr val="0000CC"/>
                </a:solidFill>
                <a:latin typeface="隶书" panose="02010509060101010101" charset="-122"/>
                <a:ea typeface="隶书" panose="02010509060101010101" charset="-122"/>
                <a:cs typeface="隶书" panose="02010509060101010101" charset="-122"/>
              </a:rPr>
              <a:t>字符串</a:t>
            </a:r>
            <a:r>
              <a:rPr lang="zh-CN" altLang="en-US" sz="2800" b="1" dirty="0">
                <a:solidFill>
                  <a:srgbClr val="0000CC"/>
                </a:solidFill>
                <a:latin typeface="隶书" panose="02010509060101010101" charset="-122"/>
                <a:ea typeface="隶书" panose="02010509060101010101" charset="-122"/>
                <a:cs typeface="隶书" panose="02010509060101010101" charset="-122"/>
              </a:rPr>
              <a:t>类型</a:t>
            </a:r>
            <a:r>
              <a:rPr lang="en-US" altLang="zh-CN" sz="2800" b="1" dirty="0">
                <a:solidFill>
                  <a:srgbClr val="0000CC"/>
                </a:solidFill>
                <a:latin typeface="隶书" panose="02010509060101010101" charset="-122"/>
                <a:ea typeface="隶书" panose="02010509060101010101" charset="-122"/>
                <a:cs typeface="隶书" panose="02010509060101010101" charset="-122"/>
              </a:rPr>
              <a:t>string</a:t>
            </a:r>
            <a:endParaRPr lang="zh-CN" altLang="en-US" sz="2800" dirty="0">
              <a:solidFill>
                <a:srgbClr val="0000CC"/>
              </a:solidFill>
            </a:endParaRPr>
          </a:p>
        </p:txBody>
      </p:sp>
      <p:sp>
        <p:nvSpPr>
          <p:cNvPr id="6" name="文本框 103"/>
          <p:cNvSpPr txBox="1"/>
          <p:nvPr/>
        </p:nvSpPr>
        <p:spPr>
          <a:xfrm>
            <a:off x="335052" y="2355725"/>
            <a:ext cx="8296275" cy="1630045"/>
          </a:xfrm>
          <a:prstGeom prst="rect">
            <a:avLst/>
          </a:prstGeom>
          <a:noFill/>
          <a:ln w="9525">
            <a:noFill/>
          </a:ln>
        </p:spPr>
        <p:txBody>
          <a:bodyPr wrap="square">
            <a:spAutoFit/>
          </a:bodyPr>
          <a:lstStyle/>
          <a:p>
            <a:pPr indent="298450"/>
            <a:r>
              <a:rPr lang="zh-CN" sz="2000" b="0" dirty="0">
                <a:latin typeface="隶书" panose="02010509060101010101" charset="-122"/>
                <a:ea typeface="隶书" panose="02010509060101010101" charset="-122"/>
                <a:cs typeface="隶书" panose="02010509060101010101" charset="-122"/>
              </a:rPr>
              <a:t>在运用C++字符数组和字符串数组进行字符串操作时，我们习惯性地会把字符串s1的值赋值给字符节s2，写成s2=s1，这毋庸置疑是错误的。一般用strcpy(s2,s1)。不过，接下来介绍的一种数据类型</a:t>
            </a:r>
            <a:r>
              <a:rPr lang="zh-CN" sz="2000" b="0" dirty="0" smtClean="0">
                <a:latin typeface="隶书" panose="02010509060101010101" charset="-122"/>
                <a:ea typeface="隶书" panose="02010509060101010101" charset="-122"/>
                <a:cs typeface="隶书" panose="02010509060101010101" charset="-122"/>
              </a:rPr>
              <a:t>—</a:t>
            </a:r>
            <a:r>
              <a:rPr lang="zh-CN" sz="2000" b="1" dirty="0" smtClean="0">
                <a:solidFill>
                  <a:srgbClr val="FF0000"/>
                </a:solidFill>
                <a:latin typeface="隶书" panose="02010509060101010101" charset="-122"/>
                <a:ea typeface="隶书" panose="02010509060101010101" charset="-122"/>
                <a:cs typeface="隶书" panose="02010509060101010101" charset="-122"/>
              </a:rPr>
              <a:t>字符串类型string</a:t>
            </a:r>
            <a:r>
              <a:rPr lang="zh-CN" sz="2000" b="0" dirty="0" smtClean="0">
                <a:latin typeface="隶书" panose="02010509060101010101" charset="-122"/>
                <a:ea typeface="隶书" panose="02010509060101010101" charset="-122"/>
                <a:cs typeface="隶书" panose="02010509060101010101" charset="-122"/>
              </a:rPr>
              <a:t>，</a:t>
            </a:r>
            <a:r>
              <a:rPr lang="zh-CN" sz="2000" b="0" dirty="0">
                <a:latin typeface="隶书" panose="02010509060101010101" charset="-122"/>
                <a:ea typeface="隶书" panose="02010509060101010101" charset="-122"/>
                <a:cs typeface="隶书" panose="02010509060101010101" charset="-122"/>
              </a:rPr>
              <a:t>它允许写s2=s1的赋值方式。当然，字符串类型与字符串数组类型是完全不同的类型，两者不要弄混了。</a:t>
            </a:r>
            <a:endParaRPr lang="zh-CN" altLang="en-US" sz="2000" dirty="0">
              <a:latin typeface="隶书" panose="02010509060101010101" charset="-122"/>
              <a:ea typeface="隶书" panose="02010509060101010101" charset="-122"/>
              <a:cs typeface="隶书" panose="02010509060101010101" charset="-122"/>
            </a:endParaRPr>
          </a:p>
        </p:txBody>
      </p:sp>
    </p:spTree>
    <p:extLst>
      <p:ext uri="{BB962C8B-B14F-4D97-AF65-F5344CB8AC3E}">
        <p14:creationId xmlns:p14="http://schemas.microsoft.com/office/powerpoint/2010/main" val="713558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6"/>
                                        </p:tgtEl>
                                        <p:attrNameLst>
                                          <p:attrName>style.visibility</p:attrName>
                                        </p:attrNameLst>
                                      </p:cBhvr>
                                      <p:to>
                                        <p:strVal val="visible"/>
                                      </p:to>
                                    </p:set>
                                    <p:anim calcmode="discrete" valueType="clr">
                                      <p:cBhvr override="childStyle">
                                        <p:cTn id="7" dur="80"/>
                                        <p:tgtEl>
                                          <p:spTgt spid="6"/>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6"/>
                                        </p:tgtEl>
                                        <p:attrNameLst>
                                          <p:attrName>fillcolor</p:attrName>
                                        </p:attrNameLst>
                                      </p:cBhvr>
                                      <p:tavLst>
                                        <p:tav tm="0">
                                          <p:val>
                                            <p:clrVal>
                                              <a:schemeClr val="accent2"/>
                                            </p:clrVal>
                                          </p:val>
                                        </p:tav>
                                        <p:tav tm="50000">
                                          <p:val>
                                            <p:clrVal>
                                              <a:schemeClr val="hlink"/>
                                            </p:clrVal>
                                          </p:val>
                                        </p:tav>
                                      </p:tavLst>
                                    </p:anim>
                                    <p:set>
                                      <p:cBhvr>
                                        <p:cTn id="9" dur="80"/>
                                        <p:tgtEl>
                                          <p:spTgt spid="6"/>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组合 3"/>
          <p:cNvGrpSpPr/>
          <p:nvPr/>
        </p:nvGrpSpPr>
        <p:grpSpPr>
          <a:xfrm>
            <a:off x="-108520" y="-159211"/>
            <a:ext cx="4674235" cy="787861"/>
            <a:chOff x="201757" y="129906"/>
            <a:chExt cx="6264696" cy="1096834"/>
          </a:xfrm>
        </p:grpSpPr>
        <p:pic>
          <p:nvPicPr>
            <p:cNvPr id="19473" name="Picture 9" descr="F:\ppt素材\图标\我收集的图标\字体\3.png"/>
            <p:cNvPicPr>
              <a:picLocks noChangeAspect="1"/>
            </p:cNvPicPr>
            <p:nvPr/>
          </p:nvPicPr>
          <p:blipFill>
            <a:blip r:embed="rId2"/>
            <a:stretch>
              <a:fillRect/>
            </a:stretch>
          </p:blipFill>
          <p:spPr>
            <a:xfrm rot="5400000">
              <a:off x="2884210" y="-2418911"/>
              <a:ext cx="899790" cy="6264696"/>
            </a:xfrm>
            <a:prstGeom prst="rect">
              <a:avLst/>
            </a:prstGeom>
            <a:noFill/>
            <a:ln w="9525">
              <a:noFill/>
            </a:ln>
          </p:spPr>
        </p:pic>
        <p:pic>
          <p:nvPicPr>
            <p:cNvPr id="19474" name="Picture 6" descr="F:\超棒ppt模板\中国风\中国风物件\maobi.png"/>
            <p:cNvPicPr>
              <a:picLocks noChangeAspect="1"/>
            </p:cNvPicPr>
            <p:nvPr/>
          </p:nvPicPr>
          <p:blipFill>
            <a:blip r:embed="rId3"/>
            <a:stretch>
              <a:fillRect/>
            </a:stretch>
          </p:blipFill>
          <p:spPr>
            <a:xfrm>
              <a:off x="308134" y="129906"/>
              <a:ext cx="775209" cy="775006"/>
            </a:xfrm>
            <a:prstGeom prst="rect">
              <a:avLst/>
            </a:prstGeom>
            <a:noFill/>
            <a:ln w="9525">
              <a:noFill/>
            </a:ln>
          </p:spPr>
        </p:pic>
        <p:sp>
          <p:nvSpPr>
            <p:cNvPr id="19475" name="TextBox 2"/>
            <p:cNvSpPr txBox="1"/>
            <p:nvPr/>
          </p:nvSpPr>
          <p:spPr>
            <a:xfrm>
              <a:off x="1083609" y="500071"/>
              <a:ext cx="2844474" cy="726669"/>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eaLnBrk="1" hangingPunct="1">
                <a:lnSpc>
                  <a:spcPct val="100000"/>
                </a:lnSpc>
                <a:spcBef>
                  <a:spcPct val="0"/>
                </a:spcBef>
                <a:buNone/>
              </a:pPr>
              <a:r>
                <a:rPr lang="en-US" altLang="zh-CN" b="1" dirty="0">
                  <a:solidFill>
                    <a:schemeClr val="bg1"/>
                  </a:solidFill>
                  <a:latin typeface="楷体" panose="02010609060101010101" pitchFamily="1" charset="-122"/>
                  <a:ea typeface="楷体" panose="02010609060101010101" pitchFamily="1" charset="-122"/>
                </a:rPr>
                <a:t>C++</a:t>
              </a:r>
              <a:r>
                <a:rPr lang="zh-CN" altLang="en-US" b="1" dirty="0">
                  <a:solidFill>
                    <a:schemeClr val="bg1"/>
                  </a:solidFill>
                  <a:latin typeface="楷体" panose="02010609060101010101" pitchFamily="1" charset="-122"/>
                  <a:ea typeface="楷体" panose="02010609060101010101" pitchFamily="1" charset="-122"/>
                </a:rPr>
                <a:t>字符串</a:t>
              </a:r>
            </a:p>
          </p:txBody>
        </p:sp>
      </p:grpSp>
      <p:pic>
        <p:nvPicPr>
          <p:cNvPr id="4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4835" y="4641215"/>
            <a:ext cx="965200" cy="50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文本框 3"/>
          <p:cNvSpPr txBox="1"/>
          <p:nvPr/>
        </p:nvSpPr>
        <p:spPr>
          <a:xfrm>
            <a:off x="179512" y="658314"/>
            <a:ext cx="3554358" cy="398780"/>
          </a:xfrm>
          <a:prstGeom prst="rect">
            <a:avLst/>
          </a:prstGeom>
          <a:noFill/>
        </p:spPr>
        <p:txBody>
          <a:bodyPr wrap="square" rtlCol="0">
            <a:spAutoFit/>
          </a:bodyPr>
          <a:lstStyle/>
          <a:p>
            <a:pPr algn="l"/>
            <a:r>
              <a:rPr lang="en-US" altLang="zh-CN" sz="2000" b="1" dirty="0" err="1">
                <a:latin typeface="隶书" panose="02010509060101010101" charset="-122"/>
                <a:ea typeface="隶书" panose="02010509060101010101" charset="-122"/>
                <a:cs typeface="隶书" panose="02010509060101010101" charset="-122"/>
              </a:rPr>
              <a:t>string常见函数</a:t>
            </a:r>
            <a:endParaRPr lang="en-US" altLang="zh-CN" sz="2000" b="1" dirty="0">
              <a:latin typeface="隶书" panose="02010509060101010101" charset="-122"/>
              <a:ea typeface="隶书" panose="02010509060101010101" charset="-122"/>
              <a:cs typeface="隶书" panose="02010509060101010101" charset="-122"/>
            </a:endParaRPr>
          </a:p>
        </p:txBody>
      </p:sp>
      <p:sp>
        <p:nvSpPr>
          <p:cNvPr id="2" name="文本框 1"/>
          <p:cNvSpPr txBox="1"/>
          <p:nvPr/>
        </p:nvSpPr>
        <p:spPr>
          <a:xfrm>
            <a:off x="281155" y="1112208"/>
            <a:ext cx="2926224" cy="398780"/>
          </a:xfrm>
          <a:prstGeom prst="rect">
            <a:avLst/>
          </a:prstGeom>
          <a:noFill/>
        </p:spPr>
        <p:txBody>
          <a:bodyPr wrap="square" rtlCol="0">
            <a:spAutoFit/>
          </a:bodyPr>
          <a:lstStyle/>
          <a:p>
            <a:pPr algn="l"/>
            <a:r>
              <a:rPr lang="en-US" altLang="zh-CN" sz="2000" dirty="0" err="1">
                <a:solidFill>
                  <a:srgbClr val="FF0000"/>
                </a:solidFill>
                <a:latin typeface="隶书" panose="02010509060101010101" charset="-122"/>
                <a:ea typeface="隶书" panose="02010509060101010101" charset="-122"/>
                <a:cs typeface="隶书" panose="02010509060101010101" charset="-122"/>
              </a:rPr>
              <a:t>输入输出整个字符串</a:t>
            </a:r>
            <a:endParaRPr lang="zh-CN" altLang="en-US" sz="2000" dirty="0">
              <a:solidFill>
                <a:srgbClr val="FF0000"/>
              </a:solidFill>
              <a:latin typeface="隶书" panose="02010509060101010101" charset="-122"/>
              <a:ea typeface="隶书" panose="02010509060101010101" charset="-122"/>
              <a:cs typeface="隶书" panose="02010509060101010101" charset="-122"/>
            </a:endParaRPr>
          </a:p>
        </p:txBody>
      </p:sp>
      <p:pic>
        <p:nvPicPr>
          <p:cNvPr id="3" name="图片 2"/>
          <p:cNvPicPr>
            <a:picLocks noChangeAspect="1"/>
          </p:cNvPicPr>
          <p:nvPr/>
        </p:nvPicPr>
        <p:blipFill>
          <a:blip r:embed="rId5"/>
          <a:stretch>
            <a:fillRect/>
          </a:stretch>
        </p:blipFill>
        <p:spPr>
          <a:xfrm>
            <a:off x="5330758" y="0"/>
            <a:ext cx="3284003" cy="2637011"/>
          </a:xfrm>
          <a:prstGeom prst="rect">
            <a:avLst/>
          </a:prstGeom>
          <a:ln>
            <a:solidFill>
              <a:schemeClr val="accent1"/>
            </a:solidFill>
          </a:ln>
        </p:spPr>
      </p:pic>
      <p:graphicFrame>
        <p:nvGraphicFramePr>
          <p:cNvPr id="10" name="表格 9"/>
          <p:cNvGraphicFramePr>
            <a:graphicFrameLocks noGrp="1"/>
          </p:cNvGraphicFramePr>
          <p:nvPr>
            <p:extLst>
              <p:ext uri="{D42A27DB-BD31-4B8C-83A1-F6EECF244321}">
                <p14:modId xmlns:p14="http://schemas.microsoft.com/office/powerpoint/2010/main" val="766286124"/>
              </p:ext>
            </p:extLst>
          </p:nvPr>
        </p:nvGraphicFramePr>
        <p:xfrm>
          <a:off x="156749" y="2571750"/>
          <a:ext cx="5705079" cy="874896"/>
        </p:xfrm>
        <a:graphic>
          <a:graphicData uri="http://schemas.openxmlformats.org/drawingml/2006/table">
            <a:tbl>
              <a:tblPr firstRow="1" bandRow="1">
                <a:tableStyleId>{5C22544A-7EE6-4342-B048-85BDC9FD1C3A}</a:tableStyleId>
              </a:tblPr>
              <a:tblGrid>
                <a:gridCol w="736527">
                  <a:extLst>
                    <a:ext uri="{9D8B030D-6E8A-4147-A177-3AD203B41FA5}">
                      <a16:colId xmlns="" xmlns:a16="http://schemas.microsoft.com/office/drawing/2014/main" val="20000"/>
                    </a:ext>
                  </a:extLst>
                </a:gridCol>
                <a:gridCol w="792088">
                  <a:extLst>
                    <a:ext uri="{9D8B030D-6E8A-4147-A177-3AD203B41FA5}">
                      <a16:colId xmlns="" xmlns:a16="http://schemas.microsoft.com/office/drawing/2014/main" val="20001"/>
                    </a:ext>
                  </a:extLst>
                </a:gridCol>
                <a:gridCol w="936104">
                  <a:extLst>
                    <a:ext uri="{9D8B030D-6E8A-4147-A177-3AD203B41FA5}">
                      <a16:colId xmlns="" xmlns:a16="http://schemas.microsoft.com/office/drawing/2014/main" val="20002"/>
                    </a:ext>
                  </a:extLst>
                </a:gridCol>
                <a:gridCol w="864096">
                  <a:extLst>
                    <a:ext uri="{9D8B030D-6E8A-4147-A177-3AD203B41FA5}">
                      <a16:colId xmlns="" xmlns:a16="http://schemas.microsoft.com/office/drawing/2014/main" val="20003"/>
                    </a:ext>
                  </a:extLst>
                </a:gridCol>
                <a:gridCol w="792088">
                  <a:extLst>
                    <a:ext uri="{9D8B030D-6E8A-4147-A177-3AD203B41FA5}">
                      <a16:colId xmlns="" xmlns:a16="http://schemas.microsoft.com/office/drawing/2014/main" val="20004"/>
                    </a:ext>
                  </a:extLst>
                </a:gridCol>
                <a:gridCol w="720080">
                  <a:extLst>
                    <a:ext uri="{9D8B030D-6E8A-4147-A177-3AD203B41FA5}">
                      <a16:colId xmlns="" xmlns:a16="http://schemas.microsoft.com/office/drawing/2014/main" val="20005"/>
                    </a:ext>
                  </a:extLst>
                </a:gridCol>
                <a:gridCol w="432048">
                  <a:extLst>
                    <a:ext uri="{9D8B030D-6E8A-4147-A177-3AD203B41FA5}">
                      <a16:colId xmlns="" xmlns:a16="http://schemas.microsoft.com/office/drawing/2014/main" val="20006"/>
                    </a:ext>
                  </a:extLst>
                </a:gridCol>
                <a:gridCol w="432048">
                  <a:extLst>
                    <a:ext uri="{9D8B030D-6E8A-4147-A177-3AD203B41FA5}">
                      <a16:colId xmlns="" xmlns:a16="http://schemas.microsoft.com/office/drawing/2014/main" val="20007"/>
                    </a:ext>
                  </a:extLst>
                </a:gridCol>
              </a:tblGrid>
              <a:tr h="432048">
                <a:tc>
                  <a:txBody>
                    <a:bodyPr/>
                    <a:lstStyle/>
                    <a:p>
                      <a:r>
                        <a:rPr lang="en-US" altLang="zh-CN" dirty="0" smtClean="0">
                          <a:solidFill>
                            <a:schemeClr val="tx1"/>
                          </a:solidFill>
                        </a:rPr>
                        <a:t>i</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smtClean="0">
                          <a:solidFill>
                            <a:schemeClr val="tx1"/>
                          </a:solidFill>
                        </a:rPr>
                        <a:t>i=0</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smtClean="0">
                          <a:solidFill>
                            <a:schemeClr val="tx1"/>
                          </a:solidFill>
                        </a:rPr>
                        <a:t>i=1</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smtClean="0">
                          <a:solidFill>
                            <a:schemeClr val="tx1"/>
                          </a:solidFill>
                        </a:rPr>
                        <a:t>i=2</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smtClean="0">
                          <a:solidFill>
                            <a:schemeClr val="tx1"/>
                          </a:solidFill>
                        </a:rPr>
                        <a:t>i=3</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smtClean="0">
                          <a:solidFill>
                            <a:schemeClr val="tx1"/>
                          </a:solidFill>
                        </a:rPr>
                        <a:t>i=4</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smtClean="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0000"/>
                  </a:ext>
                </a:extLst>
              </a:tr>
              <a:tr h="442848">
                <a:tc>
                  <a:txBody>
                    <a:bodyPr/>
                    <a:lstStyle/>
                    <a:p>
                      <a:r>
                        <a:rPr lang="en-US" altLang="zh-CN" sz="2000" dirty="0" err="1" smtClean="0">
                          <a:solidFill>
                            <a:schemeClr val="tx1"/>
                          </a:solidFill>
                        </a:rPr>
                        <a:t>str</a:t>
                      </a:r>
                      <a:r>
                        <a:rPr lang="en-US" altLang="zh-CN" sz="2000" dirty="0" smtClean="0">
                          <a:solidFill>
                            <a:schemeClr val="tx1"/>
                          </a:solidFill>
                        </a:rPr>
                        <a:t>[]</a:t>
                      </a:r>
                      <a:endParaRPr lang="zh-CN" altLang="en-US"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dirty="0" err="1" smtClean="0">
                          <a:solidFill>
                            <a:schemeClr val="tx1"/>
                          </a:solidFill>
                        </a:rPr>
                        <a:t>str</a:t>
                      </a:r>
                      <a:r>
                        <a:rPr lang="en-US" altLang="zh-CN" sz="1800" dirty="0" smtClean="0">
                          <a:solidFill>
                            <a:schemeClr val="tx1"/>
                          </a:solidFill>
                        </a:rPr>
                        <a:t>[0]</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2000" dirty="0" err="1" smtClean="0">
                          <a:solidFill>
                            <a:schemeClr val="tx1"/>
                          </a:solidFill>
                        </a:rPr>
                        <a:t>str</a:t>
                      </a:r>
                      <a:r>
                        <a:rPr lang="en-US" altLang="zh-CN" sz="2000" dirty="0" smtClean="0">
                          <a:solidFill>
                            <a:schemeClr val="tx1"/>
                          </a:solidFill>
                        </a:rPr>
                        <a:t>[1]</a:t>
                      </a:r>
                      <a:endParaRPr lang="zh-CN" altLang="en-US"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2000" dirty="0" err="1" smtClean="0">
                          <a:solidFill>
                            <a:schemeClr val="tx1"/>
                          </a:solidFill>
                        </a:rPr>
                        <a:t>str</a:t>
                      </a:r>
                      <a:r>
                        <a:rPr lang="en-US" altLang="zh-CN" sz="2000" dirty="0" smtClean="0">
                          <a:solidFill>
                            <a:schemeClr val="tx1"/>
                          </a:solidFill>
                        </a:rPr>
                        <a:t>[2]</a:t>
                      </a:r>
                      <a:endParaRPr lang="zh-CN" altLang="en-US"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2000" dirty="0" err="1" smtClean="0">
                          <a:solidFill>
                            <a:schemeClr val="tx1"/>
                          </a:solidFill>
                        </a:rPr>
                        <a:t>str</a:t>
                      </a:r>
                      <a:r>
                        <a:rPr lang="en-US" altLang="zh-CN" sz="2000" dirty="0" smtClean="0">
                          <a:solidFill>
                            <a:schemeClr val="tx1"/>
                          </a:solidFill>
                        </a:rPr>
                        <a:t>[3]</a:t>
                      </a:r>
                      <a:endParaRPr lang="zh-CN" altLang="en-US"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2000" dirty="0" err="1" smtClean="0">
                          <a:solidFill>
                            <a:schemeClr val="tx1"/>
                          </a:solidFill>
                        </a:rPr>
                        <a:t>str</a:t>
                      </a:r>
                      <a:r>
                        <a:rPr lang="en-US" altLang="zh-CN" sz="2000" dirty="0" smtClean="0">
                          <a:solidFill>
                            <a:schemeClr val="tx1"/>
                          </a:solidFill>
                        </a:rPr>
                        <a:t>[4]</a:t>
                      </a:r>
                      <a:endParaRPr lang="zh-CN" altLang="en-US"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smtClean="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b="1" dirty="0" smtClean="0">
                          <a:solidFill>
                            <a:srgbClr val="FF0000"/>
                          </a:solidFill>
                        </a:rPr>
                        <a:t>\0</a:t>
                      </a:r>
                      <a:endParaRPr lang="zh-CN" altLang="en-US"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0001"/>
                  </a:ext>
                </a:extLst>
              </a:tr>
            </a:tbl>
          </a:graphicData>
        </a:graphic>
      </p:graphicFrame>
      <p:sp>
        <p:nvSpPr>
          <p:cNvPr id="11" name="文本框 1"/>
          <p:cNvSpPr txBox="1"/>
          <p:nvPr/>
        </p:nvSpPr>
        <p:spPr>
          <a:xfrm>
            <a:off x="179512" y="1528388"/>
            <a:ext cx="3757494" cy="1015663"/>
          </a:xfrm>
          <a:prstGeom prst="rect">
            <a:avLst/>
          </a:prstGeom>
          <a:noFill/>
        </p:spPr>
        <p:txBody>
          <a:bodyPr wrap="square" rtlCol="0">
            <a:spAutoFit/>
          </a:bodyPr>
          <a:lstStyle/>
          <a:p>
            <a:pPr algn="l"/>
            <a:r>
              <a:rPr lang="en-US" altLang="zh-CN" sz="2000" dirty="0" err="1" smtClean="0">
                <a:latin typeface="隶书" panose="02010509060101010101" charset="-122"/>
                <a:ea typeface="隶书" panose="02010509060101010101" charset="-122"/>
                <a:cs typeface="隶书" panose="02010509060101010101" charset="-122"/>
              </a:rPr>
              <a:t>字符串str</a:t>
            </a:r>
            <a:r>
              <a:rPr lang="zh-CN" altLang="en-US" sz="2000" dirty="0" smtClean="0">
                <a:latin typeface="隶书" panose="02010509060101010101" charset="-122"/>
                <a:ea typeface="隶书" panose="02010509060101010101" charset="-122"/>
                <a:cs typeface="隶书" panose="02010509060101010101" charset="-122"/>
              </a:rPr>
              <a:t>，在计算机中可以是不用定义长度字符串的“一维字符数组”</a:t>
            </a:r>
            <a:r>
              <a:rPr lang="zh-CN" altLang="en-US" sz="2000" dirty="0">
                <a:latin typeface="隶书" panose="02010509060101010101" charset="-122"/>
                <a:ea typeface="隶书" panose="02010509060101010101" charset="-122"/>
                <a:cs typeface="隶书" panose="02010509060101010101"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2"/>
                                        </p:tgtEl>
                                        <p:attrNameLst>
                                          <p:attrName>style.visibility</p:attrName>
                                        </p:attrNameLst>
                                      </p:cBhvr>
                                      <p:to>
                                        <p:strVal val="visible"/>
                                      </p:to>
                                    </p:set>
                                    <p:anim calcmode="discrete" valueType="clr">
                                      <p:cBhvr override="childStyle">
                                        <p:cTn id="7" dur="80"/>
                                        <p:tgtEl>
                                          <p:spTgt spid="2"/>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
                                        </p:tgtEl>
                                        <p:attrNameLst>
                                          <p:attrName>fillcolor</p:attrName>
                                        </p:attrNameLst>
                                      </p:cBhvr>
                                      <p:tavLst>
                                        <p:tav tm="0">
                                          <p:val>
                                            <p:clrVal>
                                              <a:schemeClr val="accent2"/>
                                            </p:clrVal>
                                          </p:val>
                                        </p:tav>
                                        <p:tav tm="50000">
                                          <p:val>
                                            <p:clrVal>
                                              <a:schemeClr val="hlink"/>
                                            </p:clrVal>
                                          </p:val>
                                        </p:tav>
                                      </p:tavLst>
                                    </p:anim>
                                    <p:set>
                                      <p:cBhvr>
                                        <p:cTn id="9" dur="80"/>
                                        <p:tgtEl>
                                          <p:spTgt spid="2"/>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4" presetClass="entr" presetSubtype="0"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 to="" calcmode="lin" valueType="num">
                                      <p:cBhvr>
                                        <p:cTn id="14" dur="1" fill="hold"/>
                                        <p:tgtEl>
                                          <p:spTgt spid="3"/>
                                        </p:tgtEl>
                                      </p:cBhvr>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7" presetClass="entr" presetSubtype="0" fill="hold" grpId="0" nodeType="clickEffect">
                                  <p:stCondLst>
                                    <p:cond delay="0"/>
                                  </p:stCondLst>
                                  <p:iterate type="lt">
                                    <p:tmPct val="50000"/>
                                  </p:iterate>
                                  <p:childTnLst>
                                    <p:set>
                                      <p:cBhvr>
                                        <p:cTn id="22" dur="1" fill="hold">
                                          <p:stCondLst>
                                            <p:cond delay="0"/>
                                          </p:stCondLst>
                                        </p:cTn>
                                        <p:tgtEl>
                                          <p:spTgt spid="11"/>
                                        </p:tgtEl>
                                        <p:attrNameLst>
                                          <p:attrName>style.visibility</p:attrName>
                                        </p:attrNameLst>
                                      </p:cBhvr>
                                      <p:to>
                                        <p:strVal val="visible"/>
                                      </p:to>
                                    </p:set>
                                    <p:anim calcmode="discrete" valueType="clr">
                                      <p:cBhvr override="childStyle">
                                        <p:cTn id="23" dur="80"/>
                                        <p:tgtEl>
                                          <p:spTgt spid="11"/>
                                        </p:tgtEl>
                                        <p:attrNameLst>
                                          <p:attrName>style.color</p:attrName>
                                        </p:attrNameLst>
                                      </p:cBhvr>
                                      <p:tavLst>
                                        <p:tav tm="0">
                                          <p:val>
                                            <p:clrVal>
                                              <a:schemeClr val="accent2"/>
                                            </p:clrVal>
                                          </p:val>
                                        </p:tav>
                                        <p:tav tm="50000">
                                          <p:val>
                                            <p:clrVal>
                                              <a:schemeClr val="hlink"/>
                                            </p:clrVal>
                                          </p:val>
                                        </p:tav>
                                      </p:tavLst>
                                    </p:anim>
                                    <p:anim calcmode="discrete" valueType="clr">
                                      <p:cBhvr>
                                        <p:cTn id="24" dur="80"/>
                                        <p:tgtEl>
                                          <p:spTgt spid="11"/>
                                        </p:tgtEl>
                                        <p:attrNameLst>
                                          <p:attrName>fillcolor</p:attrName>
                                        </p:attrNameLst>
                                      </p:cBhvr>
                                      <p:tavLst>
                                        <p:tav tm="0">
                                          <p:val>
                                            <p:clrVal>
                                              <a:schemeClr val="accent2"/>
                                            </p:clrVal>
                                          </p:val>
                                        </p:tav>
                                        <p:tav tm="50000">
                                          <p:val>
                                            <p:clrVal>
                                              <a:schemeClr val="hlink"/>
                                            </p:clrVal>
                                          </p:val>
                                        </p:tav>
                                      </p:tavLst>
                                    </p:anim>
                                    <p:set>
                                      <p:cBhvr>
                                        <p:cTn id="25" dur="80"/>
                                        <p:tgtEl>
                                          <p:spTgt spid="11"/>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1"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组合 3"/>
          <p:cNvGrpSpPr/>
          <p:nvPr/>
        </p:nvGrpSpPr>
        <p:grpSpPr>
          <a:xfrm>
            <a:off x="-23495" y="-113665"/>
            <a:ext cx="4674235" cy="788035"/>
            <a:chOff x="201757" y="129906"/>
            <a:chExt cx="6264696" cy="1097076"/>
          </a:xfrm>
        </p:grpSpPr>
        <p:pic>
          <p:nvPicPr>
            <p:cNvPr id="19473" name="Picture 9" descr="F:\ppt素材\图标\我收集的图标\字体\3.png"/>
            <p:cNvPicPr>
              <a:picLocks noChangeAspect="1"/>
            </p:cNvPicPr>
            <p:nvPr/>
          </p:nvPicPr>
          <p:blipFill>
            <a:blip r:embed="rId2"/>
            <a:stretch>
              <a:fillRect/>
            </a:stretch>
          </p:blipFill>
          <p:spPr>
            <a:xfrm rot="5400000">
              <a:off x="2884210" y="-2418911"/>
              <a:ext cx="899790" cy="6264696"/>
            </a:xfrm>
            <a:prstGeom prst="rect">
              <a:avLst/>
            </a:prstGeom>
            <a:noFill/>
            <a:ln w="9525">
              <a:noFill/>
            </a:ln>
          </p:spPr>
        </p:pic>
        <p:pic>
          <p:nvPicPr>
            <p:cNvPr id="19474" name="Picture 6" descr="F:\超棒ppt模板\中国风\中国风物件\maobi.png"/>
            <p:cNvPicPr>
              <a:picLocks noChangeAspect="1"/>
            </p:cNvPicPr>
            <p:nvPr/>
          </p:nvPicPr>
          <p:blipFill>
            <a:blip r:embed="rId3"/>
            <a:stretch>
              <a:fillRect/>
            </a:stretch>
          </p:blipFill>
          <p:spPr>
            <a:xfrm>
              <a:off x="308134" y="129906"/>
              <a:ext cx="775209" cy="775006"/>
            </a:xfrm>
            <a:prstGeom prst="rect">
              <a:avLst/>
            </a:prstGeom>
            <a:noFill/>
            <a:ln w="9525">
              <a:noFill/>
            </a:ln>
          </p:spPr>
        </p:pic>
        <p:sp>
          <p:nvSpPr>
            <p:cNvPr id="19475" name="TextBox 2"/>
            <p:cNvSpPr txBox="1"/>
            <p:nvPr/>
          </p:nvSpPr>
          <p:spPr>
            <a:xfrm>
              <a:off x="834099" y="500313"/>
              <a:ext cx="3986393" cy="726669"/>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eaLnBrk="1" hangingPunct="1">
                <a:lnSpc>
                  <a:spcPct val="100000"/>
                </a:lnSpc>
                <a:spcBef>
                  <a:spcPct val="0"/>
                </a:spcBef>
                <a:buNone/>
              </a:pPr>
              <a:r>
                <a:rPr lang="en-US" altLang="zh-CN" b="1" dirty="0">
                  <a:solidFill>
                    <a:schemeClr val="bg1"/>
                  </a:solidFill>
                  <a:latin typeface="楷体" panose="02010609060101010101" pitchFamily="1" charset="-122"/>
                  <a:ea typeface="楷体" panose="02010609060101010101" pitchFamily="1" charset="-122"/>
                </a:rPr>
                <a:t>C++</a:t>
              </a:r>
              <a:r>
                <a:rPr lang="zh-CN" altLang="en-US" b="1" dirty="0">
                  <a:solidFill>
                    <a:schemeClr val="bg1"/>
                  </a:solidFill>
                  <a:latin typeface="楷体" panose="02010609060101010101" pitchFamily="1" charset="-122"/>
                  <a:ea typeface="楷体" panose="02010609060101010101" pitchFamily="1" charset="-122"/>
                </a:rPr>
                <a:t>的字符串</a:t>
              </a:r>
            </a:p>
          </p:txBody>
        </p:sp>
      </p:grpSp>
      <p:pic>
        <p:nvPicPr>
          <p:cNvPr id="4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4835" y="4641215"/>
            <a:ext cx="965200" cy="50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文本框 1"/>
          <p:cNvSpPr txBox="1"/>
          <p:nvPr/>
        </p:nvSpPr>
        <p:spPr>
          <a:xfrm>
            <a:off x="374734" y="987574"/>
            <a:ext cx="8020050" cy="1322070"/>
          </a:xfrm>
          <a:prstGeom prst="rect">
            <a:avLst/>
          </a:prstGeom>
          <a:noFill/>
          <a:ln w="9525">
            <a:noFill/>
          </a:ln>
        </p:spPr>
        <p:txBody>
          <a:bodyPr wrap="square">
            <a:spAutoFit/>
          </a:bodyPr>
          <a:lstStyle/>
          <a:p>
            <a:pPr indent="0"/>
            <a:r>
              <a:rPr lang="zh-CN" sz="2000" b="1" dirty="0">
                <a:solidFill>
                  <a:srgbClr val="FF0000"/>
                </a:solidFill>
                <a:latin typeface="隶书" panose="02010509060101010101" charset="-122"/>
                <a:ea typeface="隶书" panose="02010509060101010101" charset="-122"/>
                <a:cs typeface="隶书" panose="02010509060101010101" charset="-122"/>
              </a:rPr>
              <a:t>注意：字符串可以像字符串数组一样，一个一个的输出。</a:t>
            </a:r>
            <a:endParaRPr lang="zh-CN" sz="2000" b="0" dirty="0">
              <a:latin typeface="隶书" panose="02010509060101010101" charset="-122"/>
              <a:ea typeface="隶书" panose="02010509060101010101" charset="-122"/>
              <a:cs typeface="隶书" panose="02010509060101010101" charset="-122"/>
            </a:endParaRPr>
          </a:p>
          <a:p>
            <a:pPr indent="0"/>
            <a:r>
              <a:rPr lang="zh-CN" sz="2000" b="0" dirty="0">
                <a:latin typeface="隶书" panose="02010509060101010101" charset="-122"/>
                <a:ea typeface="隶书" panose="02010509060101010101" charset="-122"/>
                <a:cs typeface="隶书" panose="02010509060101010101" charset="-122"/>
              </a:rPr>
              <a:t>例：</a:t>
            </a:r>
            <a:r>
              <a:rPr lang="en-US" sz="2000" b="0" dirty="0">
                <a:latin typeface="隶书" panose="02010509060101010101" charset="-122"/>
                <a:ea typeface="隶书" panose="02010509060101010101" charset="-122"/>
                <a:cs typeface="隶书" panose="02010509060101010101" charset="-122"/>
              </a:rPr>
              <a:t>string s=”Hello world”;</a:t>
            </a:r>
          </a:p>
          <a:p>
            <a:pPr indent="0"/>
            <a:r>
              <a:rPr lang="en-US" sz="2000" b="0" dirty="0">
                <a:latin typeface="隶书" panose="02010509060101010101" charset="-122"/>
                <a:ea typeface="隶书" panose="02010509060101010101" charset="-122"/>
                <a:cs typeface="隶书" panose="02010509060101010101" charset="-122"/>
              </a:rPr>
              <a:t>    </a:t>
            </a:r>
            <a:r>
              <a:rPr lang="en-US" altLang="zh-CN" sz="2000" b="0" dirty="0" err="1" smtClean="0">
                <a:latin typeface="隶书" panose="02010509060101010101" charset="-122"/>
                <a:ea typeface="隶书" panose="02010509060101010101" charset="-122"/>
                <a:cs typeface="隶书" panose="02010509060101010101" charset="-122"/>
              </a:rPr>
              <a:t>int</a:t>
            </a:r>
            <a:r>
              <a:rPr lang="en-US" altLang="zh-CN" sz="2000" b="0" dirty="0" smtClean="0">
                <a:latin typeface="隶书" panose="02010509060101010101" charset="-122"/>
                <a:ea typeface="隶书" panose="02010509060101010101" charset="-122"/>
                <a:cs typeface="隶书" panose="02010509060101010101" charset="-122"/>
              </a:rPr>
              <a:t>  </a:t>
            </a:r>
            <a:r>
              <a:rPr lang="en-US" altLang="zh-CN" sz="2000" dirty="0" err="1">
                <a:latin typeface="隶书" panose="02010509060101010101" charset="-122"/>
                <a:ea typeface="隶书" panose="02010509060101010101" charset="-122"/>
                <a:cs typeface="隶书" panose="02010509060101010101" charset="-122"/>
              </a:rPr>
              <a:t>l</a:t>
            </a:r>
            <a:r>
              <a:rPr lang="en-US" sz="2000" b="0" dirty="0" err="1" smtClean="0">
                <a:latin typeface="隶书" panose="02010509060101010101" charset="-122"/>
                <a:ea typeface="隶书" panose="02010509060101010101" charset="-122"/>
                <a:cs typeface="隶书" panose="02010509060101010101" charset="-122"/>
              </a:rPr>
              <a:t>en</a:t>
            </a:r>
            <a:r>
              <a:rPr lang="en-US" sz="2000" b="0" dirty="0" smtClean="0">
                <a:latin typeface="隶书" panose="02010509060101010101" charset="-122"/>
                <a:ea typeface="隶书" panose="02010509060101010101" charset="-122"/>
                <a:cs typeface="隶书" panose="02010509060101010101" charset="-122"/>
              </a:rPr>
              <a:t>=</a:t>
            </a:r>
            <a:r>
              <a:rPr lang="en-US" sz="2000" b="0" dirty="0" err="1" smtClean="0">
                <a:latin typeface="隶书" panose="02010509060101010101" charset="-122"/>
                <a:ea typeface="隶书" panose="02010509060101010101" charset="-122"/>
                <a:cs typeface="隶书" panose="02010509060101010101" charset="-122"/>
              </a:rPr>
              <a:t>s.size</a:t>
            </a:r>
            <a:r>
              <a:rPr lang="en-US" sz="2000" b="0" dirty="0" smtClean="0">
                <a:latin typeface="隶书" panose="02010509060101010101" charset="-122"/>
                <a:ea typeface="隶书" panose="02010509060101010101" charset="-122"/>
                <a:cs typeface="隶书" panose="02010509060101010101" charset="-122"/>
              </a:rPr>
              <a:t>();    </a:t>
            </a:r>
            <a:endParaRPr lang="en-US" sz="2000" b="0" dirty="0">
              <a:latin typeface="隶书" panose="02010509060101010101" charset="-122"/>
              <a:ea typeface="隶书" panose="02010509060101010101" charset="-122"/>
              <a:cs typeface="隶书" panose="02010509060101010101" charset="-122"/>
            </a:endParaRPr>
          </a:p>
          <a:p>
            <a:pPr indent="0"/>
            <a:r>
              <a:rPr lang="en-US" sz="2000" b="0" dirty="0" smtClean="0">
                <a:latin typeface="隶书" panose="02010509060101010101" charset="-122"/>
                <a:ea typeface="隶书" panose="02010509060101010101" charset="-122"/>
                <a:cs typeface="隶书" panose="02010509060101010101" charset="-122"/>
              </a:rPr>
              <a:t>    for </a:t>
            </a:r>
            <a:r>
              <a:rPr lang="en-US" sz="2000" b="0" dirty="0">
                <a:latin typeface="隶书" panose="02010509060101010101" charset="-122"/>
                <a:ea typeface="隶书" panose="02010509060101010101" charset="-122"/>
                <a:cs typeface="隶书" panose="02010509060101010101" charset="-122"/>
              </a:rPr>
              <a:t>(</a:t>
            </a:r>
            <a:r>
              <a:rPr lang="en-US" sz="2000" b="0" dirty="0" err="1">
                <a:latin typeface="隶书" panose="02010509060101010101" charset="-122"/>
                <a:ea typeface="隶书" panose="02010509060101010101" charset="-122"/>
                <a:cs typeface="隶书" panose="02010509060101010101" charset="-122"/>
              </a:rPr>
              <a:t>int</a:t>
            </a:r>
            <a:r>
              <a:rPr lang="en-US" sz="2000" b="0" dirty="0">
                <a:latin typeface="隶书" panose="02010509060101010101" charset="-122"/>
                <a:ea typeface="隶书" panose="02010509060101010101" charset="-122"/>
                <a:cs typeface="隶书" panose="02010509060101010101" charset="-122"/>
              </a:rPr>
              <a:t> i=0;i&lt;</a:t>
            </a:r>
            <a:r>
              <a:rPr lang="en-US" sz="2000" b="0" dirty="0" err="1">
                <a:latin typeface="隶书" panose="02010509060101010101" charset="-122"/>
                <a:ea typeface="隶书" panose="02010509060101010101" charset="-122"/>
                <a:cs typeface="隶书" panose="02010509060101010101" charset="-122"/>
              </a:rPr>
              <a:t>len;i</a:t>
            </a:r>
            <a:r>
              <a:rPr lang="en-US" sz="2000" b="0" dirty="0">
                <a:latin typeface="隶书" panose="02010509060101010101" charset="-122"/>
                <a:ea typeface="隶书" panose="02010509060101010101" charset="-122"/>
                <a:cs typeface="隶书" panose="02010509060101010101" charset="-122"/>
              </a:rPr>
              <a:t>++) </a:t>
            </a:r>
            <a:r>
              <a:rPr lang="en-US" sz="2000" b="0" dirty="0" err="1">
                <a:latin typeface="隶书" panose="02010509060101010101" charset="-122"/>
                <a:ea typeface="隶书" panose="02010509060101010101" charset="-122"/>
                <a:cs typeface="隶书" panose="02010509060101010101" charset="-122"/>
              </a:rPr>
              <a:t>cout</a:t>
            </a:r>
            <a:r>
              <a:rPr lang="en-US" sz="2000" b="0" dirty="0">
                <a:latin typeface="隶书" panose="02010509060101010101" charset="-122"/>
                <a:ea typeface="隶书" panose="02010509060101010101" charset="-122"/>
                <a:cs typeface="隶书" panose="02010509060101010101" charset="-122"/>
              </a:rPr>
              <a:t>&lt;&lt;s[i];</a:t>
            </a:r>
            <a:endParaRPr lang="zh-CN" altLang="en-US" sz="2000" dirty="0">
              <a:latin typeface="隶书" panose="02010509060101010101" charset="-122"/>
              <a:ea typeface="隶书" panose="02010509060101010101" charset="-122"/>
              <a:cs typeface="隶书" panose="02010509060101010101" charset="-122"/>
            </a:endParaRPr>
          </a:p>
        </p:txBody>
      </p:sp>
      <p:sp>
        <p:nvSpPr>
          <p:cNvPr id="9" name="矩形 8"/>
          <p:cNvSpPr/>
          <p:nvPr/>
        </p:nvSpPr>
        <p:spPr>
          <a:xfrm>
            <a:off x="345075" y="2499742"/>
            <a:ext cx="8540128" cy="584775"/>
          </a:xfrm>
          <a:prstGeom prst="rect">
            <a:avLst/>
          </a:prstGeom>
        </p:spPr>
        <p:txBody>
          <a:bodyPr wrap="square">
            <a:spAutoFit/>
          </a:bodyPr>
          <a:lstStyle/>
          <a:p>
            <a:r>
              <a:rPr lang="zh-CN" altLang="en-US" sz="3200" b="1" dirty="0" smtClean="0">
                <a:solidFill>
                  <a:srgbClr val="C00000"/>
                </a:solidFill>
                <a:highlight>
                  <a:srgbClr val="FFFFFF"/>
                </a:highlight>
                <a:latin typeface="隶书" panose="02010509060101010101" charset="-122"/>
                <a:ea typeface="隶书" panose="02010509060101010101" charset="-122"/>
                <a:cs typeface="隶书" panose="02010509060101010101" charset="-122"/>
                <a:sym typeface="+mn-ea"/>
              </a:rPr>
              <a:t>求字符串长度函数</a:t>
            </a:r>
            <a:r>
              <a:rPr lang="en-US" altLang="zh-CN" sz="3200" b="1" dirty="0" err="1" smtClean="0">
                <a:solidFill>
                  <a:srgbClr val="C00000"/>
                </a:solidFill>
                <a:highlight>
                  <a:srgbClr val="FFFFFF"/>
                </a:highlight>
                <a:latin typeface="隶书" panose="02010509060101010101" charset="-122"/>
                <a:ea typeface="隶书" panose="02010509060101010101" charset="-122"/>
                <a:cs typeface="隶书" panose="02010509060101010101" charset="-122"/>
                <a:sym typeface="+mn-ea"/>
              </a:rPr>
              <a:t>s.size</a:t>
            </a:r>
            <a:r>
              <a:rPr lang="en-US" altLang="zh-CN" sz="3200" b="1" dirty="0" smtClean="0">
                <a:solidFill>
                  <a:srgbClr val="000080"/>
                </a:solidFill>
                <a:highlight>
                  <a:srgbClr val="FFFFFF"/>
                </a:highlight>
                <a:latin typeface="隶书" panose="02010509060101010101" charset="-122"/>
                <a:ea typeface="隶书" panose="02010509060101010101" charset="-122"/>
                <a:cs typeface="隶书" panose="02010509060101010101" charset="-122"/>
                <a:sym typeface="+mn-ea"/>
              </a:rPr>
              <a:t>()</a:t>
            </a:r>
            <a:r>
              <a:rPr lang="zh-CN" altLang="en-US" sz="3200" b="1" dirty="0" smtClean="0">
                <a:solidFill>
                  <a:srgbClr val="000080"/>
                </a:solidFill>
                <a:highlight>
                  <a:srgbClr val="FFFFFF"/>
                </a:highlight>
                <a:latin typeface="隶书" panose="02010509060101010101" charset="-122"/>
                <a:ea typeface="隶书" panose="02010509060101010101" charset="-122"/>
                <a:cs typeface="隶书" panose="02010509060101010101" charset="-122"/>
                <a:sym typeface="+mn-ea"/>
              </a:rPr>
              <a:t>或</a:t>
            </a:r>
            <a:r>
              <a:rPr lang="en-US" altLang="zh-CN" sz="3200" b="1" dirty="0" err="1" smtClean="0">
                <a:solidFill>
                  <a:srgbClr val="FF0000"/>
                </a:solidFill>
                <a:highlight>
                  <a:srgbClr val="FFFFFF"/>
                </a:highlight>
                <a:latin typeface="隶书" panose="02010509060101010101" charset="-122"/>
                <a:ea typeface="隶书" panose="02010509060101010101" charset="-122"/>
                <a:cs typeface="隶书" panose="02010509060101010101" charset="-122"/>
                <a:sym typeface="+mn-ea"/>
              </a:rPr>
              <a:t>s.length</a:t>
            </a:r>
            <a:r>
              <a:rPr lang="en-US" altLang="zh-CN" sz="3200" b="1" dirty="0" smtClean="0">
                <a:solidFill>
                  <a:srgbClr val="000080"/>
                </a:solidFill>
                <a:highlight>
                  <a:srgbClr val="FFFFFF"/>
                </a:highlight>
                <a:latin typeface="隶书" panose="02010509060101010101" charset="-122"/>
                <a:ea typeface="隶书" panose="02010509060101010101" charset="-122"/>
                <a:cs typeface="隶书" panose="02010509060101010101" charset="-122"/>
                <a:sym typeface="+mn-ea"/>
              </a:rPr>
              <a:t>()</a:t>
            </a:r>
            <a:r>
              <a:rPr lang="zh-CN" altLang="en-US" sz="3200" b="1" dirty="0" smtClean="0">
                <a:solidFill>
                  <a:srgbClr val="000080"/>
                </a:solidFill>
                <a:highlight>
                  <a:srgbClr val="FFFFFF"/>
                </a:highlight>
                <a:latin typeface="隶书" panose="02010509060101010101" charset="-122"/>
                <a:ea typeface="隶书" panose="02010509060101010101" charset="-122"/>
                <a:cs typeface="隶书" panose="02010509060101010101" charset="-122"/>
                <a:sym typeface="+mn-ea"/>
              </a:rPr>
              <a:t>；</a:t>
            </a:r>
            <a:endParaRPr lang="zh-CN" altLang="en-US" sz="3200" dirty="0"/>
          </a:p>
        </p:txBody>
      </p:sp>
    </p:spTree>
    <p:extLst>
      <p:ext uri="{BB962C8B-B14F-4D97-AF65-F5344CB8AC3E}">
        <p14:creationId xmlns:p14="http://schemas.microsoft.com/office/powerpoint/2010/main" val="3199724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2"/>
                                        </p:tgtEl>
                                        <p:attrNameLst>
                                          <p:attrName>style.visibility</p:attrName>
                                        </p:attrNameLst>
                                      </p:cBhvr>
                                      <p:to>
                                        <p:strVal val="visible"/>
                                      </p:to>
                                    </p:set>
                                    <p:anim calcmode="discrete" valueType="clr">
                                      <p:cBhvr override="childStyle">
                                        <p:cTn id="7" dur="80"/>
                                        <p:tgtEl>
                                          <p:spTgt spid="2"/>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
                                        </p:tgtEl>
                                        <p:attrNameLst>
                                          <p:attrName>fillcolor</p:attrName>
                                        </p:attrNameLst>
                                      </p:cBhvr>
                                      <p:tavLst>
                                        <p:tav tm="0">
                                          <p:val>
                                            <p:clrVal>
                                              <a:schemeClr val="accent2"/>
                                            </p:clrVal>
                                          </p:val>
                                        </p:tav>
                                        <p:tav tm="50000">
                                          <p:val>
                                            <p:clrVal>
                                              <a:schemeClr val="hlink"/>
                                            </p:clrVal>
                                          </p:val>
                                        </p:tav>
                                      </p:tavLst>
                                    </p:anim>
                                    <p:set>
                                      <p:cBhvr>
                                        <p:cTn id="9" dur="80"/>
                                        <p:tgtEl>
                                          <p:spTgt spid="2"/>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8083" y="1087067"/>
            <a:ext cx="3289453" cy="830997"/>
          </a:xfrm>
          <a:prstGeom prst="rect">
            <a:avLst/>
          </a:prstGeom>
          <a:noFill/>
          <a:ln w="25400">
            <a:solidFill>
              <a:schemeClr val="bg1">
                <a:lumMod val="75000"/>
              </a:schemeClr>
            </a:solidFill>
          </a:ln>
        </p:spPr>
        <p:txBody>
          <a:bodyPr wrap="square" rtlCol="0">
            <a:spAutoFit/>
          </a:bodyPr>
          <a:lstStyle/>
          <a:p>
            <a:r>
              <a:rPr lang="en-US" altLang="zh-CN" sz="2400" b="1" dirty="0" smtClean="0">
                <a:latin typeface="隶书" panose="02010509060101010101" charset="-122"/>
                <a:ea typeface="隶书" panose="02010509060101010101" charset="-122"/>
                <a:cs typeface="隶书" panose="02010509060101010101" charset="-122"/>
                <a:sym typeface="+mn-ea"/>
              </a:rPr>
              <a:t>string   s1;</a:t>
            </a:r>
          </a:p>
          <a:p>
            <a:r>
              <a:rPr lang="en-US" altLang="zh-CN" sz="2400" b="1" dirty="0" err="1" smtClean="0">
                <a:latin typeface="隶书" panose="02010509060101010101" charset="-122"/>
                <a:ea typeface="隶书" panose="02010509060101010101" charset="-122"/>
                <a:sym typeface="+mn-ea"/>
              </a:rPr>
              <a:t>cin</a:t>
            </a:r>
            <a:r>
              <a:rPr lang="en-US" altLang="zh-CN" sz="2400" b="1" dirty="0" smtClean="0">
                <a:latin typeface="隶书" panose="02010509060101010101" charset="-122"/>
                <a:ea typeface="隶书" panose="02010509060101010101" charset="-122"/>
                <a:sym typeface="+mn-ea"/>
              </a:rPr>
              <a:t>&gt;&gt;s1;</a:t>
            </a:r>
            <a:endParaRPr lang="zh-CN" altLang="en-US" sz="2400" b="1" dirty="0"/>
          </a:p>
        </p:txBody>
      </p:sp>
      <p:sp>
        <p:nvSpPr>
          <p:cNvPr id="3" name="TextBox 2"/>
          <p:cNvSpPr txBox="1"/>
          <p:nvPr/>
        </p:nvSpPr>
        <p:spPr>
          <a:xfrm>
            <a:off x="5251231" y="1059579"/>
            <a:ext cx="3289453" cy="830997"/>
          </a:xfrm>
          <a:prstGeom prst="rect">
            <a:avLst/>
          </a:prstGeom>
          <a:noFill/>
          <a:ln w="25400">
            <a:solidFill>
              <a:schemeClr val="bg1">
                <a:lumMod val="75000"/>
              </a:schemeClr>
            </a:solidFill>
          </a:ln>
        </p:spPr>
        <p:txBody>
          <a:bodyPr wrap="square" rtlCol="0">
            <a:spAutoFit/>
          </a:bodyPr>
          <a:lstStyle/>
          <a:p>
            <a:r>
              <a:rPr lang="en-US" altLang="zh-CN" sz="2400" b="1" dirty="0" smtClean="0">
                <a:latin typeface="隶书" panose="02010509060101010101" charset="-122"/>
                <a:ea typeface="隶书" panose="02010509060101010101" charset="-122"/>
                <a:cs typeface="隶书" panose="02010509060101010101" charset="-122"/>
                <a:sym typeface="+mn-ea"/>
              </a:rPr>
              <a:t>string  s2;</a:t>
            </a:r>
          </a:p>
          <a:p>
            <a:r>
              <a:rPr lang="en-US" altLang="zh-CN" sz="2400" b="1" dirty="0" err="1" smtClean="0">
                <a:latin typeface="隶书" panose="02010509060101010101" charset="-122"/>
                <a:ea typeface="隶书" panose="02010509060101010101" charset="-122"/>
                <a:sym typeface="+mn-ea"/>
              </a:rPr>
              <a:t>getline</a:t>
            </a:r>
            <a:r>
              <a:rPr lang="en-US" altLang="zh-CN" sz="2400" b="1" dirty="0" smtClean="0">
                <a:latin typeface="隶书" panose="02010509060101010101" charset="-122"/>
                <a:ea typeface="隶书" panose="02010509060101010101" charset="-122"/>
                <a:sym typeface="+mn-ea"/>
              </a:rPr>
              <a:t>(cin,s2)</a:t>
            </a:r>
            <a:endParaRPr lang="zh-CN" altLang="en-US" sz="2400" b="1" dirty="0"/>
          </a:p>
        </p:txBody>
      </p:sp>
      <p:sp>
        <p:nvSpPr>
          <p:cNvPr id="4" name="矩形 3"/>
          <p:cNvSpPr/>
          <p:nvPr/>
        </p:nvSpPr>
        <p:spPr>
          <a:xfrm>
            <a:off x="601582" y="372219"/>
            <a:ext cx="4830168" cy="461665"/>
          </a:xfrm>
          <a:prstGeom prst="rect">
            <a:avLst/>
          </a:prstGeom>
        </p:spPr>
        <p:txBody>
          <a:bodyPr wrap="none">
            <a:spAutoFit/>
          </a:bodyPr>
          <a:lstStyle/>
          <a:p>
            <a:pPr lvl="0">
              <a:spcBef>
                <a:spcPct val="0"/>
              </a:spcBef>
            </a:pPr>
            <a:r>
              <a:rPr lang="en-US" altLang="zh-CN" sz="2400" b="1" dirty="0" smtClean="0">
                <a:solidFill>
                  <a:srgbClr val="FF0000"/>
                </a:solidFill>
                <a:latin typeface="楷体" panose="02010609060101010101" pitchFamily="1" charset="-122"/>
                <a:ea typeface="楷体" panose="02010609060101010101" pitchFamily="1" charset="-122"/>
              </a:rPr>
              <a:t>string</a:t>
            </a:r>
            <a:r>
              <a:rPr lang="zh-CN" altLang="en-US" sz="2400" b="1" dirty="0" smtClean="0">
                <a:solidFill>
                  <a:srgbClr val="FF0000"/>
                </a:solidFill>
                <a:latin typeface="楷体" panose="02010609060101010101" pitchFamily="1" charset="-122"/>
                <a:ea typeface="楷体" panose="02010609060101010101" pitchFamily="1" charset="-122"/>
              </a:rPr>
              <a:t>字符串的声明和输入方法：</a:t>
            </a:r>
            <a:endParaRPr lang="zh-CN" altLang="en-US" sz="2400" b="1" dirty="0">
              <a:solidFill>
                <a:srgbClr val="FF0000"/>
              </a:solidFill>
              <a:latin typeface="楷体" panose="02010609060101010101" pitchFamily="1" charset="-122"/>
              <a:ea typeface="楷体" panose="02010609060101010101" pitchFamily="1" charset="-122"/>
            </a:endParaRPr>
          </a:p>
        </p:txBody>
      </p:sp>
      <p:sp>
        <p:nvSpPr>
          <p:cNvPr id="5" name="下箭头 4"/>
          <p:cNvSpPr/>
          <p:nvPr/>
        </p:nvSpPr>
        <p:spPr>
          <a:xfrm flipV="1">
            <a:off x="1676660" y="1926418"/>
            <a:ext cx="167802" cy="67473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TextBox 5"/>
          <p:cNvSpPr txBox="1"/>
          <p:nvPr/>
        </p:nvSpPr>
        <p:spPr>
          <a:xfrm>
            <a:off x="89651" y="2669076"/>
            <a:ext cx="3341820" cy="461665"/>
          </a:xfrm>
          <a:prstGeom prst="rect">
            <a:avLst/>
          </a:prstGeom>
          <a:noFill/>
          <a:ln w="25400">
            <a:solidFill>
              <a:schemeClr val="bg1">
                <a:lumMod val="75000"/>
              </a:schemeClr>
            </a:solidFill>
          </a:ln>
        </p:spPr>
        <p:txBody>
          <a:bodyPr wrap="square" rtlCol="0">
            <a:spAutoFit/>
          </a:bodyPr>
          <a:lstStyle/>
          <a:p>
            <a:r>
              <a:rPr lang="zh-CN" altLang="en-US" sz="2400" b="1" dirty="0">
                <a:latin typeface="隶书" panose="02010509060101010101" charset="-122"/>
                <a:ea typeface="隶书" panose="02010509060101010101" charset="-122"/>
                <a:sym typeface="+mn-ea"/>
              </a:rPr>
              <a:t>遇</a:t>
            </a:r>
            <a:r>
              <a:rPr lang="zh-CN" altLang="en-US" sz="2400" b="1" dirty="0" smtClean="0">
                <a:latin typeface="隶书" panose="02010509060101010101" charset="-122"/>
                <a:ea typeface="隶书" panose="02010509060101010101" charset="-122"/>
                <a:sym typeface="+mn-ea"/>
              </a:rPr>
              <a:t>空格和换行结束输入</a:t>
            </a:r>
            <a:endParaRPr lang="zh-CN" altLang="en-US" sz="2400" b="1" dirty="0"/>
          </a:p>
        </p:txBody>
      </p:sp>
      <p:sp>
        <p:nvSpPr>
          <p:cNvPr id="7" name="下箭头 6"/>
          <p:cNvSpPr/>
          <p:nvPr/>
        </p:nvSpPr>
        <p:spPr>
          <a:xfrm flipV="1">
            <a:off x="6732239" y="1928428"/>
            <a:ext cx="163718" cy="67339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extBox 7"/>
          <p:cNvSpPr txBox="1"/>
          <p:nvPr/>
        </p:nvSpPr>
        <p:spPr>
          <a:xfrm>
            <a:off x="4932040" y="2763768"/>
            <a:ext cx="4248472" cy="461665"/>
          </a:xfrm>
          <a:prstGeom prst="rect">
            <a:avLst/>
          </a:prstGeom>
          <a:noFill/>
          <a:ln w="25400">
            <a:solidFill>
              <a:schemeClr val="bg1">
                <a:lumMod val="75000"/>
              </a:schemeClr>
            </a:solidFill>
          </a:ln>
        </p:spPr>
        <p:txBody>
          <a:bodyPr wrap="square" rtlCol="0">
            <a:spAutoFit/>
          </a:bodyPr>
          <a:lstStyle/>
          <a:p>
            <a:r>
              <a:rPr lang="zh-CN" altLang="en-US" sz="2400" b="1" dirty="0" smtClean="0">
                <a:latin typeface="隶书" panose="02010509060101010101" charset="-122"/>
                <a:ea typeface="隶书" panose="02010509060101010101" charset="-122"/>
                <a:sym typeface="+mn-ea"/>
              </a:rPr>
              <a:t>遇回车结束输入（能读入空格）</a:t>
            </a:r>
            <a:endParaRPr lang="zh-CN" altLang="en-US" sz="2400" b="1" dirty="0"/>
          </a:p>
        </p:txBody>
      </p:sp>
    </p:spTree>
    <p:extLst>
      <p:ext uri="{BB962C8B-B14F-4D97-AF65-F5344CB8AC3E}">
        <p14:creationId xmlns:p14="http://schemas.microsoft.com/office/powerpoint/2010/main" val="257704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组合 3"/>
          <p:cNvGrpSpPr/>
          <p:nvPr/>
        </p:nvGrpSpPr>
        <p:grpSpPr>
          <a:xfrm>
            <a:off x="-23495" y="-113665"/>
            <a:ext cx="4674235" cy="787861"/>
            <a:chOff x="201757" y="129906"/>
            <a:chExt cx="6264696" cy="1096834"/>
          </a:xfrm>
        </p:grpSpPr>
        <p:pic>
          <p:nvPicPr>
            <p:cNvPr id="19473" name="Picture 9" descr="F:\ppt素材\图标\我收集的图标\字体\3.png"/>
            <p:cNvPicPr>
              <a:picLocks noChangeAspect="1"/>
            </p:cNvPicPr>
            <p:nvPr/>
          </p:nvPicPr>
          <p:blipFill>
            <a:blip r:embed="rId2"/>
            <a:stretch>
              <a:fillRect/>
            </a:stretch>
          </p:blipFill>
          <p:spPr>
            <a:xfrm rot="5400000">
              <a:off x="2884210" y="-2418911"/>
              <a:ext cx="899790" cy="6264696"/>
            </a:xfrm>
            <a:prstGeom prst="rect">
              <a:avLst/>
            </a:prstGeom>
            <a:noFill/>
            <a:ln w="9525">
              <a:noFill/>
            </a:ln>
          </p:spPr>
        </p:pic>
        <p:pic>
          <p:nvPicPr>
            <p:cNvPr id="19474" name="Picture 6" descr="F:\超棒ppt模板\中国风\中国风物件\maobi.png"/>
            <p:cNvPicPr>
              <a:picLocks noChangeAspect="1"/>
            </p:cNvPicPr>
            <p:nvPr/>
          </p:nvPicPr>
          <p:blipFill>
            <a:blip r:embed="rId3"/>
            <a:stretch>
              <a:fillRect/>
            </a:stretch>
          </p:blipFill>
          <p:spPr>
            <a:xfrm>
              <a:off x="308134" y="129906"/>
              <a:ext cx="775209" cy="775006"/>
            </a:xfrm>
            <a:prstGeom prst="rect">
              <a:avLst/>
            </a:prstGeom>
            <a:noFill/>
            <a:ln w="9525">
              <a:noFill/>
            </a:ln>
          </p:spPr>
        </p:pic>
        <p:sp>
          <p:nvSpPr>
            <p:cNvPr id="19475" name="TextBox 2"/>
            <p:cNvSpPr txBox="1"/>
            <p:nvPr/>
          </p:nvSpPr>
          <p:spPr>
            <a:xfrm>
              <a:off x="1083609" y="500071"/>
              <a:ext cx="2844474" cy="726669"/>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eaLnBrk="1" hangingPunct="1">
                <a:lnSpc>
                  <a:spcPct val="100000"/>
                </a:lnSpc>
                <a:spcBef>
                  <a:spcPct val="0"/>
                </a:spcBef>
                <a:buNone/>
              </a:pPr>
              <a:r>
                <a:rPr lang="en-US" altLang="zh-CN" b="1" dirty="0">
                  <a:solidFill>
                    <a:schemeClr val="bg1"/>
                  </a:solidFill>
                  <a:latin typeface="楷体" panose="02010609060101010101" pitchFamily="1" charset="-122"/>
                  <a:ea typeface="楷体" panose="02010609060101010101" pitchFamily="1" charset="-122"/>
                </a:rPr>
                <a:t>C++</a:t>
              </a:r>
              <a:r>
                <a:rPr lang="zh-CN" altLang="en-US" b="1" dirty="0">
                  <a:solidFill>
                    <a:schemeClr val="bg1"/>
                  </a:solidFill>
                  <a:latin typeface="楷体" panose="02010609060101010101" pitchFamily="1" charset="-122"/>
                  <a:ea typeface="楷体" panose="02010609060101010101" pitchFamily="1" charset="-122"/>
                </a:rPr>
                <a:t>字符串</a:t>
              </a:r>
            </a:p>
          </p:txBody>
        </p:sp>
      </p:grpSp>
      <p:pic>
        <p:nvPicPr>
          <p:cNvPr id="4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4835" y="4641215"/>
            <a:ext cx="965200" cy="50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文本框 3"/>
          <p:cNvSpPr txBox="1"/>
          <p:nvPr/>
        </p:nvSpPr>
        <p:spPr>
          <a:xfrm>
            <a:off x="369570" y="719455"/>
            <a:ext cx="8162925" cy="398780"/>
          </a:xfrm>
          <a:prstGeom prst="rect">
            <a:avLst/>
          </a:prstGeom>
          <a:noFill/>
        </p:spPr>
        <p:txBody>
          <a:bodyPr wrap="square" rtlCol="0">
            <a:spAutoFit/>
          </a:bodyPr>
          <a:lstStyle/>
          <a:p>
            <a:pPr algn="l"/>
            <a:r>
              <a:rPr lang="en-US" altLang="zh-CN" sz="2000" b="1">
                <a:latin typeface="隶书" panose="02010509060101010101" charset="-122"/>
                <a:ea typeface="隶书" panose="02010509060101010101" charset="-122"/>
                <a:cs typeface="隶书" panose="02010509060101010101" charset="-122"/>
              </a:rPr>
              <a:t>string常见函数</a:t>
            </a:r>
          </a:p>
        </p:txBody>
      </p:sp>
      <p:sp>
        <p:nvSpPr>
          <p:cNvPr id="2" name="文本框 1"/>
          <p:cNvSpPr txBox="1"/>
          <p:nvPr/>
        </p:nvSpPr>
        <p:spPr>
          <a:xfrm>
            <a:off x="330200" y="1153796"/>
            <a:ext cx="8202295" cy="1015663"/>
          </a:xfrm>
          <a:prstGeom prst="rect">
            <a:avLst/>
          </a:prstGeom>
          <a:noFill/>
        </p:spPr>
        <p:txBody>
          <a:bodyPr wrap="square" rtlCol="0">
            <a:spAutoFit/>
          </a:bodyPr>
          <a:lstStyle/>
          <a:p>
            <a:r>
              <a:rPr lang="en-US" altLang="zh-CN" sz="2000" b="1" dirty="0" err="1" smtClean="0">
                <a:latin typeface="隶书" panose="02010509060101010101" charset="-122"/>
                <a:ea typeface="隶书" panose="02010509060101010101" charset="-122"/>
                <a:cs typeface="隶书" panose="02010509060101010101" charset="-122"/>
              </a:rPr>
              <a:t>字符串拼接</a:t>
            </a:r>
            <a:r>
              <a:rPr lang="zh-CN" altLang="en-US" sz="2000" b="1" dirty="0">
                <a:solidFill>
                  <a:srgbClr val="FF0000"/>
                </a:solidFill>
                <a:latin typeface="隶书" panose="02010509060101010101" charset="-122"/>
                <a:ea typeface="隶书" panose="02010509060101010101" charset="-122"/>
                <a:cs typeface="隶书" panose="02010509060101010101" charset="-122"/>
              </a:rPr>
              <a:t>★★★★</a:t>
            </a:r>
            <a:endParaRPr lang="en-US" altLang="zh-CN" sz="2000" b="1" dirty="0">
              <a:solidFill>
                <a:srgbClr val="FF0000"/>
              </a:solidFill>
              <a:latin typeface="隶书" panose="02010509060101010101" charset="-122"/>
              <a:ea typeface="隶书" panose="02010509060101010101" charset="-122"/>
              <a:cs typeface="隶书" panose="02010509060101010101" charset="-122"/>
            </a:endParaRPr>
          </a:p>
          <a:p>
            <a:pPr algn="l"/>
            <a:endParaRPr lang="en-US" altLang="zh-CN" sz="2000" b="1" dirty="0">
              <a:latin typeface="隶书" panose="02010509060101010101" charset="-122"/>
              <a:ea typeface="隶书" panose="02010509060101010101" charset="-122"/>
              <a:cs typeface="隶书" panose="02010509060101010101" charset="-122"/>
            </a:endParaRPr>
          </a:p>
          <a:p>
            <a:pPr algn="l"/>
            <a:endParaRPr lang="en-US" altLang="zh-CN" sz="2000" b="1" dirty="0">
              <a:latin typeface="隶书" panose="02010509060101010101" charset="-122"/>
              <a:ea typeface="隶书" panose="02010509060101010101" charset="-122"/>
              <a:cs typeface="隶书" panose="02010509060101010101" charset="-122"/>
            </a:endParaRPr>
          </a:p>
        </p:txBody>
      </p:sp>
      <p:pic>
        <p:nvPicPr>
          <p:cNvPr id="5" name="图片 4"/>
          <p:cNvPicPr>
            <a:picLocks noChangeAspect="1"/>
          </p:cNvPicPr>
          <p:nvPr/>
        </p:nvPicPr>
        <p:blipFill>
          <a:blip r:embed="rId5"/>
          <a:stretch>
            <a:fillRect/>
          </a:stretch>
        </p:blipFill>
        <p:spPr>
          <a:xfrm>
            <a:off x="1450975" y="1731645"/>
            <a:ext cx="5440045" cy="3145790"/>
          </a:xfrm>
          <a:prstGeom prst="rect">
            <a:avLst/>
          </a:prstGeom>
          <a:ln>
            <a:solidFill>
              <a:schemeClr val="accent1"/>
            </a:solid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2"/>
                                        </p:tgtEl>
                                        <p:attrNameLst>
                                          <p:attrName>style.visibility</p:attrName>
                                        </p:attrNameLst>
                                      </p:cBhvr>
                                      <p:to>
                                        <p:strVal val="visible"/>
                                      </p:to>
                                    </p:set>
                                    <p:anim calcmode="discrete" valueType="clr">
                                      <p:cBhvr override="childStyle">
                                        <p:cTn id="7" dur="80"/>
                                        <p:tgtEl>
                                          <p:spTgt spid="2"/>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
                                        </p:tgtEl>
                                        <p:attrNameLst>
                                          <p:attrName>fillcolor</p:attrName>
                                        </p:attrNameLst>
                                      </p:cBhvr>
                                      <p:tavLst>
                                        <p:tav tm="0">
                                          <p:val>
                                            <p:clrVal>
                                              <a:schemeClr val="accent2"/>
                                            </p:clrVal>
                                          </p:val>
                                        </p:tav>
                                        <p:tav tm="50000">
                                          <p:val>
                                            <p:clrVal>
                                              <a:schemeClr val="hlink"/>
                                            </p:clrVal>
                                          </p:val>
                                        </p:tav>
                                      </p:tavLst>
                                    </p:anim>
                                    <p:set>
                                      <p:cBhvr>
                                        <p:cTn id="9" dur="80"/>
                                        <p:tgtEl>
                                          <p:spTgt spid="2"/>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4"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 to="" calcmode="lin" valueType="num">
                                      <p:cBhvr>
                                        <p:cTn id="14" dur="1" fill="hold"/>
                                        <p:tgtEl>
                                          <p:spTgt spid="5"/>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组合 3"/>
          <p:cNvGrpSpPr/>
          <p:nvPr/>
        </p:nvGrpSpPr>
        <p:grpSpPr>
          <a:xfrm>
            <a:off x="-23495" y="-113665"/>
            <a:ext cx="4674235" cy="787861"/>
            <a:chOff x="201757" y="129906"/>
            <a:chExt cx="6264696" cy="1096834"/>
          </a:xfrm>
        </p:grpSpPr>
        <p:pic>
          <p:nvPicPr>
            <p:cNvPr id="19473" name="Picture 9" descr="F:\ppt素材\图标\我收集的图标\字体\3.png"/>
            <p:cNvPicPr>
              <a:picLocks noChangeAspect="1"/>
            </p:cNvPicPr>
            <p:nvPr/>
          </p:nvPicPr>
          <p:blipFill>
            <a:blip r:embed="rId2"/>
            <a:stretch>
              <a:fillRect/>
            </a:stretch>
          </p:blipFill>
          <p:spPr>
            <a:xfrm rot="5400000">
              <a:off x="2884210" y="-2418911"/>
              <a:ext cx="899790" cy="6264696"/>
            </a:xfrm>
            <a:prstGeom prst="rect">
              <a:avLst/>
            </a:prstGeom>
            <a:noFill/>
            <a:ln w="9525">
              <a:noFill/>
            </a:ln>
          </p:spPr>
        </p:pic>
        <p:pic>
          <p:nvPicPr>
            <p:cNvPr id="19474" name="Picture 6" descr="F:\超棒ppt模板\中国风\中国风物件\maobi.png"/>
            <p:cNvPicPr>
              <a:picLocks noChangeAspect="1"/>
            </p:cNvPicPr>
            <p:nvPr/>
          </p:nvPicPr>
          <p:blipFill>
            <a:blip r:embed="rId3"/>
            <a:stretch>
              <a:fillRect/>
            </a:stretch>
          </p:blipFill>
          <p:spPr>
            <a:xfrm>
              <a:off x="308134" y="129906"/>
              <a:ext cx="775209" cy="775006"/>
            </a:xfrm>
            <a:prstGeom prst="rect">
              <a:avLst/>
            </a:prstGeom>
            <a:noFill/>
            <a:ln w="9525">
              <a:noFill/>
            </a:ln>
          </p:spPr>
        </p:pic>
        <p:sp>
          <p:nvSpPr>
            <p:cNvPr id="19475" name="TextBox 2"/>
            <p:cNvSpPr txBox="1"/>
            <p:nvPr/>
          </p:nvSpPr>
          <p:spPr>
            <a:xfrm>
              <a:off x="1083609" y="500071"/>
              <a:ext cx="2844474" cy="726669"/>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eaLnBrk="1" hangingPunct="1">
                <a:lnSpc>
                  <a:spcPct val="100000"/>
                </a:lnSpc>
                <a:spcBef>
                  <a:spcPct val="0"/>
                </a:spcBef>
                <a:buNone/>
              </a:pPr>
              <a:r>
                <a:rPr lang="en-US" altLang="zh-CN" b="1" dirty="0">
                  <a:solidFill>
                    <a:schemeClr val="bg1"/>
                  </a:solidFill>
                  <a:latin typeface="楷体" panose="02010609060101010101" pitchFamily="1" charset="-122"/>
                  <a:ea typeface="楷体" panose="02010609060101010101" pitchFamily="1" charset="-122"/>
                </a:rPr>
                <a:t>C++</a:t>
              </a:r>
              <a:r>
                <a:rPr lang="zh-CN" altLang="en-US" b="1" dirty="0">
                  <a:solidFill>
                    <a:schemeClr val="bg1"/>
                  </a:solidFill>
                  <a:latin typeface="楷体" panose="02010609060101010101" pitchFamily="1" charset="-122"/>
                  <a:ea typeface="楷体" panose="02010609060101010101" pitchFamily="1" charset="-122"/>
                </a:rPr>
                <a:t>字符串</a:t>
              </a:r>
            </a:p>
          </p:txBody>
        </p:sp>
      </p:grpSp>
      <p:pic>
        <p:nvPicPr>
          <p:cNvPr id="4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4835" y="4641215"/>
            <a:ext cx="965200" cy="50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文本框 3"/>
          <p:cNvSpPr txBox="1"/>
          <p:nvPr/>
        </p:nvSpPr>
        <p:spPr>
          <a:xfrm>
            <a:off x="369570" y="719455"/>
            <a:ext cx="8162925" cy="398780"/>
          </a:xfrm>
          <a:prstGeom prst="rect">
            <a:avLst/>
          </a:prstGeom>
          <a:noFill/>
        </p:spPr>
        <p:txBody>
          <a:bodyPr wrap="square" rtlCol="0">
            <a:spAutoFit/>
          </a:bodyPr>
          <a:lstStyle/>
          <a:p>
            <a:pPr algn="l"/>
            <a:r>
              <a:rPr lang="en-US" altLang="zh-CN" sz="2000" b="1">
                <a:latin typeface="隶书" panose="02010509060101010101" charset="-122"/>
                <a:ea typeface="隶书" panose="02010509060101010101" charset="-122"/>
                <a:cs typeface="隶书" panose="02010509060101010101" charset="-122"/>
              </a:rPr>
              <a:t>string常见函数</a:t>
            </a:r>
          </a:p>
        </p:txBody>
      </p:sp>
      <p:sp>
        <p:nvSpPr>
          <p:cNvPr id="2" name="文本框 1"/>
          <p:cNvSpPr txBox="1"/>
          <p:nvPr/>
        </p:nvSpPr>
        <p:spPr>
          <a:xfrm>
            <a:off x="325755" y="1149985"/>
            <a:ext cx="8162925" cy="398780"/>
          </a:xfrm>
          <a:prstGeom prst="rect">
            <a:avLst/>
          </a:prstGeom>
          <a:noFill/>
        </p:spPr>
        <p:txBody>
          <a:bodyPr wrap="square" rtlCol="0">
            <a:spAutoFit/>
          </a:bodyPr>
          <a:lstStyle/>
          <a:p>
            <a:pPr algn="l"/>
            <a:r>
              <a:rPr lang="en-US" altLang="zh-CN" sz="2000" b="1">
                <a:latin typeface="隶书" panose="02010509060101010101" charset="-122"/>
                <a:ea typeface="隶书" panose="02010509060101010101" charset="-122"/>
                <a:cs typeface="隶书" panose="02010509060101010101" charset="-122"/>
              </a:rPr>
              <a:t>字符串比较:</a:t>
            </a:r>
            <a:r>
              <a:rPr lang="en-US" altLang="zh-CN" sz="2000">
                <a:latin typeface="隶书" panose="02010509060101010101" charset="-122"/>
                <a:ea typeface="隶书" panose="02010509060101010101" charset="-122"/>
                <a:cs typeface="隶书" panose="02010509060101010101" charset="-122"/>
              </a:rPr>
              <a:t>按照字典的顺序来比较字符串</a:t>
            </a:r>
          </a:p>
        </p:txBody>
      </p:sp>
      <p:pic>
        <p:nvPicPr>
          <p:cNvPr id="6" name="图片 5"/>
          <p:cNvPicPr>
            <a:picLocks noChangeAspect="1"/>
          </p:cNvPicPr>
          <p:nvPr/>
        </p:nvPicPr>
        <p:blipFill>
          <a:blip r:embed="rId5"/>
          <a:stretch>
            <a:fillRect/>
          </a:stretch>
        </p:blipFill>
        <p:spPr>
          <a:xfrm>
            <a:off x="1560830" y="1719580"/>
            <a:ext cx="3788410" cy="3133725"/>
          </a:xfrm>
          <a:prstGeom prst="rect">
            <a:avLst/>
          </a:prstGeom>
          <a:ln>
            <a:solidFill>
              <a:schemeClr val="accent1"/>
            </a:solid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2"/>
                                        </p:tgtEl>
                                        <p:attrNameLst>
                                          <p:attrName>style.visibility</p:attrName>
                                        </p:attrNameLst>
                                      </p:cBhvr>
                                      <p:to>
                                        <p:strVal val="visible"/>
                                      </p:to>
                                    </p:set>
                                    <p:anim calcmode="discrete" valueType="clr">
                                      <p:cBhvr override="childStyle">
                                        <p:cTn id="7" dur="80"/>
                                        <p:tgtEl>
                                          <p:spTgt spid="2"/>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
                                        </p:tgtEl>
                                        <p:attrNameLst>
                                          <p:attrName>fillcolor</p:attrName>
                                        </p:attrNameLst>
                                      </p:cBhvr>
                                      <p:tavLst>
                                        <p:tav tm="0">
                                          <p:val>
                                            <p:clrVal>
                                              <a:schemeClr val="accent2"/>
                                            </p:clrVal>
                                          </p:val>
                                        </p:tav>
                                        <p:tav tm="50000">
                                          <p:val>
                                            <p:clrVal>
                                              <a:schemeClr val="hlink"/>
                                            </p:clrVal>
                                          </p:val>
                                        </p:tav>
                                      </p:tavLst>
                                    </p:anim>
                                    <p:set>
                                      <p:cBhvr>
                                        <p:cTn id="9" dur="80"/>
                                        <p:tgtEl>
                                          <p:spTgt spid="2"/>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4"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 to="" calcmode="lin" valueType="num">
                                      <p:cBhvr>
                                        <p:cTn id="14" dur="1" fill="hold"/>
                                        <p:tgtEl>
                                          <p:spTgt spid="6"/>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组合 3"/>
          <p:cNvGrpSpPr/>
          <p:nvPr/>
        </p:nvGrpSpPr>
        <p:grpSpPr>
          <a:xfrm>
            <a:off x="-23495" y="-113665"/>
            <a:ext cx="4674235" cy="787861"/>
            <a:chOff x="201757" y="129906"/>
            <a:chExt cx="6264696" cy="1096834"/>
          </a:xfrm>
        </p:grpSpPr>
        <p:pic>
          <p:nvPicPr>
            <p:cNvPr id="19473" name="Picture 9" descr="F:\ppt素材\图标\我收集的图标\字体\3.png"/>
            <p:cNvPicPr>
              <a:picLocks noChangeAspect="1"/>
            </p:cNvPicPr>
            <p:nvPr/>
          </p:nvPicPr>
          <p:blipFill>
            <a:blip r:embed="rId2"/>
            <a:stretch>
              <a:fillRect/>
            </a:stretch>
          </p:blipFill>
          <p:spPr>
            <a:xfrm rot="5400000">
              <a:off x="2884210" y="-2418911"/>
              <a:ext cx="899790" cy="6264696"/>
            </a:xfrm>
            <a:prstGeom prst="rect">
              <a:avLst/>
            </a:prstGeom>
            <a:noFill/>
            <a:ln w="9525">
              <a:noFill/>
            </a:ln>
          </p:spPr>
        </p:pic>
        <p:pic>
          <p:nvPicPr>
            <p:cNvPr id="19474" name="Picture 6" descr="F:\超棒ppt模板\中国风\中国风物件\maobi.png"/>
            <p:cNvPicPr>
              <a:picLocks noChangeAspect="1"/>
            </p:cNvPicPr>
            <p:nvPr/>
          </p:nvPicPr>
          <p:blipFill>
            <a:blip r:embed="rId3"/>
            <a:stretch>
              <a:fillRect/>
            </a:stretch>
          </p:blipFill>
          <p:spPr>
            <a:xfrm>
              <a:off x="308134" y="129906"/>
              <a:ext cx="775209" cy="775006"/>
            </a:xfrm>
            <a:prstGeom prst="rect">
              <a:avLst/>
            </a:prstGeom>
            <a:noFill/>
            <a:ln w="9525">
              <a:noFill/>
            </a:ln>
          </p:spPr>
        </p:pic>
        <p:sp>
          <p:nvSpPr>
            <p:cNvPr id="19475" name="TextBox 2"/>
            <p:cNvSpPr txBox="1"/>
            <p:nvPr/>
          </p:nvSpPr>
          <p:spPr>
            <a:xfrm>
              <a:off x="1083609" y="500071"/>
              <a:ext cx="2844474" cy="726669"/>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eaLnBrk="1" hangingPunct="1">
                <a:lnSpc>
                  <a:spcPct val="100000"/>
                </a:lnSpc>
                <a:spcBef>
                  <a:spcPct val="0"/>
                </a:spcBef>
                <a:buNone/>
              </a:pPr>
              <a:r>
                <a:rPr lang="en-US" altLang="zh-CN" b="1" dirty="0">
                  <a:solidFill>
                    <a:schemeClr val="bg1"/>
                  </a:solidFill>
                  <a:latin typeface="楷体" panose="02010609060101010101" pitchFamily="1" charset="-122"/>
                  <a:ea typeface="楷体" panose="02010609060101010101" pitchFamily="1" charset="-122"/>
                </a:rPr>
                <a:t>C++</a:t>
              </a:r>
              <a:r>
                <a:rPr lang="zh-CN" altLang="en-US" b="1" dirty="0">
                  <a:solidFill>
                    <a:schemeClr val="bg1"/>
                  </a:solidFill>
                  <a:latin typeface="楷体" panose="02010609060101010101" pitchFamily="1" charset="-122"/>
                  <a:ea typeface="楷体" panose="02010609060101010101" pitchFamily="1" charset="-122"/>
                </a:rPr>
                <a:t>字符串</a:t>
              </a:r>
            </a:p>
          </p:txBody>
        </p:sp>
      </p:grpSp>
      <p:pic>
        <p:nvPicPr>
          <p:cNvPr id="4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4835" y="4641215"/>
            <a:ext cx="965200" cy="50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文本框 3"/>
          <p:cNvSpPr txBox="1"/>
          <p:nvPr/>
        </p:nvSpPr>
        <p:spPr>
          <a:xfrm>
            <a:off x="369570" y="719455"/>
            <a:ext cx="8162925" cy="398780"/>
          </a:xfrm>
          <a:prstGeom prst="rect">
            <a:avLst/>
          </a:prstGeom>
          <a:noFill/>
        </p:spPr>
        <p:txBody>
          <a:bodyPr wrap="square" rtlCol="0">
            <a:spAutoFit/>
          </a:bodyPr>
          <a:lstStyle/>
          <a:p>
            <a:pPr algn="l"/>
            <a:r>
              <a:rPr lang="en-US" altLang="zh-CN" sz="2000" b="1">
                <a:latin typeface="隶书" panose="02010509060101010101" charset="-122"/>
                <a:ea typeface="隶书" panose="02010509060101010101" charset="-122"/>
                <a:cs typeface="隶书" panose="02010509060101010101" charset="-122"/>
              </a:rPr>
              <a:t>string常见函数</a:t>
            </a:r>
          </a:p>
        </p:txBody>
      </p:sp>
      <p:sp>
        <p:nvSpPr>
          <p:cNvPr id="2" name="文本框 1"/>
          <p:cNvSpPr txBox="1"/>
          <p:nvPr/>
        </p:nvSpPr>
        <p:spPr>
          <a:xfrm>
            <a:off x="325755" y="1149985"/>
            <a:ext cx="8162925" cy="398780"/>
          </a:xfrm>
          <a:prstGeom prst="rect">
            <a:avLst/>
          </a:prstGeom>
          <a:noFill/>
        </p:spPr>
        <p:txBody>
          <a:bodyPr wrap="square" rtlCol="0">
            <a:spAutoFit/>
          </a:bodyPr>
          <a:lstStyle/>
          <a:p>
            <a:pPr algn="l"/>
            <a:r>
              <a:rPr lang="en-US" altLang="zh-CN" sz="2000" dirty="0" err="1" smtClean="0">
                <a:latin typeface="隶书" panose="02010509060101010101" charset="-122"/>
                <a:ea typeface="隶书" panose="02010509060101010101" charset="-122"/>
                <a:cs typeface="隶书" panose="02010509060101010101" charset="-122"/>
              </a:rPr>
              <a:t>通过迭代器访问</a:t>
            </a:r>
            <a:r>
              <a:rPr lang="en-US" altLang="zh-CN" sz="2000" dirty="0" err="1" smtClean="0">
                <a:latin typeface="隶书" panose="02010509060101010101" charset="-122"/>
                <a:ea typeface="隶书" panose="02010509060101010101" charset="-122"/>
                <a:cs typeface="隶书" panose="02010509060101010101" charset="-122"/>
                <a:sym typeface="+mn-ea"/>
              </a:rPr>
              <a:t>输入输出整个字符串</a:t>
            </a:r>
            <a:r>
              <a:rPr lang="en-US" altLang="zh-CN" sz="2000" dirty="0" smtClean="0">
                <a:latin typeface="隶书" panose="02010509060101010101" charset="-122"/>
                <a:ea typeface="隶书" panose="02010509060101010101" charset="-122"/>
                <a:cs typeface="隶书" panose="02010509060101010101" charset="-122"/>
                <a:sym typeface="+mn-ea"/>
              </a:rPr>
              <a:t>—</a:t>
            </a:r>
            <a:r>
              <a:rPr lang="zh-CN" altLang="en-US" sz="2000" b="1" dirty="0">
                <a:solidFill>
                  <a:srgbClr val="FF0000"/>
                </a:solidFill>
                <a:latin typeface="隶书" panose="02010509060101010101" charset="-122"/>
                <a:ea typeface="隶书" panose="02010509060101010101" charset="-122"/>
                <a:cs typeface="隶书" panose="02010509060101010101" charset="-122"/>
                <a:sym typeface="+mn-ea"/>
              </a:rPr>
              <a:t>只</a:t>
            </a:r>
            <a:r>
              <a:rPr lang="zh-CN" altLang="en-US" sz="2000" b="1" dirty="0" smtClean="0">
                <a:solidFill>
                  <a:srgbClr val="FF0000"/>
                </a:solidFill>
                <a:latin typeface="隶书" panose="02010509060101010101" charset="-122"/>
                <a:ea typeface="隶书" panose="02010509060101010101" charset="-122"/>
                <a:cs typeface="隶书" panose="02010509060101010101" charset="-122"/>
                <a:sym typeface="+mn-ea"/>
              </a:rPr>
              <a:t>做了解</a:t>
            </a:r>
            <a:endParaRPr lang="en-US" altLang="zh-CN" sz="2000" b="1" dirty="0">
              <a:solidFill>
                <a:srgbClr val="FF0000"/>
              </a:solidFill>
              <a:latin typeface="隶书" panose="02010509060101010101" charset="-122"/>
              <a:ea typeface="隶书" panose="02010509060101010101" charset="-122"/>
              <a:cs typeface="隶书" panose="02010509060101010101" charset="-122"/>
            </a:endParaRPr>
          </a:p>
        </p:txBody>
      </p:sp>
      <p:pic>
        <p:nvPicPr>
          <p:cNvPr id="3" name="图片 2"/>
          <p:cNvPicPr>
            <a:picLocks noChangeAspect="1"/>
          </p:cNvPicPr>
          <p:nvPr/>
        </p:nvPicPr>
        <p:blipFill>
          <a:blip r:embed="rId5"/>
          <a:stretch>
            <a:fillRect/>
          </a:stretch>
        </p:blipFill>
        <p:spPr>
          <a:xfrm>
            <a:off x="369570" y="1654810"/>
            <a:ext cx="6624320" cy="2753995"/>
          </a:xfrm>
          <a:prstGeom prst="rect">
            <a:avLst/>
          </a:prstGeom>
          <a:ln>
            <a:solidFill>
              <a:schemeClr val="accent1"/>
            </a:solid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to="" calcmode="lin" valueType="num">
                                      <p:cBhvr>
                                        <p:cTn id="7" dur="1" fill="hold"/>
                                        <p:tgtEl>
                                          <p:spTgt spid="2"/>
                                        </p:tgtEl>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 to="" calcmode="lin" valueType="num">
                                      <p:cBhvr>
                                        <p:cTn id="12" dur="1" fill="hold"/>
                                        <p:tgtEl>
                                          <p:spTgt spid="3"/>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组合 3"/>
          <p:cNvGrpSpPr/>
          <p:nvPr/>
        </p:nvGrpSpPr>
        <p:grpSpPr>
          <a:xfrm>
            <a:off x="-23495" y="-113665"/>
            <a:ext cx="4674235" cy="787861"/>
            <a:chOff x="201757" y="129906"/>
            <a:chExt cx="6264696" cy="1096834"/>
          </a:xfrm>
        </p:grpSpPr>
        <p:pic>
          <p:nvPicPr>
            <p:cNvPr id="19473" name="Picture 9" descr="F:\ppt素材\图标\我收集的图标\字体\3.png"/>
            <p:cNvPicPr>
              <a:picLocks noChangeAspect="1"/>
            </p:cNvPicPr>
            <p:nvPr/>
          </p:nvPicPr>
          <p:blipFill>
            <a:blip r:embed="rId3"/>
            <a:stretch>
              <a:fillRect/>
            </a:stretch>
          </p:blipFill>
          <p:spPr>
            <a:xfrm rot="5400000">
              <a:off x="2884210" y="-2418911"/>
              <a:ext cx="899790" cy="6264696"/>
            </a:xfrm>
            <a:prstGeom prst="rect">
              <a:avLst/>
            </a:prstGeom>
            <a:noFill/>
            <a:ln w="9525">
              <a:noFill/>
            </a:ln>
          </p:spPr>
        </p:pic>
        <p:pic>
          <p:nvPicPr>
            <p:cNvPr id="19474" name="Picture 6" descr="F:\超棒ppt模板\中国风\中国风物件\maobi.png"/>
            <p:cNvPicPr>
              <a:picLocks noChangeAspect="1"/>
            </p:cNvPicPr>
            <p:nvPr/>
          </p:nvPicPr>
          <p:blipFill>
            <a:blip r:embed="rId4"/>
            <a:stretch>
              <a:fillRect/>
            </a:stretch>
          </p:blipFill>
          <p:spPr>
            <a:xfrm>
              <a:off x="308134" y="129906"/>
              <a:ext cx="775209" cy="775006"/>
            </a:xfrm>
            <a:prstGeom prst="rect">
              <a:avLst/>
            </a:prstGeom>
            <a:noFill/>
            <a:ln w="9525">
              <a:noFill/>
            </a:ln>
          </p:spPr>
        </p:pic>
        <p:sp>
          <p:nvSpPr>
            <p:cNvPr id="19475" name="TextBox 2"/>
            <p:cNvSpPr txBox="1"/>
            <p:nvPr/>
          </p:nvSpPr>
          <p:spPr>
            <a:xfrm>
              <a:off x="1083609" y="500071"/>
              <a:ext cx="2844474" cy="726669"/>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eaLnBrk="1" hangingPunct="1">
                <a:lnSpc>
                  <a:spcPct val="100000"/>
                </a:lnSpc>
                <a:spcBef>
                  <a:spcPct val="0"/>
                </a:spcBef>
                <a:buNone/>
              </a:pPr>
              <a:r>
                <a:rPr lang="zh-CN" altLang="en-US" b="1" dirty="0">
                  <a:solidFill>
                    <a:schemeClr val="bg1"/>
                  </a:solidFill>
                  <a:latin typeface="楷体" panose="02010609060101010101" pitchFamily="1" charset="-122"/>
                  <a:ea typeface="楷体" panose="02010609060101010101" pitchFamily="1" charset="-122"/>
                </a:rPr>
                <a:t>字符串</a:t>
              </a:r>
            </a:p>
          </p:txBody>
        </p:sp>
      </p:grpSp>
      <p:pic>
        <p:nvPicPr>
          <p:cNvPr id="46" name="Picture 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204835" y="4641215"/>
            <a:ext cx="965200" cy="50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0" name="文本框 99"/>
          <p:cNvSpPr txBox="1"/>
          <p:nvPr/>
        </p:nvSpPr>
        <p:spPr>
          <a:xfrm>
            <a:off x="107504" y="748393"/>
            <a:ext cx="6024880" cy="3169285"/>
          </a:xfrm>
          <a:prstGeom prst="rect">
            <a:avLst/>
          </a:prstGeom>
          <a:noFill/>
          <a:ln w="9525">
            <a:noFill/>
          </a:ln>
        </p:spPr>
        <p:txBody>
          <a:bodyPr wrap="square">
            <a:spAutoFit/>
          </a:bodyPr>
          <a:lstStyle/>
          <a:p>
            <a:pPr indent="0"/>
            <a:r>
              <a:rPr lang="zh-CN" sz="2000" b="1" dirty="0">
                <a:latin typeface="隶书" panose="02010509060101010101" charset="-122"/>
                <a:ea typeface="隶书" panose="02010509060101010101" charset="-122"/>
                <a:cs typeface="隶书" panose="02010509060101010101" charset="-122"/>
              </a:rPr>
              <a:t>例</a:t>
            </a:r>
            <a:r>
              <a:rPr lang="en-US" altLang="zh-CN" sz="2000" b="1" dirty="0">
                <a:latin typeface="隶书" panose="02010509060101010101" charset="-122"/>
                <a:ea typeface="隶书" panose="02010509060101010101" charset="-122"/>
                <a:cs typeface="隶书" panose="02010509060101010101" charset="-122"/>
              </a:rPr>
              <a:t>3</a:t>
            </a:r>
            <a:r>
              <a:rPr lang="zh-CN" altLang="en-US" sz="2000" b="1" dirty="0">
                <a:latin typeface="隶书" panose="02010509060101010101" charset="-122"/>
                <a:ea typeface="隶书" panose="02010509060101010101" charset="-122"/>
                <a:cs typeface="隶书" panose="02010509060101010101" charset="-122"/>
              </a:rPr>
              <a:t>：</a:t>
            </a:r>
            <a:r>
              <a:rPr lang="zh-CN" sz="2000" b="1" dirty="0">
                <a:latin typeface="隶书" panose="02010509060101010101" charset="-122"/>
                <a:ea typeface="隶书" panose="02010509060101010101" charset="-122"/>
                <a:cs typeface="隶书" panose="02010509060101010101" charset="-122"/>
              </a:rPr>
              <a:t>统计数字字符个数</a:t>
            </a:r>
            <a:endParaRPr lang="zh-CN" sz="2000" b="0" dirty="0">
              <a:latin typeface="隶书" panose="02010509060101010101" charset="-122"/>
              <a:ea typeface="隶书" panose="02010509060101010101" charset="-122"/>
              <a:cs typeface="隶书" panose="02010509060101010101" charset="-122"/>
            </a:endParaRPr>
          </a:p>
          <a:p>
            <a:pPr indent="0"/>
            <a:r>
              <a:rPr lang="zh-CN" sz="2000" b="0" dirty="0">
                <a:latin typeface="隶书" panose="02010509060101010101" charset="-122"/>
                <a:ea typeface="隶书" panose="02010509060101010101" charset="-122"/>
                <a:cs typeface="隶书" panose="02010509060101010101" charset="-122"/>
              </a:rPr>
              <a:t>描述</a:t>
            </a:r>
            <a:r>
              <a:rPr lang="en-US" sz="2000" b="0" dirty="0">
                <a:latin typeface="隶书" panose="02010509060101010101" charset="-122"/>
                <a:ea typeface="隶书" panose="02010509060101010101" charset="-122"/>
                <a:cs typeface="隶书" panose="02010509060101010101" charset="-122"/>
              </a:rPr>
              <a:t>:</a:t>
            </a:r>
            <a:r>
              <a:rPr lang="zh-CN" sz="2000" b="0" dirty="0">
                <a:latin typeface="隶书" panose="02010509060101010101" charset="-122"/>
                <a:ea typeface="隶书" panose="02010509060101010101" charset="-122"/>
                <a:cs typeface="隶书" panose="02010509060101010101" charset="-122"/>
              </a:rPr>
              <a:t>输入一行字符，统计出其中数字字符的个数。</a:t>
            </a:r>
          </a:p>
          <a:p>
            <a:pPr indent="0"/>
            <a:r>
              <a:rPr lang="zh-CN" sz="2000" b="0" dirty="0">
                <a:latin typeface="隶书" panose="02010509060101010101" charset="-122"/>
                <a:ea typeface="隶书" panose="02010509060101010101" charset="-122"/>
                <a:cs typeface="隶书" panose="02010509060101010101" charset="-122"/>
              </a:rPr>
              <a:t>输入</a:t>
            </a:r>
          </a:p>
          <a:p>
            <a:pPr indent="0"/>
            <a:r>
              <a:rPr lang="zh-CN" sz="2000" b="0" dirty="0">
                <a:latin typeface="隶书" panose="02010509060101010101" charset="-122"/>
                <a:ea typeface="隶书" panose="02010509060101010101" charset="-122"/>
                <a:cs typeface="隶书" panose="02010509060101010101" charset="-122"/>
              </a:rPr>
              <a:t>一行字符串，总长度不超过</a:t>
            </a:r>
            <a:r>
              <a:rPr lang="en-US" sz="2000" b="0" dirty="0">
                <a:latin typeface="隶书" panose="02010509060101010101" charset="-122"/>
                <a:ea typeface="隶书" panose="02010509060101010101" charset="-122"/>
                <a:cs typeface="隶书" panose="02010509060101010101" charset="-122"/>
              </a:rPr>
              <a:t>255</a:t>
            </a:r>
            <a:r>
              <a:rPr lang="zh-CN" sz="2000" b="0" dirty="0">
                <a:latin typeface="隶书" panose="02010509060101010101" charset="-122"/>
                <a:ea typeface="隶书" panose="02010509060101010101" charset="-122"/>
                <a:cs typeface="隶书" panose="02010509060101010101" charset="-122"/>
              </a:rPr>
              <a:t>。</a:t>
            </a:r>
          </a:p>
          <a:p>
            <a:pPr indent="0"/>
            <a:r>
              <a:rPr lang="zh-CN" sz="2000" b="0" dirty="0">
                <a:latin typeface="隶书" panose="02010509060101010101" charset="-122"/>
                <a:ea typeface="隶书" panose="02010509060101010101" charset="-122"/>
                <a:cs typeface="隶书" panose="02010509060101010101" charset="-122"/>
              </a:rPr>
              <a:t>输出</a:t>
            </a:r>
          </a:p>
          <a:p>
            <a:pPr indent="0"/>
            <a:r>
              <a:rPr lang="zh-CN" sz="2000" b="0" dirty="0">
                <a:latin typeface="隶书" panose="02010509060101010101" charset="-122"/>
                <a:ea typeface="隶书" panose="02010509060101010101" charset="-122"/>
                <a:cs typeface="隶书" panose="02010509060101010101" charset="-122"/>
              </a:rPr>
              <a:t>输出为</a:t>
            </a:r>
            <a:r>
              <a:rPr lang="en-US" sz="2000" b="0" dirty="0">
                <a:latin typeface="隶书" panose="02010509060101010101" charset="-122"/>
                <a:ea typeface="隶书" panose="02010509060101010101" charset="-122"/>
                <a:cs typeface="隶书" panose="02010509060101010101" charset="-122"/>
              </a:rPr>
              <a:t>1</a:t>
            </a:r>
            <a:r>
              <a:rPr lang="zh-CN" sz="2000" b="0" dirty="0">
                <a:latin typeface="隶书" panose="02010509060101010101" charset="-122"/>
                <a:ea typeface="隶书" panose="02010509060101010101" charset="-122"/>
                <a:cs typeface="隶书" panose="02010509060101010101" charset="-122"/>
              </a:rPr>
              <a:t>行，输出字符串里面数字字符的个数。</a:t>
            </a:r>
          </a:p>
          <a:p>
            <a:pPr indent="0"/>
            <a:r>
              <a:rPr lang="zh-CN" sz="2000" b="0" dirty="0">
                <a:latin typeface="隶书" panose="02010509060101010101" charset="-122"/>
                <a:ea typeface="隶书" panose="02010509060101010101" charset="-122"/>
                <a:cs typeface="隶书" panose="02010509060101010101" charset="-122"/>
              </a:rPr>
              <a:t>样例输入</a:t>
            </a:r>
            <a:endParaRPr lang="en-US" sz="2000" b="0" dirty="0">
              <a:latin typeface="隶书" panose="02010509060101010101" charset="-122"/>
              <a:ea typeface="隶书" panose="02010509060101010101" charset="-122"/>
              <a:cs typeface="隶书" panose="02010509060101010101" charset="-122"/>
            </a:endParaRPr>
          </a:p>
          <a:p>
            <a:pPr indent="0"/>
            <a:r>
              <a:rPr lang="en-US" sz="2000" b="0" dirty="0">
                <a:latin typeface="隶书" panose="02010509060101010101" charset="-122"/>
                <a:ea typeface="隶书" panose="02010509060101010101" charset="-122"/>
                <a:cs typeface="隶书" panose="02010509060101010101" charset="-122"/>
              </a:rPr>
              <a:t>Peking University is set up at 1898.</a:t>
            </a:r>
            <a:endParaRPr lang="zh-CN" sz="2000" b="0" dirty="0">
              <a:latin typeface="隶书" panose="02010509060101010101" charset="-122"/>
              <a:ea typeface="隶书" panose="02010509060101010101" charset="-122"/>
              <a:cs typeface="隶书" panose="02010509060101010101" charset="-122"/>
            </a:endParaRPr>
          </a:p>
          <a:p>
            <a:pPr indent="0"/>
            <a:r>
              <a:rPr lang="zh-CN" sz="2000" b="0" dirty="0">
                <a:latin typeface="隶书" panose="02010509060101010101" charset="-122"/>
                <a:ea typeface="隶书" panose="02010509060101010101" charset="-122"/>
                <a:cs typeface="隶书" panose="02010509060101010101" charset="-122"/>
              </a:rPr>
              <a:t>样例输出</a:t>
            </a:r>
            <a:endParaRPr lang="en-US" sz="2000" b="0" dirty="0">
              <a:latin typeface="隶书" panose="02010509060101010101" charset="-122"/>
              <a:ea typeface="隶书" panose="02010509060101010101" charset="-122"/>
              <a:cs typeface="隶书" panose="02010509060101010101" charset="-122"/>
            </a:endParaRPr>
          </a:p>
          <a:p>
            <a:pPr indent="0"/>
            <a:r>
              <a:rPr lang="en-US" sz="2000" b="0" dirty="0">
                <a:latin typeface="隶书" panose="02010509060101010101" charset="-122"/>
                <a:ea typeface="隶书" panose="02010509060101010101" charset="-122"/>
                <a:cs typeface="隶书" panose="02010509060101010101" charset="-122"/>
              </a:rPr>
              <a:t>4</a:t>
            </a:r>
            <a:endParaRPr lang="zh-CN" altLang="en-US" sz="2000" dirty="0">
              <a:latin typeface="隶书" panose="02010509060101010101" charset="-122"/>
              <a:ea typeface="隶书" panose="02010509060101010101" charset="-122"/>
              <a:cs typeface="隶书" panose="02010509060101010101" charset="-122"/>
            </a:endParaRPr>
          </a:p>
        </p:txBody>
      </p:sp>
      <p:pic>
        <p:nvPicPr>
          <p:cNvPr id="1028" name="Picture 4"/>
          <p:cNvPicPr>
            <a:picLocks noChangeAspect="1" noChangeArrowheads="1"/>
          </p:cNvPicPr>
          <p:nvPr/>
        </p:nvPicPr>
        <p:blipFill rotWithShape="1">
          <a:blip r:embed="rId6">
            <a:extLst>
              <a:ext uri="{28A0092B-C50C-407E-A947-70E740481C1C}">
                <a14:useLocalDpi xmlns:a14="http://schemas.microsoft.com/office/drawing/2010/main" val="0"/>
              </a:ext>
            </a:extLst>
          </a:blip>
          <a:srcRect l="8066" t="19314" r="63978" b="37623"/>
          <a:stretch/>
        </p:blipFill>
        <p:spPr bwMode="auto">
          <a:xfrm>
            <a:off x="5546270" y="1491630"/>
            <a:ext cx="3385725" cy="29335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20206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组合 3"/>
          <p:cNvGrpSpPr/>
          <p:nvPr/>
        </p:nvGrpSpPr>
        <p:grpSpPr>
          <a:xfrm>
            <a:off x="-23495" y="-113665"/>
            <a:ext cx="4674235" cy="787861"/>
            <a:chOff x="201757" y="129906"/>
            <a:chExt cx="6264696" cy="1096834"/>
          </a:xfrm>
        </p:grpSpPr>
        <p:pic>
          <p:nvPicPr>
            <p:cNvPr id="19473" name="Picture 9" descr="F:\ppt素材\图标\我收集的图标\字体\3.png"/>
            <p:cNvPicPr>
              <a:picLocks noChangeAspect="1"/>
            </p:cNvPicPr>
            <p:nvPr/>
          </p:nvPicPr>
          <p:blipFill>
            <a:blip r:embed="rId2"/>
            <a:stretch>
              <a:fillRect/>
            </a:stretch>
          </p:blipFill>
          <p:spPr>
            <a:xfrm rot="5400000">
              <a:off x="2884210" y="-2418911"/>
              <a:ext cx="899790" cy="6264696"/>
            </a:xfrm>
            <a:prstGeom prst="rect">
              <a:avLst/>
            </a:prstGeom>
            <a:noFill/>
            <a:ln w="9525">
              <a:noFill/>
            </a:ln>
          </p:spPr>
        </p:pic>
        <p:pic>
          <p:nvPicPr>
            <p:cNvPr id="19474" name="Picture 6" descr="F:\超棒ppt模板\中国风\中国风物件\maobi.png"/>
            <p:cNvPicPr>
              <a:picLocks noChangeAspect="1"/>
            </p:cNvPicPr>
            <p:nvPr/>
          </p:nvPicPr>
          <p:blipFill>
            <a:blip r:embed="rId3"/>
            <a:stretch>
              <a:fillRect/>
            </a:stretch>
          </p:blipFill>
          <p:spPr>
            <a:xfrm>
              <a:off x="308134" y="129906"/>
              <a:ext cx="775209" cy="775006"/>
            </a:xfrm>
            <a:prstGeom prst="rect">
              <a:avLst/>
            </a:prstGeom>
            <a:noFill/>
            <a:ln w="9525">
              <a:noFill/>
            </a:ln>
          </p:spPr>
        </p:pic>
        <p:sp>
          <p:nvSpPr>
            <p:cNvPr id="19475" name="TextBox 2"/>
            <p:cNvSpPr txBox="1"/>
            <p:nvPr/>
          </p:nvSpPr>
          <p:spPr>
            <a:xfrm>
              <a:off x="1083609" y="500071"/>
              <a:ext cx="2844474" cy="726669"/>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eaLnBrk="1" hangingPunct="1">
                <a:lnSpc>
                  <a:spcPct val="100000"/>
                </a:lnSpc>
                <a:spcBef>
                  <a:spcPct val="0"/>
                </a:spcBef>
                <a:buNone/>
              </a:pPr>
              <a:r>
                <a:rPr lang="zh-CN" altLang="en-US" b="1" dirty="0">
                  <a:solidFill>
                    <a:schemeClr val="bg1"/>
                  </a:solidFill>
                  <a:latin typeface="楷体" panose="02010609060101010101" pitchFamily="1" charset="-122"/>
                  <a:ea typeface="楷体" panose="02010609060101010101" pitchFamily="1" charset="-122"/>
                </a:rPr>
                <a:t>字符串</a:t>
              </a:r>
            </a:p>
          </p:txBody>
        </p:sp>
      </p:grpSp>
      <p:pic>
        <p:nvPicPr>
          <p:cNvPr id="4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4835" y="4641215"/>
            <a:ext cx="965200" cy="50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0" name="文本框 99"/>
          <p:cNvSpPr txBox="1"/>
          <p:nvPr/>
        </p:nvSpPr>
        <p:spPr>
          <a:xfrm>
            <a:off x="179512" y="703678"/>
            <a:ext cx="6024880" cy="3169285"/>
          </a:xfrm>
          <a:prstGeom prst="rect">
            <a:avLst/>
          </a:prstGeom>
          <a:noFill/>
          <a:ln w="9525">
            <a:noFill/>
          </a:ln>
        </p:spPr>
        <p:txBody>
          <a:bodyPr wrap="square">
            <a:spAutoFit/>
          </a:bodyPr>
          <a:lstStyle/>
          <a:p>
            <a:pPr indent="0"/>
            <a:r>
              <a:rPr lang="zh-CN" sz="2000" b="1" dirty="0">
                <a:latin typeface="隶书" panose="02010509060101010101" charset="-122"/>
                <a:ea typeface="隶书" panose="02010509060101010101" charset="-122"/>
                <a:cs typeface="隶书" panose="02010509060101010101" charset="-122"/>
              </a:rPr>
              <a:t>例</a:t>
            </a:r>
            <a:r>
              <a:rPr lang="en-US" altLang="zh-CN" sz="2000" b="1" dirty="0">
                <a:latin typeface="隶书" panose="02010509060101010101" charset="-122"/>
                <a:ea typeface="隶书" panose="02010509060101010101" charset="-122"/>
                <a:cs typeface="隶书" panose="02010509060101010101" charset="-122"/>
              </a:rPr>
              <a:t>3</a:t>
            </a:r>
            <a:r>
              <a:rPr lang="zh-CN" altLang="en-US" sz="2000" b="1" dirty="0">
                <a:latin typeface="隶书" panose="02010509060101010101" charset="-122"/>
                <a:ea typeface="隶书" panose="02010509060101010101" charset="-122"/>
                <a:cs typeface="隶书" panose="02010509060101010101" charset="-122"/>
              </a:rPr>
              <a:t>：</a:t>
            </a:r>
            <a:r>
              <a:rPr lang="zh-CN" sz="2000" b="1" dirty="0">
                <a:latin typeface="隶书" panose="02010509060101010101" charset="-122"/>
                <a:ea typeface="隶书" panose="02010509060101010101" charset="-122"/>
                <a:cs typeface="隶书" panose="02010509060101010101" charset="-122"/>
              </a:rPr>
              <a:t>统计数字字符个数</a:t>
            </a:r>
            <a:endParaRPr lang="zh-CN" sz="2000" b="0" dirty="0">
              <a:latin typeface="隶书" panose="02010509060101010101" charset="-122"/>
              <a:ea typeface="隶书" panose="02010509060101010101" charset="-122"/>
              <a:cs typeface="隶书" panose="02010509060101010101" charset="-122"/>
            </a:endParaRPr>
          </a:p>
          <a:p>
            <a:pPr indent="0"/>
            <a:r>
              <a:rPr lang="zh-CN" sz="2000" b="0" dirty="0">
                <a:latin typeface="隶书" panose="02010509060101010101" charset="-122"/>
                <a:ea typeface="隶书" panose="02010509060101010101" charset="-122"/>
                <a:cs typeface="隶书" panose="02010509060101010101" charset="-122"/>
              </a:rPr>
              <a:t>描述</a:t>
            </a:r>
            <a:r>
              <a:rPr lang="en-US" sz="2000" b="0" dirty="0">
                <a:latin typeface="隶书" panose="02010509060101010101" charset="-122"/>
                <a:ea typeface="隶书" panose="02010509060101010101" charset="-122"/>
                <a:cs typeface="隶书" panose="02010509060101010101" charset="-122"/>
              </a:rPr>
              <a:t>:</a:t>
            </a:r>
            <a:r>
              <a:rPr lang="zh-CN" sz="2000" b="0" dirty="0">
                <a:latin typeface="隶书" panose="02010509060101010101" charset="-122"/>
                <a:ea typeface="隶书" panose="02010509060101010101" charset="-122"/>
                <a:cs typeface="隶书" panose="02010509060101010101" charset="-122"/>
              </a:rPr>
              <a:t>输入一行字符，统计出其中数字字符的个数。</a:t>
            </a:r>
          </a:p>
          <a:p>
            <a:pPr indent="0"/>
            <a:r>
              <a:rPr lang="zh-CN" sz="2000" b="0" dirty="0">
                <a:latin typeface="隶书" panose="02010509060101010101" charset="-122"/>
                <a:ea typeface="隶书" panose="02010509060101010101" charset="-122"/>
                <a:cs typeface="隶书" panose="02010509060101010101" charset="-122"/>
              </a:rPr>
              <a:t>输入</a:t>
            </a:r>
          </a:p>
          <a:p>
            <a:pPr indent="0"/>
            <a:r>
              <a:rPr lang="zh-CN" sz="2000" b="0" dirty="0">
                <a:latin typeface="隶书" panose="02010509060101010101" charset="-122"/>
                <a:ea typeface="隶书" panose="02010509060101010101" charset="-122"/>
                <a:cs typeface="隶书" panose="02010509060101010101" charset="-122"/>
              </a:rPr>
              <a:t>一行字符串，总长度不超过</a:t>
            </a:r>
            <a:r>
              <a:rPr lang="en-US" sz="2000" b="0" dirty="0">
                <a:latin typeface="隶书" panose="02010509060101010101" charset="-122"/>
                <a:ea typeface="隶书" panose="02010509060101010101" charset="-122"/>
                <a:cs typeface="隶书" panose="02010509060101010101" charset="-122"/>
              </a:rPr>
              <a:t>255</a:t>
            </a:r>
            <a:r>
              <a:rPr lang="zh-CN" sz="2000" b="0" dirty="0">
                <a:latin typeface="隶书" panose="02010509060101010101" charset="-122"/>
                <a:ea typeface="隶书" panose="02010509060101010101" charset="-122"/>
                <a:cs typeface="隶书" panose="02010509060101010101" charset="-122"/>
              </a:rPr>
              <a:t>。</a:t>
            </a:r>
          </a:p>
          <a:p>
            <a:pPr indent="0"/>
            <a:r>
              <a:rPr lang="zh-CN" sz="2000" b="0" dirty="0">
                <a:latin typeface="隶书" panose="02010509060101010101" charset="-122"/>
                <a:ea typeface="隶书" panose="02010509060101010101" charset="-122"/>
                <a:cs typeface="隶书" panose="02010509060101010101" charset="-122"/>
              </a:rPr>
              <a:t>输出</a:t>
            </a:r>
          </a:p>
          <a:p>
            <a:pPr indent="0"/>
            <a:r>
              <a:rPr lang="zh-CN" sz="2000" b="0" dirty="0">
                <a:latin typeface="隶书" panose="02010509060101010101" charset="-122"/>
                <a:ea typeface="隶书" panose="02010509060101010101" charset="-122"/>
                <a:cs typeface="隶书" panose="02010509060101010101" charset="-122"/>
              </a:rPr>
              <a:t>输出为</a:t>
            </a:r>
            <a:r>
              <a:rPr lang="en-US" sz="2000" b="0" dirty="0">
                <a:latin typeface="隶书" panose="02010509060101010101" charset="-122"/>
                <a:ea typeface="隶书" panose="02010509060101010101" charset="-122"/>
                <a:cs typeface="隶书" panose="02010509060101010101" charset="-122"/>
              </a:rPr>
              <a:t>1</a:t>
            </a:r>
            <a:r>
              <a:rPr lang="zh-CN" sz="2000" b="0" dirty="0">
                <a:latin typeface="隶书" panose="02010509060101010101" charset="-122"/>
                <a:ea typeface="隶书" panose="02010509060101010101" charset="-122"/>
                <a:cs typeface="隶书" panose="02010509060101010101" charset="-122"/>
              </a:rPr>
              <a:t>行，输出字符串里面数字字符的个数。</a:t>
            </a:r>
          </a:p>
          <a:p>
            <a:pPr indent="0"/>
            <a:r>
              <a:rPr lang="zh-CN" sz="2000" b="0" dirty="0">
                <a:latin typeface="隶书" panose="02010509060101010101" charset="-122"/>
                <a:ea typeface="隶书" panose="02010509060101010101" charset="-122"/>
                <a:cs typeface="隶书" panose="02010509060101010101" charset="-122"/>
              </a:rPr>
              <a:t>样例输入</a:t>
            </a:r>
            <a:endParaRPr lang="en-US" sz="2000" b="0" dirty="0">
              <a:latin typeface="隶书" panose="02010509060101010101" charset="-122"/>
              <a:ea typeface="隶书" panose="02010509060101010101" charset="-122"/>
              <a:cs typeface="隶书" panose="02010509060101010101" charset="-122"/>
            </a:endParaRPr>
          </a:p>
          <a:p>
            <a:pPr indent="0"/>
            <a:r>
              <a:rPr lang="en-US" sz="2000" b="0" dirty="0">
                <a:latin typeface="隶书" panose="02010509060101010101" charset="-122"/>
                <a:ea typeface="隶书" panose="02010509060101010101" charset="-122"/>
                <a:cs typeface="隶书" panose="02010509060101010101" charset="-122"/>
              </a:rPr>
              <a:t>Peking University is set up at 1898.</a:t>
            </a:r>
            <a:endParaRPr lang="zh-CN" sz="2000" b="0" dirty="0">
              <a:latin typeface="隶书" panose="02010509060101010101" charset="-122"/>
              <a:ea typeface="隶书" panose="02010509060101010101" charset="-122"/>
              <a:cs typeface="隶书" panose="02010509060101010101" charset="-122"/>
            </a:endParaRPr>
          </a:p>
          <a:p>
            <a:pPr indent="0"/>
            <a:r>
              <a:rPr lang="zh-CN" sz="2000" b="0" dirty="0">
                <a:latin typeface="隶书" panose="02010509060101010101" charset="-122"/>
                <a:ea typeface="隶书" panose="02010509060101010101" charset="-122"/>
                <a:cs typeface="隶书" panose="02010509060101010101" charset="-122"/>
              </a:rPr>
              <a:t>样例输出</a:t>
            </a:r>
            <a:endParaRPr lang="en-US" sz="2000" b="0" dirty="0">
              <a:latin typeface="隶书" panose="02010509060101010101" charset="-122"/>
              <a:ea typeface="隶书" panose="02010509060101010101" charset="-122"/>
              <a:cs typeface="隶书" panose="02010509060101010101" charset="-122"/>
            </a:endParaRPr>
          </a:p>
          <a:p>
            <a:pPr indent="0"/>
            <a:r>
              <a:rPr lang="en-US" sz="2000" b="0" dirty="0">
                <a:latin typeface="隶书" panose="02010509060101010101" charset="-122"/>
                <a:ea typeface="隶书" panose="02010509060101010101" charset="-122"/>
                <a:cs typeface="隶书" panose="02010509060101010101" charset="-122"/>
              </a:rPr>
              <a:t>4</a:t>
            </a:r>
            <a:endParaRPr lang="zh-CN" altLang="en-US" sz="2000" dirty="0">
              <a:latin typeface="隶书" panose="02010509060101010101" charset="-122"/>
              <a:ea typeface="隶书" panose="02010509060101010101" charset="-122"/>
              <a:cs typeface="隶书" panose="02010509060101010101" charset="-122"/>
            </a:endParaRPr>
          </a:p>
        </p:txBody>
      </p:sp>
      <p:pic>
        <p:nvPicPr>
          <p:cNvPr id="2050" name="Picture 2"/>
          <p:cNvPicPr>
            <a:picLocks noChangeAspect="1" noChangeArrowheads="1"/>
          </p:cNvPicPr>
          <p:nvPr/>
        </p:nvPicPr>
        <p:blipFill rotWithShape="1">
          <a:blip r:embed="rId5">
            <a:extLst>
              <a:ext uri="{28A0092B-C50C-407E-A947-70E740481C1C}">
                <a14:useLocalDpi xmlns:a14="http://schemas.microsoft.com/office/drawing/2010/main" val="0"/>
              </a:ext>
            </a:extLst>
          </a:blip>
          <a:srcRect l="7788" t="13608" r="63724" b="32066"/>
          <a:stretch/>
        </p:blipFill>
        <p:spPr bwMode="auto">
          <a:xfrm>
            <a:off x="5580112" y="1347614"/>
            <a:ext cx="3473260" cy="37256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70876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100"/>
                                        </p:tgtEl>
                                        <p:attrNameLst>
                                          <p:attrName>style.visibility</p:attrName>
                                        </p:attrNameLst>
                                      </p:cBhvr>
                                      <p:to>
                                        <p:strVal val="visible"/>
                                      </p:to>
                                    </p:set>
                                    <p:anim calcmode="discrete" valueType="clr">
                                      <p:cBhvr override="childStyle">
                                        <p:cTn id="7" dur="80"/>
                                        <p:tgtEl>
                                          <p:spTgt spid="100"/>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100"/>
                                        </p:tgtEl>
                                        <p:attrNameLst>
                                          <p:attrName>fillcolor</p:attrName>
                                        </p:attrNameLst>
                                      </p:cBhvr>
                                      <p:tavLst>
                                        <p:tav tm="0">
                                          <p:val>
                                            <p:clrVal>
                                              <a:schemeClr val="accent2"/>
                                            </p:clrVal>
                                          </p:val>
                                        </p:tav>
                                        <p:tav tm="50000">
                                          <p:val>
                                            <p:clrVal>
                                              <a:schemeClr val="hlink"/>
                                            </p:clrVal>
                                          </p:val>
                                        </p:tav>
                                      </p:tavLst>
                                    </p:anim>
                                    <p:set>
                                      <p:cBhvr>
                                        <p:cTn id="9" dur="80"/>
                                        <p:tgtEl>
                                          <p:spTgt spid="100"/>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组合 3"/>
          <p:cNvGrpSpPr/>
          <p:nvPr/>
        </p:nvGrpSpPr>
        <p:grpSpPr>
          <a:xfrm>
            <a:off x="-23495" y="-113665"/>
            <a:ext cx="4674235" cy="787861"/>
            <a:chOff x="201757" y="129906"/>
            <a:chExt cx="6264696" cy="1096834"/>
          </a:xfrm>
        </p:grpSpPr>
        <p:pic>
          <p:nvPicPr>
            <p:cNvPr id="19473" name="Picture 9" descr="F:\ppt素材\图标\我收集的图标\字体\3.png"/>
            <p:cNvPicPr>
              <a:picLocks noChangeAspect="1"/>
            </p:cNvPicPr>
            <p:nvPr/>
          </p:nvPicPr>
          <p:blipFill>
            <a:blip r:embed="rId2"/>
            <a:stretch>
              <a:fillRect/>
            </a:stretch>
          </p:blipFill>
          <p:spPr>
            <a:xfrm rot="5400000">
              <a:off x="2884210" y="-2418911"/>
              <a:ext cx="899790" cy="6264696"/>
            </a:xfrm>
            <a:prstGeom prst="rect">
              <a:avLst/>
            </a:prstGeom>
            <a:noFill/>
            <a:ln w="9525">
              <a:noFill/>
            </a:ln>
          </p:spPr>
        </p:pic>
        <p:pic>
          <p:nvPicPr>
            <p:cNvPr id="19474" name="Picture 6" descr="F:\超棒ppt模板\中国风\中国风物件\maobi.png"/>
            <p:cNvPicPr>
              <a:picLocks noChangeAspect="1"/>
            </p:cNvPicPr>
            <p:nvPr/>
          </p:nvPicPr>
          <p:blipFill>
            <a:blip r:embed="rId3"/>
            <a:stretch>
              <a:fillRect/>
            </a:stretch>
          </p:blipFill>
          <p:spPr>
            <a:xfrm>
              <a:off x="308134" y="129906"/>
              <a:ext cx="775209" cy="775006"/>
            </a:xfrm>
            <a:prstGeom prst="rect">
              <a:avLst/>
            </a:prstGeom>
            <a:noFill/>
            <a:ln w="9525">
              <a:noFill/>
            </a:ln>
          </p:spPr>
        </p:pic>
        <p:sp>
          <p:nvSpPr>
            <p:cNvPr id="19475" name="TextBox 2"/>
            <p:cNvSpPr txBox="1"/>
            <p:nvPr/>
          </p:nvSpPr>
          <p:spPr>
            <a:xfrm>
              <a:off x="1083609" y="500071"/>
              <a:ext cx="2844474" cy="726669"/>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eaLnBrk="1" hangingPunct="1">
                <a:lnSpc>
                  <a:spcPct val="100000"/>
                </a:lnSpc>
                <a:spcBef>
                  <a:spcPct val="0"/>
                </a:spcBef>
                <a:buNone/>
              </a:pPr>
              <a:r>
                <a:rPr lang="zh-CN" altLang="en-US" b="1" dirty="0">
                  <a:solidFill>
                    <a:schemeClr val="bg1"/>
                  </a:solidFill>
                  <a:latin typeface="楷体" panose="02010609060101010101" pitchFamily="1" charset="-122"/>
                  <a:ea typeface="楷体" panose="02010609060101010101" pitchFamily="1" charset="-122"/>
                </a:rPr>
                <a:t>字符串</a:t>
              </a:r>
            </a:p>
          </p:txBody>
        </p:sp>
      </p:grpSp>
      <p:pic>
        <p:nvPicPr>
          <p:cNvPr id="4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4835" y="4641215"/>
            <a:ext cx="965200" cy="50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0" name="文本框 99"/>
          <p:cNvSpPr txBox="1"/>
          <p:nvPr/>
        </p:nvSpPr>
        <p:spPr>
          <a:xfrm>
            <a:off x="394970" y="784225"/>
            <a:ext cx="6024880" cy="3169285"/>
          </a:xfrm>
          <a:prstGeom prst="rect">
            <a:avLst/>
          </a:prstGeom>
          <a:noFill/>
          <a:ln w="9525">
            <a:noFill/>
          </a:ln>
        </p:spPr>
        <p:txBody>
          <a:bodyPr wrap="square">
            <a:spAutoFit/>
          </a:bodyPr>
          <a:lstStyle/>
          <a:p>
            <a:pPr indent="0"/>
            <a:r>
              <a:rPr lang="zh-CN" sz="2000" b="1" dirty="0">
                <a:latin typeface="隶书" panose="02010509060101010101" charset="-122"/>
                <a:ea typeface="隶书" panose="02010509060101010101" charset="-122"/>
                <a:cs typeface="隶书" panose="02010509060101010101" charset="-122"/>
              </a:rPr>
              <a:t>例</a:t>
            </a:r>
            <a:r>
              <a:rPr lang="en-US" altLang="zh-CN" sz="2000" b="1" dirty="0">
                <a:latin typeface="隶书" panose="02010509060101010101" charset="-122"/>
                <a:ea typeface="隶书" panose="02010509060101010101" charset="-122"/>
                <a:cs typeface="隶书" panose="02010509060101010101" charset="-122"/>
              </a:rPr>
              <a:t>3</a:t>
            </a:r>
            <a:r>
              <a:rPr lang="zh-CN" altLang="en-US" sz="2000" b="1" dirty="0">
                <a:latin typeface="隶书" panose="02010509060101010101" charset="-122"/>
                <a:ea typeface="隶书" panose="02010509060101010101" charset="-122"/>
                <a:cs typeface="隶书" panose="02010509060101010101" charset="-122"/>
              </a:rPr>
              <a:t>：</a:t>
            </a:r>
            <a:r>
              <a:rPr lang="zh-CN" sz="2000" b="1" dirty="0">
                <a:latin typeface="隶书" panose="02010509060101010101" charset="-122"/>
                <a:ea typeface="隶书" panose="02010509060101010101" charset="-122"/>
                <a:cs typeface="隶书" panose="02010509060101010101" charset="-122"/>
              </a:rPr>
              <a:t>统计数字字符个数</a:t>
            </a:r>
            <a:endParaRPr lang="zh-CN" sz="2000" b="0" dirty="0">
              <a:latin typeface="隶书" panose="02010509060101010101" charset="-122"/>
              <a:ea typeface="隶书" panose="02010509060101010101" charset="-122"/>
              <a:cs typeface="隶书" panose="02010509060101010101" charset="-122"/>
            </a:endParaRPr>
          </a:p>
          <a:p>
            <a:pPr indent="0"/>
            <a:r>
              <a:rPr lang="zh-CN" sz="2000" b="0" dirty="0">
                <a:latin typeface="隶书" panose="02010509060101010101" charset="-122"/>
                <a:ea typeface="隶书" panose="02010509060101010101" charset="-122"/>
                <a:cs typeface="隶书" panose="02010509060101010101" charset="-122"/>
              </a:rPr>
              <a:t>描述</a:t>
            </a:r>
            <a:r>
              <a:rPr lang="en-US" sz="2000" b="0" dirty="0">
                <a:latin typeface="隶书" panose="02010509060101010101" charset="-122"/>
                <a:ea typeface="隶书" panose="02010509060101010101" charset="-122"/>
                <a:cs typeface="隶书" panose="02010509060101010101" charset="-122"/>
              </a:rPr>
              <a:t>:</a:t>
            </a:r>
            <a:r>
              <a:rPr lang="zh-CN" sz="2000" b="0" dirty="0">
                <a:latin typeface="隶书" panose="02010509060101010101" charset="-122"/>
                <a:ea typeface="隶书" panose="02010509060101010101" charset="-122"/>
                <a:cs typeface="隶书" panose="02010509060101010101" charset="-122"/>
              </a:rPr>
              <a:t>输入一行字符，统计出其中数字字符的个数。</a:t>
            </a:r>
          </a:p>
          <a:p>
            <a:pPr indent="0"/>
            <a:r>
              <a:rPr lang="zh-CN" sz="2000" b="0" dirty="0">
                <a:latin typeface="隶书" panose="02010509060101010101" charset="-122"/>
                <a:ea typeface="隶书" panose="02010509060101010101" charset="-122"/>
                <a:cs typeface="隶书" panose="02010509060101010101" charset="-122"/>
              </a:rPr>
              <a:t>输入</a:t>
            </a:r>
          </a:p>
          <a:p>
            <a:pPr indent="0"/>
            <a:r>
              <a:rPr lang="zh-CN" sz="2000" b="0" dirty="0">
                <a:latin typeface="隶书" panose="02010509060101010101" charset="-122"/>
                <a:ea typeface="隶书" panose="02010509060101010101" charset="-122"/>
                <a:cs typeface="隶书" panose="02010509060101010101" charset="-122"/>
              </a:rPr>
              <a:t>一行字符串，总长度不超过</a:t>
            </a:r>
            <a:r>
              <a:rPr lang="en-US" sz="2000" b="0" dirty="0">
                <a:latin typeface="隶书" panose="02010509060101010101" charset="-122"/>
                <a:ea typeface="隶书" panose="02010509060101010101" charset="-122"/>
                <a:cs typeface="隶书" panose="02010509060101010101" charset="-122"/>
              </a:rPr>
              <a:t>255</a:t>
            </a:r>
            <a:r>
              <a:rPr lang="zh-CN" sz="2000" b="0" dirty="0">
                <a:latin typeface="隶书" panose="02010509060101010101" charset="-122"/>
                <a:ea typeface="隶书" panose="02010509060101010101" charset="-122"/>
                <a:cs typeface="隶书" panose="02010509060101010101" charset="-122"/>
              </a:rPr>
              <a:t>。</a:t>
            </a:r>
          </a:p>
          <a:p>
            <a:pPr indent="0"/>
            <a:r>
              <a:rPr lang="zh-CN" sz="2000" b="0" dirty="0">
                <a:latin typeface="隶书" panose="02010509060101010101" charset="-122"/>
                <a:ea typeface="隶书" panose="02010509060101010101" charset="-122"/>
                <a:cs typeface="隶书" panose="02010509060101010101" charset="-122"/>
              </a:rPr>
              <a:t>输出</a:t>
            </a:r>
          </a:p>
          <a:p>
            <a:pPr indent="0"/>
            <a:r>
              <a:rPr lang="zh-CN" sz="2000" b="0" dirty="0">
                <a:latin typeface="隶书" panose="02010509060101010101" charset="-122"/>
                <a:ea typeface="隶书" panose="02010509060101010101" charset="-122"/>
                <a:cs typeface="隶书" panose="02010509060101010101" charset="-122"/>
              </a:rPr>
              <a:t>输出为</a:t>
            </a:r>
            <a:r>
              <a:rPr lang="en-US" sz="2000" b="0" dirty="0">
                <a:latin typeface="隶书" panose="02010509060101010101" charset="-122"/>
                <a:ea typeface="隶书" panose="02010509060101010101" charset="-122"/>
                <a:cs typeface="隶书" panose="02010509060101010101" charset="-122"/>
              </a:rPr>
              <a:t>1</a:t>
            </a:r>
            <a:r>
              <a:rPr lang="zh-CN" sz="2000" b="0" dirty="0">
                <a:latin typeface="隶书" panose="02010509060101010101" charset="-122"/>
                <a:ea typeface="隶书" panose="02010509060101010101" charset="-122"/>
                <a:cs typeface="隶书" panose="02010509060101010101" charset="-122"/>
              </a:rPr>
              <a:t>行，输出字符串里面数字字符的个数。</a:t>
            </a:r>
          </a:p>
          <a:p>
            <a:pPr indent="0"/>
            <a:r>
              <a:rPr lang="zh-CN" sz="2000" b="0" dirty="0">
                <a:latin typeface="隶书" panose="02010509060101010101" charset="-122"/>
                <a:ea typeface="隶书" panose="02010509060101010101" charset="-122"/>
                <a:cs typeface="隶书" panose="02010509060101010101" charset="-122"/>
              </a:rPr>
              <a:t>样例输入</a:t>
            </a:r>
            <a:endParaRPr lang="en-US" sz="2000" b="0" dirty="0">
              <a:latin typeface="隶书" panose="02010509060101010101" charset="-122"/>
              <a:ea typeface="隶书" panose="02010509060101010101" charset="-122"/>
              <a:cs typeface="隶书" panose="02010509060101010101" charset="-122"/>
            </a:endParaRPr>
          </a:p>
          <a:p>
            <a:pPr indent="0"/>
            <a:r>
              <a:rPr lang="en-US" sz="2000" b="0" dirty="0">
                <a:latin typeface="隶书" panose="02010509060101010101" charset="-122"/>
                <a:ea typeface="隶书" panose="02010509060101010101" charset="-122"/>
                <a:cs typeface="隶书" panose="02010509060101010101" charset="-122"/>
              </a:rPr>
              <a:t>Peking University is set up at 1898.</a:t>
            </a:r>
            <a:endParaRPr lang="zh-CN" sz="2000" b="0" dirty="0">
              <a:latin typeface="隶书" panose="02010509060101010101" charset="-122"/>
              <a:ea typeface="隶书" panose="02010509060101010101" charset="-122"/>
              <a:cs typeface="隶书" panose="02010509060101010101" charset="-122"/>
            </a:endParaRPr>
          </a:p>
          <a:p>
            <a:pPr indent="0"/>
            <a:r>
              <a:rPr lang="zh-CN" sz="2000" b="0" dirty="0">
                <a:latin typeface="隶书" panose="02010509060101010101" charset="-122"/>
                <a:ea typeface="隶书" panose="02010509060101010101" charset="-122"/>
                <a:cs typeface="隶书" panose="02010509060101010101" charset="-122"/>
              </a:rPr>
              <a:t>样例输出</a:t>
            </a:r>
            <a:endParaRPr lang="en-US" sz="2000" b="0" dirty="0">
              <a:latin typeface="隶书" panose="02010509060101010101" charset="-122"/>
              <a:ea typeface="隶书" panose="02010509060101010101" charset="-122"/>
              <a:cs typeface="隶书" panose="02010509060101010101" charset="-122"/>
            </a:endParaRPr>
          </a:p>
          <a:p>
            <a:pPr indent="0"/>
            <a:r>
              <a:rPr lang="en-US" sz="2000" b="0" dirty="0">
                <a:latin typeface="隶书" panose="02010509060101010101" charset="-122"/>
                <a:ea typeface="隶书" panose="02010509060101010101" charset="-122"/>
                <a:cs typeface="隶书" panose="02010509060101010101" charset="-122"/>
              </a:rPr>
              <a:t>4</a:t>
            </a:r>
            <a:endParaRPr lang="zh-CN" altLang="en-US" sz="2000" dirty="0">
              <a:latin typeface="隶书" panose="02010509060101010101" charset="-122"/>
              <a:ea typeface="隶书" panose="02010509060101010101" charset="-122"/>
              <a:cs typeface="隶书" panose="02010509060101010101" charset="-122"/>
            </a:endParaRPr>
          </a:p>
        </p:txBody>
      </p:sp>
      <p:pic>
        <p:nvPicPr>
          <p:cNvPr id="2052" name="Picture 4"/>
          <p:cNvPicPr>
            <a:picLocks noChangeAspect="1" noChangeArrowheads="1"/>
          </p:cNvPicPr>
          <p:nvPr/>
        </p:nvPicPr>
        <p:blipFill rotWithShape="1">
          <a:blip r:embed="rId5">
            <a:extLst>
              <a:ext uri="{28A0092B-C50C-407E-A947-70E740481C1C}">
                <a14:useLocalDpi xmlns:a14="http://schemas.microsoft.com/office/drawing/2010/main" val="0"/>
              </a:ext>
            </a:extLst>
          </a:blip>
          <a:srcRect l="38434" t="22328" r="14860" b="25907"/>
          <a:stretch/>
        </p:blipFill>
        <p:spPr bwMode="auto">
          <a:xfrm>
            <a:off x="5212666" y="2196982"/>
            <a:ext cx="3922528" cy="2444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1" descr="C:\Users\Lenovo\AppData\Roaming\Tencent\Users\646680306\QQ\WinTemp\RichOle\LZER%KDD_UE~D7F6Q{}YB@2.png"/>
          <p:cNvPicPr>
            <a:picLocks noChangeAspect="1" noChangeArrowheads="1"/>
          </p:cNvPicPr>
          <p:nvPr/>
        </p:nvPicPr>
        <p:blipFill>
          <a:blip r:embed="rId6"/>
          <a:srcRect/>
          <a:stretch>
            <a:fillRect/>
          </a:stretch>
        </p:blipFill>
        <p:spPr bwMode="auto">
          <a:xfrm>
            <a:off x="486835" y="4326142"/>
            <a:ext cx="4191000" cy="495300"/>
          </a:xfrm>
          <a:prstGeom prst="rect">
            <a:avLst/>
          </a:prstGeom>
          <a:noFill/>
        </p:spPr>
      </p:pic>
    </p:spTree>
    <p:extLst>
      <p:ext uri="{BB962C8B-B14F-4D97-AF65-F5344CB8AC3E}">
        <p14:creationId xmlns:p14="http://schemas.microsoft.com/office/powerpoint/2010/main" val="5148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组合 3"/>
          <p:cNvGrpSpPr/>
          <p:nvPr/>
        </p:nvGrpSpPr>
        <p:grpSpPr>
          <a:xfrm>
            <a:off x="-23495" y="-113665"/>
            <a:ext cx="4674235" cy="787861"/>
            <a:chOff x="201757" y="129906"/>
            <a:chExt cx="6264696" cy="1096834"/>
          </a:xfrm>
        </p:grpSpPr>
        <p:pic>
          <p:nvPicPr>
            <p:cNvPr id="19473" name="Picture 9" descr="F:\ppt素材\图标\我收集的图标\字体\3.png"/>
            <p:cNvPicPr>
              <a:picLocks noChangeAspect="1"/>
            </p:cNvPicPr>
            <p:nvPr/>
          </p:nvPicPr>
          <p:blipFill>
            <a:blip r:embed="rId2"/>
            <a:stretch>
              <a:fillRect/>
            </a:stretch>
          </p:blipFill>
          <p:spPr>
            <a:xfrm rot="5400000">
              <a:off x="2884210" y="-2418911"/>
              <a:ext cx="899790" cy="6264696"/>
            </a:xfrm>
            <a:prstGeom prst="rect">
              <a:avLst/>
            </a:prstGeom>
            <a:noFill/>
            <a:ln w="9525">
              <a:noFill/>
            </a:ln>
          </p:spPr>
        </p:pic>
        <p:pic>
          <p:nvPicPr>
            <p:cNvPr id="19474" name="Picture 6" descr="F:\超棒ppt模板\中国风\中国风物件\maobi.png"/>
            <p:cNvPicPr>
              <a:picLocks noChangeAspect="1"/>
            </p:cNvPicPr>
            <p:nvPr/>
          </p:nvPicPr>
          <p:blipFill>
            <a:blip r:embed="rId3"/>
            <a:stretch>
              <a:fillRect/>
            </a:stretch>
          </p:blipFill>
          <p:spPr>
            <a:xfrm>
              <a:off x="308134" y="129906"/>
              <a:ext cx="775209" cy="775006"/>
            </a:xfrm>
            <a:prstGeom prst="rect">
              <a:avLst/>
            </a:prstGeom>
            <a:noFill/>
            <a:ln w="9525">
              <a:noFill/>
            </a:ln>
          </p:spPr>
        </p:pic>
        <p:sp>
          <p:nvSpPr>
            <p:cNvPr id="19475" name="TextBox 2"/>
            <p:cNvSpPr txBox="1"/>
            <p:nvPr/>
          </p:nvSpPr>
          <p:spPr>
            <a:xfrm>
              <a:off x="1083609" y="500071"/>
              <a:ext cx="2844474" cy="726669"/>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eaLnBrk="1" hangingPunct="1">
                <a:lnSpc>
                  <a:spcPct val="100000"/>
                </a:lnSpc>
                <a:spcBef>
                  <a:spcPct val="0"/>
                </a:spcBef>
                <a:buNone/>
              </a:pPr>
              <a:r>
                <a:rPr lang="zh-CN" altLang="en-US" b="1" dirty="0">
                  <a:solidFill>
                    <a:schemeClr val="bg1"/>
                  </a:solidFill>
                  <a:latin typeface="楷体" panose="02010609060101010101" pitchFamily="1" charset="-122"/>
                  <a:ea typeface="楷体" panose="02010609060101010101" pitchFamily="1" charset="-122"/>
                </a:rPr>
                <a:t>字符串</a:t>
              </a:r>
            </a:p>
          </p:txBody>
        </p:sp>
      </p:grpSp>
      <p:pic>
        <p:nvPicPr>
          <p:cNvPr id="4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4835" y="4641215"/>
            <a:ext cx="965200" cy="50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0" name="文本框 99"/>
          <p:cNvSpPr txBox="1"/>
          <p:nvPr/>
        </p:nvSpPr>
        <p:spPr>
          <a:xfrm>
            <a:off x="394970" y="784225"/>
            <a:ext cx="8479790" cy="4338320"/>
          </a:xfrm>
          <a:prstGeom prst="rect">
            <a:avLst/>
          </a:prstGeom>
          <a:noFill/>
          <a:ln w="9525">
            <a:noFill/>
          </a:ln>
        </p:spPr>
        <p:txBody>
          <a:bodyPr wrap="square">
            <a:spAutoFit/>
          </a:bodyPr>
          <a:lstStyle/>
          <a:p>
            <a:pPr indent="0"/>
            <a:r>
              <a:rPr lang="zh-CN" sz="2000" b="1" dirty="0">
                <a:latin typeface="隶书" panose="02010509060101010101" charset="-122"/>
                <a:ea typeface="隶书" panose="02010509060101010101" charset="-122"/>
                <a:cs typeface="隶书" panose="02010509060101010101" charset="-122"/>
              </a:rPr>
              <a:t>例</a:t>
            </a:r>
            <a:r>
              <a:rPr lang="en-US" altLang="zh-CN" sz="2000" b="1" dirty="0">
                <a:latin typeface="隶书" panose="02010509060101010101" charset="-122"/>
                <a:ea typeface="隶书" panose="02010509060101010101" charset="-122"/>
                <a:cs typeface="隶书" panose="02010509060101010101" charset="-122"/>
              </a:rPr>
              <a:t>4</a:t>
            </a:r>
            <a:r>
              <a:rPr lang="zh-CN" altLang="en-US" sz="2000" b="1" dirty="0">
                <a:latin typeface="隶书" panose="02010509060101010101" charset="-122"/>
                <a:ea typeface="隶书" panose="02010509060101010101" charset="-122"/>
                <a:cs typeface="隶书" panose="02010509060101010101" charset="-122"/>
              </a:rPr>
              <a:t>：</a:t>
            </a:r>
            <a:r>
              <a:rPr lang="zh-CN" sz="2000" b="1" dirty="0">
                <a:latin typeface="隶书" panose="02010509060101010101" charset="-122"/>
                <a:ea typeface="隶书" panose="02010509060101010101" charset="-122"/>
                <a:cs typeface="隶书" panose="02010509060101010101" charset="-122"/>
              </a:rPr>
              <a:t>简单密码</a:t>
            </a:r>
          </a:p>
          <a:p>
            <a:pPr indent="0"/>
            <a:r>
              <a:rPr sz="1600" dirty="0" err="1">
                <a:latin typeface="隶书" panose="02010509060101010101" charset="-122"/>
                <a:ea typeface="隶书" panose="02010509060101010101" charset="-122"/>
                <a:cs typeface="隶书" panose="02010509060101010101" charset="-122"/>
              </a:rPr>
              <a:t>描述：Julius</a:t>
            </a:r>
            <a:r>
              <a:rPr sz="1600" dirty="0">
                <a:latin typeface="隶书" panose="02010509060101010101" charset="-122"/>
                <a:ea typeface="隶书" panose="02010509060101010101" charset="-122"/>
                <a:cs typeface="隶书" panose="02010509060101010101" charset="-122"/>
              </a:rPr>
              <a:t> Caesar曾经使用过一种很简单的密码。对于明文中的每个字符，将它用它字母表中后5位对应的字符来代替，这样就得到了密文。比如字符A用F来代替。如下是密文和明文中字符的对应关系。</a:t>
            </a:r>
          </a:p>
          <a:p>
            <a:pPr indent="0"/>
            <a:r>
              <a:rPr sz="1600" dirty="0" err="1">
                <a:latin typeface="隶书" panose="02010509060101010101" charset="-122"/>
                <a:ea typeface="隶书" panose="02010509060101010101" charset="-122"/>
                <a:cs typeface="隶书" panose="02010509060101010101" charset="-122"/>
              </a:rPr>
              <a:t>密文：A</a:t>
            </a:r>
            <a:r>
              <a:rPr sz="1600" dirty="0">
                <a:latin typeface="隶书" panose="02010509060101010101" charset="-122"/>
                <a:ea typeface="隶书" panose="02010509060101010101" charset="-122"/>
                <a:cs typeface="隶书" panose="02010509060101010101" charset="-122"/>
              </a:rPr>
              <a:t> B C D E F G H I J K L M N O P Q R S T U V W X Y Z</a:t>
            </a:r>
          </a:p>
          <a:p>
            <a:pPr indent="0"/>
            <a:r>
              <a:rPr sz="1600" dirty="0" err="1">
                <a:latin typeface="隶书" panose="02010509060101010101" charset="-122"/>
                <a:ea typeface="隶书" panose="02010509060101010101" charset="-122"/>
                <a:cs typeface="隶书" panose="02010509060101010101" charset="-122"/>
              </a:rPr>
              <a:t>明文：V</a:t>
            </a:r>
            <a:r>
              <a:rPr sz="1600" dirty="0">
                <a:latin typeface="隶书" panose="02010509060101010101" charset="-122"/>
                <a:ea typeface="隶书" panose="02010509060101010101" charset="-122"/>
                <a:cs typeface="隶书" panose="02010509060101010101" charset="-122"/>
              </a:rPr>
              <a:t> W X Y Z A B C D E F G H I J K L M N O P Q R S T U </a:t>
            </a:r>
          </a:p>
          <a:p>
            <a:pPr indent="0"/>
            <a:r>
              <a:rPr sz="1600" dirty="0" err="1">
                <a:latin typeface="隶书" panose="02010509060101010101" charset="-122"/>
                <a:ea typeface="隶书" panose="02010509060101010101" charset="-122"/>
                <a:cs typeface="隶书" panose="02010509060101010101" charset="-122"/>
              </a:rPr>
              <a:t>你的任务是对给定的密文进行解密得到明文</a:t>
            </a:r>
            <a:r>
              <a:rPr sz="1600" dirty="0">
                <a:latin typeface="隶书" panose="02010509060101010101" charset="-122"/>
                <a:ea typeface="隶书" panose="02010509060101010101" charset="-122"/>
                <a:cs typeface="隶书" panose="02010509060101010101" charset="-122"/>
              </a:rPr>
              <a:t>。</a:t>
            </a:r>
          </a:p>
          <a:p>
            <a:pPr indent="0"/>
            <a:r>
              <a:rPr sz="1600" dirty="0" err="1">
                <a:latin typeface="隶书" panose="02010509060101010101" charset="-122"/>
                <a:ea typeface="隶书" panose="02010509060101010101" charset="-122"/>
                <a:cs typeface="隶书" panose="02010509060101010101" charset="-122"/>
              </a:rPr>
              <a:t>你需要注意的是，密文中出现的字母都是大写字母。密文中也包括非字母的字符，对这些字符不用进行解码</a:t>
            </a:r>
            <a:r>
              <a:rPr sz="1600" dirty="0">
                <a:latin typeface="隶书" panose="02010509060101010101" charset="-122"/>
                <a:ea typeface="隶书" panose="02010509060101010101" charset="-122"/>
                <a:cs typeface="隶书" panose="02010509060101010101" charset="-122"/>
              </a:rPr>
              <a:t>。</a:t>
            </a:r>
          </a:p>
          <a:p>
            <a:pPr indent="0"/>
            <a:r>
              <a:rPr sz="1600" dirty="0" err="1">
                <a:latin typeface="隶书" panose="02010509060101010101" charset="-122"/>
                <a:ea typeface="隶书" panose="02010509060101010101" charset="-122"/>
                <a:cs typeface="隶书" panose="02010509060101010101" charset="-122"/>
              </a:rPr>
              <a:t>输入</a:t>
            </a:r>
            <a:endParaRPr sz="1600" dirty="0">
              <a:latin typeface="隶书" panose="02010509060101010101" charset="-122"/>
              <a:ea typeface="隶书" panose="02010509060101010101" charset="-122"/>
              <a:cs typeface="隶书" panose="02010509060101010101" charset="-122"/>
            </a:endParaRPr>
          </a:p>
          <a:p>
            <a:pPr indent="0"/>
            <a:r>
              <a:rPr sz="1600" dirty="0">
                <a:latin typeface="隶书" panose="02010509060101010101" charset="-122"/>
                <a:ea typeface="隶书" panose="02010509060101010101" charset="-122"/>
                <a:cs typeface="隶书" panose="02010509060101010101" charset="-122"/>
              </a:rPr>
              <a:t>一行，给出密文，密文不为空，而且其中的字符数不超过200。</a:t>
            </a:r>
          </a:p>
          <a:p>
            <a:pPr indent="0"/>
            <a:r>
              <a:rPr sz="1600" dirty="0" err="1">
                <a:latin typeface="隶书" panose="02010509060101010101" charset="-122"/>
                <a:ea typeface="隶书" panose="02010509060101010101" charset="-122"/>
                <a:cs typeface="隶书" panose="02010509060101010101" charset="-122"/>
              </a:rPr>
              <a:t>输出</a:t>
            </a:r>
            <a:endParaRPr sz="1600" dirty="0">
              <a:latin typeface="隶书" panose="02010509060101010101" charset="-122"/>
              <a:ea typeface="隶书" panose="02010509060101010101" charset="-122"/>
              <a:cs typeface="隶书" panose="02010509060101010101" charset="-122"/>
            </a:endParaRPr>
          </a:p>
          <a:p>
            <a:pPr indent="0"/>
            <a:r>
              <a:rPr sz="1600" dirty="0" err="1">
                <a:latin typeface="隶书" panose="02010509060101010101" charset="-122"/>
                <a:ea typeface="隶书" panose="02010509060101010101" charset="-122"/>
                <a:cs typeface="隶书" panose="02010509060101010101" charset="-122"/>
              </a:rPr>
              <a:t>输出一行，即密文对应的明文</a:t>
            </a:r>
            <a:r>
              <a:rPr sz="1600" dirty="0">
                <a:latin typeface="隶书" panose="02010509060101010101" charset="-122"/>
                <a:ea typeface="隶书" panose="02010509060101010101" charset="-122"/>
                <a:cs typeface="隶书" panose="02010509060101010101" charset="-122"/>
              </a:rPr>
              <a:t>。</a:t>
            </a:r>
          </a:p>
          <a:p>
            <a:pPr indent="0"/>
            <a:r>
              <a:rPr sz="1600" dirty="0" err="1">
                <a:latin typeface="隶书" panose="02010509060101010101" charset="-122"/>
                <a:ea typeface="隶书" panose="02010509060101010101" charset="-122"/>
                <a:cs typeface="隶书" panose="02010509060101010101" charset="-122"/>
              </a:rPr>
              <a:t>样例输入</a:t>
            </a:r>
            <a:endParaRPr sz="1600" dirty="0">
              <a:latin typeface="隶书" panose="02010509060101010101" charset="-122"/>
              <a:ea typeface="隶书" panose="02010509060101010101" charset="-122"/>
              <a:cs typeface="隶书" panose="02010509060101010101" charset="-122"/>
            </a:endParaRPr>
          </a:p>
          <a:p>
            <a:pPr indent="0"/>
            <a:r>
              <a:rPr sz="1600" dirty="0">
                <a:latin typeface="隶书" panose="02010509060101010101" charset="-122"/>
                <a:ea typeface="隶书" panose="02010509060101010101" charset="-122"/>
                <a:cs typeface="隶书" panose="02010509060101010101" charset="-122"/>
              </a:rPr>
              <a:t>NS BFW, JAJSYX TK NRUTWYFSHJ FWJ YMJ WJXZQY TK YWNANFQ HFZXJX</a:t>
            </a:r>
          </a:p>
          <a:p>
            <a:pPr indent="0"/>
            <a:r>
              <a:rPr sz="1600" dirty="0" err="1">
                <a:latin typeface="隶书" panose="02010509060101010101" charset="-122"/>
                <a:ea typeface="隶书" panose="02010509060101010101" charset="-122"/>
                <a:cs typeface="隶书" panose="02010509060101010101" charset="-122"/>
              </a:rPr>
              <a:t>样例输出</a:t>
            </a:r>
            <a:endParaRPr sz="1600" dirty="0">
              <a:latin typeface="隶书" panose="02010509060101010101" charset="-122"/>
              <a:ea typeface="隶书" panose="02010509060101010101" charset="-122"/>
              <a:cs typeface="隶书" panose="02010509060101010101" charset="-122"/>
            </a:endParaRPr>
          </a:p>
          <a:p>
            <a:pPr indent="0"/>
            <a:r>
              <a:rPr sz="1600" dirty="0">
                <a:latin typeface="隶书" panose="02010509060101010101" charset="-122"/>
                <a:ea typeface="隶书" panose="02010509060101010101" charset="-122"/>
                <a:cs typeface="隶书" panose="02010509060101010101" charset="-122"/>
              </a:rPr>
              <a:t>IN WAR, EVENTS OF IMPORTANCE ARE THE RESULT OF TRIVIAL CAUSES</a:t>
            </a:r>
          </a:p>
        </p:txBody>
      </p:sp>
    </p:spTree>
    <p:extLst>
      <p:ext uri="{BB962C8B-B14F-4D97-AF65-F5344CB8AC3E}">
        <p14:creationId xmlns:p14="http://schemas.microsoft.com/office/powerpoint/2010/main" val="4054126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100"/>
                                        </p:tgtEl>
                                        <p:attrNameLst>
                                          <p:attrName>style.visibility</p:attrName>
                                        </p:attrNameLst>
                                      </p:cBhvr>
                                      <p:to>
                                        <p:strVal val="visible"/>
                                      </p:to>
                                    </p:set>
                                    <p:anim calcmode="discrete" valueType="clr">
                                      <p:cBhvr override="childStyle">
                                        <p:cTn id="7" dur="80"/>
                                        <p:tgtEl>
                                          <p:spTgt spid="100"/>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100"/>
                                        </p:tgtEl>
                                        <p:attrNameLst>
                                          <p:attrName>fillcolor</p:attrName>
                                        </p:attrNameLst>
                                      </p:cBhvr>
                                      <p:tavLst>
                                        <p:tav tm="0">
                                          <p:val>
                                            <p:clrVal>
                                              <a:schemeClr val="accent2"/>
                                            </p:clrVal>
                                          </p:val>
                                        </p:tav>
                                        <p:tav tm="50000">
                                          <p:val>
                                            <p:clrVal>
                                              <a:schemeClr val="hlink"/>
                                            </p:clrVal>
                                          </p:val>
                                        </p:tav>
                                      </p:tavLst>
                                    </p:anim>
                                    <p:set>
                                      <p:cBhvr>
                                        <p:cTn id="9" dur="80"/>
                                        <p:tgtEl>
                                          <p:spTgt spid="100"/>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extLst>
              <p:ext uri="{D42A27DB-BD31-4B8C-83A1-F6EECF244321}">
                <p14:modId xmlns:p14="http://schemas.microsoft.com/office/powerpoint/2010/main" val="1131890584"/>
              </p:ext>
            </p:extLst>
          </p:nvPr>
        </p:nvGraphicFramePr>
        <p:xfrm>
          <a:off x="323528" y="771550"/>
          <a:ext cx="8496940" cy="601216"/>
        </p:xfrm>
        <a:graphic>
          <a:graphicData uri="http://schemas.openxmlformats.org/drawingml/2006/table">
            <a:tbl>
              <a:tblPr firstRow="1" bandRow="1">
                <a:tableStyleId>{5C22544A-7EE6-4342-B048-85BDC9FD1C3A}</a:tableStyleId>
              </a:tblPr>
              <a:tblGrid>
                <a:gridCol w="499820">
                  <a:extLst>
                    <a:ext uri="{9D8B030D-6E8A-4147-A177-3AD203B41FA5}">
                      <a16:colId xmlns="" xmlns:a16="http://schemas.microsoft.com/office/drawing/2014/main" val="20000"/>
                    </a:ext>
                  </a:extLst>
                </a:gridCol>
                <a:gridCol w="499820">
                  <a:extLst>
                    <a:ext uri="{9D8B030D-6E8A-4147-A177-3AD203B41FA5}">
                      <a16:colId xmlns="" xmlns:a16="http://schemas.microsoft.com/office/drawing/2014/main" val="20001"/>
                    </a:ext>
                  </a:extLst>
                </a:gridCol>
                <a:gridCol w="499820">
                  <a:extLst>
                    <a:ext uri="{9D8B030D-6E8A-4147-A177-3AD203B41FA5}">
                      <a16:colId xmlns="" xmlns:a16="http://schemas.microsoft.com/office/drawing/2014/main" val="20002"/>
                    </a:ext>
                  </a:extLst>
                </a:gridCol>
                <a:gridCol w="499820">
                  <a:extLst>
                    <a:ext uri="{9D8B030D-6E8A-4147-A177-3AD203B41FA5}">
                      <a16:colId xmlns="" xmlns:a16="http://schemas.microsoft.com/office/drawing/2014/main" val="20003"/>
                    </a:ext>
                  </a:extLst>
                </a:gridCol>
                <a:gridCol w="499820">
                  <a:extLst>
                    <a:ext uri="{9D8B030D-6E8A-4147-A177-3AD203B41FA5}">
                      <a16:colId xmlns="" xmlns:a16="http://schemas.microsoft.com/office/drawing/2014/main" val="20004"/>
                    </a:ext>
                  </a:extLst>
                </a:gridCol>
                <a:gridCol w="499820">
                  <a:extLst>
                    <a:ext uri="{9D8B030D-6E8A-4147-A177-3AD203B41FA5}">
                      <a16:colId xmlns="" xmlns:a16="http://schemas.microsoft.com/office/drawing/2014/main" val="20005"/>
                    </a:ext>
                  </a:extLst>
                </a:gridCol>
                <a:gridCol w="499820">
                  <a:extLst>
                    <a:ext uri="{9D8B030D-6E8A-4147-A177-3AD203B41FA5}">
                      <a16:colId xmlns="" xmlns:a16="http://schemas.microsoft.com/office/drawing/2014/main" val="20006"/>
                    </a:ext>
                  </a:extLst>
                </a:gridCol>
                <a:gridCol w="499820">
                  <a:extLst>
                    <a:ext uri="{9D8B030D-6E8A-4147-A177-3AD203B41FA5}">
                      <a16:colId xmlns="" xmlns:a16="http://schemas.microsoft.com/office/drawing/2014/main" val="20007"/>
                    </a:ext>
                  </a:extLst>
                </a:gridCol>
                <a:gridCol w="499820">
                  <a:extLst>
                    <a:ext uri="{9D8B030D-6E8A-4147-A177-3AD203B41FA5}">
                      <a16:colId xmlns="" xmlns:a16="http://schemas.microsoft.com/office/drawing/2014/main" val="20008"/>
                    </a:ext>
                  </a:extLst>
                </a:gridCol>
                <a:gridCol w="499820">
                  <a:extLst>
                    <a:ext uri="{9D8B030D-6E8A-4147-A177-3AD203B41FA5}">
                      <a16:colId xmlns="" xmlns:a16="http://schemas.microsoft.com/office/drawing/2014/main" val="20009"/>
                    </a:ext>
                  </a:extLst>
                </a:gridCol>
                <a:gridCol w="499820">
                  <a:extLst>
                    <a:ext uri="{9D8B030D-6E8A-4147-A177-3AD203B41FA5}">
                      <a16:colId xmlns="" xmlns:a16="http://schemas.microsoft.com/office/drawing/2014/main" val="20010"/>
                    </a:ext>
                  </a:extLst>
                </a:gridCol>
                <a:gridCol w="499820">
                  <a:extLst>
                    <a:ext uri="{9D8B030D-6E8A-4147-A177-3AD203B41FA5}">
                      <a16:colId xmlns="" xmlns:a16="http://schemas.microsoft.com/office/drawing/2014/main" val="20011"/>
                    </a:ext>
                  </a:extLst>
                </a:gridCol>
                <a:gridCol w="499820">
                  <a:extLst>
                    <a:ext uri="{9D8B030D-6E8A-4147-A177-3AD203B41FA5}">
                      <a16:colId xmlns="" xmlns:a16="http://schemas.microsoft.com/office/drawing/2014/main" val="20012"/>
                    </a:ext>
                  </a:extLst>
                </a:gridCol>
                <a:gridCol w="499820">
                  <a:extLst>
                    <a:ext uri="{9D8B030D-6E8A-4147-A177-3AD203B41FA5}">
                      <a16:colId xmlns="" xmlns:a16="http://schemas.microsoft.com/office/drawing/2014/main" val="20013"/>
                    </a:ext>
                  </a:extLst>
                </a:gridCol>
                <a:gridCol w="499820">
                  <a:extLst>
                    <a:ext uri="{9D8B030D-6E8A-4147-A177-3AD203B41FA5}">
                      <a16:colId xmlns="" xmlns:a16="http://schemas.microsoft.com/office/drawing/2014/main" val="20014"/>
                    </a:ext>
                  </a:extLst>
                </a:gridCol>
                <a:gridCol w="499820">
                  <a:extLst>
                    <a:ext uri="{9D8B030D-6E8A-4147-A177-3AD203B41FA5}">
                      <a16:colId xmlns="" xmlns:a16="http://schemas.microsoft.com/office/drawing/2014/main" val="20015"/>
                    </a:ext>
                  </a:extLst>
                </a:gridCol>
                <a:gridCol w="499820">
                  <a:extLst>
                    <a:ext uri="{9D8B030D-6E8A-4147-A177-3AD203B41FA5}">
                      <a16:colId xmlns="" xmlns:a16="http://schemas.microsoft.com/office/drawing/2014/main" val="20016"/>
                    </a:ext>
                  </a:extLst>
                </a:gridCol>
              </a:tblGrid>
              <a:tr h="601216">
                <a:tc>
                  <a:txBody>
                    <a:bodyPr/>
                    <a:lstStyle/>
                    <a:p>
                      <a:r>
                        <a:rPr lang="en-US" altLang="zh-CN" sz="2400" dirty="0" smtClean="0">
                          <a:solidFill>
                            <a:srgbClr val="C00000"/>
                          </a:solidFill>
                        </a:rPr>
                        <a:t>A</a:t>
                      </a:r>
                      <a:endParaRPr lang="zh-CN" altLang="en-US" sz="2400"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2400" dirty="0" smtClean="0">
                          <a:solidFill>
                            <a:srgbClr val="C00000"/>
                          </a:solidFill>
                        </a:rPr>
                        <a:t>B</a:t>
                      </a:r>
                      <a:endParaRPr lang="zh-CN" altLang="en-US" sz="2400"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2400" dirty="0" smtClean="0">
                          <a:solidFill>
                            <a:srgbClr val="C00000"/>
                          </a:solidFill>
                        </a:rPr>
                        <a:t>C</a:t>
                      </a:r>
                      <a:endParaRPr lang="zh-CN" altLang="en-US" sz="2400"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2400" dirty="0" smtClean="0">
                          <a:solidFill>
                            <a:srgbClr val="C00000"/>
                          </a:solidFill>
                        </a:rPr>
                        <a:t>D</a:t>
                      </a:r>
                      <a:endParaRPr lang="zh-CN" altLang="en-US" sz="2400"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2400" dirty="0" smtClean="0">
                          <a:solidFill>
                            <a:srgbClr val="C00000"/>
                          </a:solidFill>
                        </a:rPr>
                        <a:t>E</a:t>
                      </a:r>
                      <a:endParaRPr lang="zh-CN" altLang="en-US" sz="2400"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2400" dirty="0" smtClean="0">
                          <a:solidFill>
                            <a:schemeClr val="tx1"/>
                          </a:solidFill>
                        </a:rPr>
                        <a:t>F</a:t>
                      </a:r>
                      <a:endParaRPr lang="zh-CN" alt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2400" dirty="0" smtClean="0">
                          <a:solidFill>
                            <a:schemeClr val="tx1"/>
                          </a:solidFill>
                        </a:rPr>
                        <a:t>G</a:t>
                      </a:r>
                      <a:endParaRPr lang="zh-CN" alt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2400" dirty="0" smtClean="0">
                          <a:solidFill>
                            <a:schemeClr val="tx1"/>
                          </a:solidFill>
                        </a:rPr>
                        <a:t>H</a:t>
                      </a:r>
                      <a:endParaRPr lang="zh-CN" alt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2400" dirty="0" smtClean="0">
                          <a:solidFill>
                            <a:schemeClr val="tx1"/>
                          </a:solidFill>
                        </a:rPr>
                        <a:t>I</a:t>
                      </a:r>
                      <a:endParaRPr lang="zh-CN" alt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2400" dirty="0" smtClean="0">
                          <a:solidFill>
                            <a:schemeClr val="tx1"/>
                          </a:solidFill>
                        </a:rPr>
                        <a:t>…</a:t>
                      </a:r>
                      <a:endParaRPr lang="zh-CN" alt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2400" dirty="0" smtClean="0">
                          <a:solidFill>
                            <a:schemeClr val="tx1"/>
                          </a:solidFill>
                        </a:rPr>
                        <a:t>T</a:t>
                      </a:r>
                      <a:endParaRPr lang="zh-CN" alt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2400" dirty="0" smtClean="0">
                          <a:solidFill>
                            <a:schemeClr val="tx1"/>
                          </a:solidFill>
                        </a:rPr>
                        <a:t>U</a:t>
                      </a:r>
                      <a:endParaRPr lang="zh-CN" alt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2400" dirty="0" smtClean="0">
                          <a:solidFill>
                            <a:schemeClr val="tx1"/>
                          </a:solidFill>
                        </a:rPr>
                        <a:t>V</a:t>
                      </a:r>
                      <a:endParaRPr lang="zh-CN" alt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2400" dirty="0" smtClean="0">
                          <a:solidFill>
                            <a:schemeClr val="tx1"/>
                          </a:solidFill>
                        </a:rPr>
                        <a:t>W</a:t>
                      </a:r>
                      <a:endParaRPr lang="zh-CN" alt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2400" dirty="0" smtClean="0">
                          <a:solidFill>
                            <a:schemeClr val="tx1"/>
                          </a:solidFill>
                        </a:rPr>
                        <a:t>X</a:t>
                      </a:r>
                      <a:endParaRPr lang="zh-CN" alt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2400" dirty="0" smtClean="0">
                          <a:solidFill>
                            <a:schemeClr val="tx1"/>
                          </a:solidFill>
                        </a:rPr>
                        <a:t>Y</a:t>
                      </a:r>
                      <a:endParaRPr lang="zh-CN" alt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2400" dirty="0" smtClean="0">
                          <a:solidFill>
                            <a:schemeClr val="tx1"/>
                          </a:solidFill>
                        </a:rPr>
                        <a:t>Z</a:t>
                      </a:r>
                      <a:endParaRPr lang="zh-CN" alt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0000"/>
                  </a:ext>
                </a:extLst>
              </a:tr>
            </a:tbl>
          </a:graphicData>
        </a:graphic>
      </p:graphicFrame>
      <p:sp>
        <p:nvSpPr>
          <p:cNvPr id="3" name="TextBox 2"/>
          <p:cNvSpPr txBox="1"/>
          <p:nvPr/>
        </p:nvSpPr>
        <p:spPr>
          <a:xfrm>
            <a:off x="855192" y="2838199"/>
            <a:ext cx="1152128" cy="461665"/>
          </a:xfrm>
          <a:prstGeom prst="rect">
            <a:avLst/>
          </a:prstGeom>
          <a:noFill/>
        </p:spPr>
        <p:txBody>
          <a:bodyPr wrap="square" rtlCol="0">
            <a:spAutoFit/>
          </a:bodyPr>
          <a:lstStyle/>
          <a:p>
            <a:r>
              <a:rPr lang="en-US" altLang="zh-CN" sz="2400" b="1" dirty="0" smtClean="0">
                <a:latin typeface="隶书" pitchFamily="49" charset="-122"/>
                <a:ea typeface="隶书" pitchFamily="49" charset="-122"/>
              </a:rPr>
              <a:t>F-Z:</a:t>
            </a:r>
            <a:endParaRPr lang="zh-CN" altLang="en-US" sz="2400" dirty="0">
              <a:latin typeface="隶书" pitchFamily="49" charset="-122"/>
              <a:ea typeface="隶书" pitchFamily="49" charset="-122"/>
            </a:endParaRPr>
          </a:p>
        </p:txBody>
      </p:sp>
      <p:sp>
        <p:nvSpPr>
          <p:cNvPr id="4" name="TextBox 3"/>
          <p:cNvSpPr txBox="1"/>
          <p:nvPr/>
        </p:nvSpPr>
        <p:spPr>
          <a:xfrm>
            <a:off x="2627784" y="2863599"/>
            <a:ext cx="2304256" cy="461665"/>
          </a:xfrm>
          <a:prstGeom prst="rect">
            <a:avLst/>
          </a:prstGeom>
          <a:noFill/>
        </p:spPr>
        <p:txBody>
          <a:bodyPr wrap="square" rtlCol="0">
            <a:spAutoFit/>
          </a:bodyPr>
          <a:lstStyle/>
          <a:p>
            <a:r>
              <a:rPr lang="zh-CN" altLang="en-US" sz="2400" dirty="0" smtClean="0">
                <a:latin typeface="隶书" pitchFamily="49" charset="-122"/>
                <a:ea typeface="隶书" pitchFamily="49" charset="-122"/>
              </a:rPr>
              <a:t>明文</a:t>
            </a:r>
            <a:r>
              <a:rPr lang="en-US" altLang="zh-CN" sz="2400" dirty="0" smtClean="0">
                <a:latin typeface="隶书" pitchFamily="49" charset="-122"/>
                <a:ea typeface="隶书" pitchFamily="49" charset="-122"/>
              </a:rPr>
              <a:t>=</a:t>
            </a:r>
            <a:r>
              <a:rPr lang="zh-CN" altLang="en-US" sz="2400" dirty="0" smtClean="0">
                <a:latin typeface="隶书" pitchFamily="49" charset="-122"/>
                <a:ea typeface="隶书" pitchFamily="49" charset="-122"/>
              </a:rPr>
              <a:t>密文</a:t>
            </a:r>
            <a:r>
              <a:rPr lang="en-US" altLang="zh-CN" sz="2400" dirty="0" smtClean="0">
                <a:latin typeface="隶书" pitchFamily="49" charset="-122"/>
                <a:ea typeface="隶书" pitchFamily="49" charset="-122"/>
              </a:rPr>
              <a:t>-5</a:t>
            </a:r>
            <a:r>
              <a:rPr lang="zh-CN" altLang="en-US" sz="2400" dirty="0" smtClean="0">
                <a:latin typeface="隶书" pitchFamily="49" charset="-122"/>
                <a:ea typeface="隶书" pitchFamily="49" charset="-122"/>
              </a:rPr>
              <a:t>；</a:t>
            </a:r>
            <a:endParaRPr lang="zh-CN" altLang="en-US" sz="2400" dirty="0">
              <a:latin typeface="隶书" pitchFamily="49" charset="-122"/>
              <a:ea typeface="隶书" pitchFamily="49" charset="-122"/>
            </a:endParaRPr>
          </a:p>
        </p:txBody>
      </p:sp>
      <p:sp>
        <p:nvSpPr>
          <p:cNvPr id="5" name="TextBox 4"/>
          <p:cNvSpPr txBox="1"/>
          <p:nvPr/>
        </p:nvSpPr>
        <p:spPr>
          <a:xfrm>
            <a:off x="855192" y="3492797"/>
            <a:ext cx="1152128" cy="461665"/>
          </a:xfrm>
          <a:prstGeom prst="rect">
            <a:avLst/>
          </a:prstGeom>
          <a:noFill/>
        </p:spPr>
        <p:txBody>
          <a:bodyPr wrap="square" rtlCol="0">
            <a:spAutoFit/>
          </a:bodyPr>
          <a:lstStyle/>
          <a:p>
            <a:r>
              <a:rPr lang="en-US" altLang="zh-CN" sz="2400" b="1" dirty="0" smtClean="0">
                <a:latin typeface="隶书" pitchFamily="49" charset="-122"/>
                <a:ea typeface="隶书" pitchFamily="49" charset="-122"/>
              </a:rPr>
              <a:t>A-E:</a:t>
            </a:r>
            <a:endParaRPr lang="zh-CN" altLang="en-US" sz="2400" dirty="0">
              <a:latin typeface="隶书" pitchFamily="49" charset="-122"/>
              <a:ea typeface="隶书" pitchFamily="49" charset="-122"/>
            </a:endParaRPr>
          </a:p>
        </p:txBody>
      </p:sp>
      <p:sp>
        <p:nvSpPr>
          <p:cNvPr id="6" name="TextBox 5"/>
          <p:cNvSpPr txBox="1"/>
          <p:nvPr/>
        </p:nvSpPr>
        <p:spPr>
          <a:xfrm>
            <a:off x="2627784" y="3463180"/>
            <a:ext cx="3600400" cy="461665"/>
          </a:xfrm>
          <a:prstGeom prst="rect">
            <a:avLst/>
          </a:prstGeom>
          <a:noFill/>
        </p:spPr>
        <p:txBody>
          <a:bodyPr wrap="square" rtlCol="0">
            <a:spAutoFit/>
          </a:bodyPr>
          <a:lstStyle/>
          <a:p>
            <a:r>
              <a:rPr lang="zh-CN" altLang="en-US" sz="2400" dirty="0" smtClean="0">
                <a:latin typeface="隶书" pitchFamily="49" charset="-122"/>
                <a:ea typeface="隶书" pitchFamily="49" charset="-122"/>
              </a:rPr>
              <a:t>明文</a:t>
            </a:r>
            <a:r>
              <a:rPr lang="en-US" altLang="zh-CN" sz="2400" dirty="0" smtClean="0">
                <a:latin typeface="隶书" pitchFamily="49" charset="-122"/>
                <a:ea typeface="隶书" pitchFamily="49" charset="-122"/>
              </a:rPr>
              <a:t>=</a:t>
            </a:r>
            <a:r>
              <a:rPr lang="zh-CN" altLang="en-US" sz="2400" dirty="0" smtClean="0">
                <a:latin typeface="隶书" pitchFamily="49" charset="-122"/>
                <a:ea typeface="隶书" pitchFamily="49" charset="-122"/>
              </a:rPr>
              <a:t>密文</a:t>
            </a:r>
            <a:r>
              <a:rPr lang="en-US" altLang="zh-CN" sz="2400" dirty="0" smtClean="0">
                <a:latin typeface="隶书" pitchFamily="49" charset="-122"/>
                <a:ea typeface="隶书" pitchFamily="49" charset="-122"/>
              </a:rPr>
              <a:t>+</a:t>
            </a:r>
            <a:r>
              <a:rPr lang="zh-CN" altLang="en-US" sz="2400" dirty="0" smtClean="0">
                <a:latin typeface="隶书" pitchFamily="49" charset="-122"/>
                <a:ea typeface="隶书" pitchFamily="49" charset="-122"/>
              </a:rPr>
              <a:t>‘</a:t>
            </a:r>
            <a:r>
              <a:rPr lang="en-US" altLang="zh-CN" sz="2400" dirty="0" smtClean="0">
                <a:latin typeface="隶书" pitchFamily="49" charset="-122"/>
                <a:ea typeface="隶书" pitchFamily="49" charset="-122"/>
              </a:rPr>
              <a:t>V</a:t>
            </a:r>
            <a:r>
              <a:rPr lang="zh-CN" altLang="en-US" sz="2400" dirty="0" smtClean="0">
                <a:latin typeface="隶书" pitchFamily="49" charset="-122"/>
                <a:ea typeface="隶书" pitchFamily="49" charset="-122"/>
              </a:rPr>
              <a:t>’</a:t>
            </a:r>
            <a:r>
              <a:rPr lang="en-US" altLang="zh-CN" sz="2400" dirty="0" smtClean="0">
                <a:latin typeface="隶书" pitchFamily="49" charset="-122"/>
                <a:ea typeface="隶书" pitchFamily="49" charset="-122"/>
              </a:rPr>
              <a:t>-</a:t>
            </a:r>
            <a:r>
              <a:rPr lang="zh-CN" altLang="en-US" sz="2400" dirty="0" smtClean="0">
                <a:latin typeface="隶书" pitchFamily="49" charset="-122"/>
                <a:ea typeface="隶书" pitchFamily="49" charset="-122"/>
              </a:rPr>
              <a:t>‘</a:t>
            </a:r>
            <a:r>
              <a:rPr lang="en-US" altLang="zh-CN" sz="2400" dirty="0" smtClean="0">
                <a:latin typeface="隶书" pitchFamily="49" charset="-122"/>
                <a:ea typeface="隶书" pitchFamily="49" charset="-122"/>
              </a:rPr>
              <a:t>A’</a:t>
            </a:r>
            <a:r>
              <a:rPr lang="zh-CN" altLang="en-US" sz="2400" dirty="0" smtClean="0">
                <a:latin typeface="隶书" pitchFamily="49" charset="-122"/>
                <a:ea typeface="隶书" pitchFamily="49" charset="-122"/>
              </a:rPr>
              <a:t>；</a:t>
            </a:r>
            <a:endParaRPr lang="zh-CN" altLang="en-US" sz="2400" dirty="0">
              <a:latin typeface="隶书" pitchFamily="49" charset="-122"/>
              <a:ea typeface="隶书" pitchFamily="49" charset="-122"/>
            </a:endParaRPr>
          </a:p>
        </p:txBody>
      </p:sp>
      <p:sp>
        <p:nvSpPr>
          <p:cNvPr id="7" name="TextBox 6"/>
          <p:cNvSpPr txBox="1"/>
          <p:nvPr/>
        </p:nvSpPr>
        <p:spPr>
          <a:xfrm>
            <a:off x="855192" y="4068861"/>
            <a:ext cx="1152128" cy="461665"/>
          </a:xfrm>
          <a:prstGeom prst="rect">
            <a:avLst/>
          </a:prstGeom>
          <a:noFill/>
        </p:spPr>
        <p:txBody>
          <a:bodyPr wrap="square" rtlCol="0">
            <a:spAutoFit/>
          </a:bodyPr>
          <a:lstStyle/>
          <a:p>
            <a:r>
              <a:rPr lang="zh-CN" altLang="en-US" sz="2400" dirty="0" smtClean="0">
                <a:latin typeface="隶书" pitchFamily="49" charset="-122"/>
                <a:ea typeface="隶书" pitchFamily="49" charset="-122"/>
              </a:rPr>
              <a:t>其他</a:t>
            </a:r>
            <a:endParaRPr lang="zh-CN" altLang="en-US" sz="2400" dirty="0">
              <a:latin typeface="隶书" pitchFamily="49" charset="-122"/>
              <a:ea typeface="隶书" pitchFamily="49" charset="-122"/>
            </a:endParaRPr>
          </a:p>
        </p:txBody>
      </p:sp>
      <p:sp>
        <p:nvSpPr>
          <p:cNvPr id="8" name="TextBox 7"/>
          <p:cNvSpPr txBox="1"/>
          <p:nvPr/>
        </p:nvSpPr>
        <p:spPr>
          <a:xfrm>
            <a:off x="2627784" y="4071292"/>
            <a:ext cx="3600400" cy="461665"/>
          </a:xfrm>
          <a:prstGeom prst="rect">
            <a:avLst/>
          </a:prstGeom>
          <a:noFill/>
        </p:spPr>
        <p:txBody>
          <a:bodyPr wrap="square" rtlCol="0">
            <a:spAutoFit/>
          </a:bodyPr>
          <a:lstStyle/>
          <a:p>
            <a:r>
              <a:rPr lang="zh-CN" altLang="en-US" sz="2400" dirty="0" smtClean="0">
                <a:latin typeface="隶书" pitchFamily="49" charset="-122"/>
                <a:ea typeface="隶书" pitchFamily="49" charset="-122"/>
              </a:rPr>
              <a:t>不变</a:t>
            </a:r>
            <a:endParaRPr lang="zh-CN" altLang="en-US" sz="2400" dirty="0">
              <a:latin typeface="隶书" pitchFamily="49" charset="-122"/>
              <a:ea typeface="隶书" pitchFamily="49" charset="-122"/>
            </a:endParaRPr>
          </a:p>
        </p:txBody>
      </p:sp>
      <p:sp>
        <p:nvSpPr>
          <p:cNvPr id="9" name="文本框 99"/>
          <p:cNvSpPr txBox="1"/>
          <p:nvPr/>
        </p:nvSpPr>
        <p:spPr>
          <a:xfrm>
            <a:off x="349446" y="1775911"/>
            <a:ext cx="8479790" cy="583565"/>
          </a:xfrm>
          <a:prstGeom prst="rect">
            <a:avLst/>
          </a:prstGeom>
          <a:noFill/>
          <a:ln w="9525">
            <a:noFill/>
          </a:ln>
        </p:spPr>
        <p:txBody>
          <a:bodyPr wrap="square">
            <a:spAutoFit/>
          </a:bodyPr>
          <a:lstStyle/>
          <a:p>
            <a:pPr indent="0"/>
            <a:r>
              <a:rPr lang="zh-CN" sz="1600" dirty="0">
                <a:latin typeface="隶书" panose="02010509060101010101" charset="-122"/>
                <a:ea typeface="隶书" panose="02010509060101010101" charset="-122"/>
                <a:cs typeface="隶书" panose="02010509060101010101" charset="-122"/>
              </a:rPr>
              <a:t>分析：根据密文解密为明文，大写字母向前</a:t>
            </a:r>
            <a:r>
              <a:rPr lang="en-US" altLang="zh-CN" sz="1600" dirty="0">
                <a:latin typeface="隶书" panose="02010509060101010101" charset="-122"/>
                <a:ea typeface="隶书" panose="02010509060101010101" charset="-122"/>
                <a:cs typeface="隶书" panose="02010509060101010101" charset="-122"/>
              </a:rPr>
              <a:t>-5</a:t>
            </a:r>
            <a:r>
              <a:rPr lang="zh-CN" altLang="en-US" sz="1600" dirty="0">
                <a:latin typeface="隶书" panose="02010509060101010101" charset="-122"/>
                <a:ea typeface="隶书" panose="02010509060101010101" charset="-122"/>
                <a:cs typeface="隶书" panose="02010509060101010101" charset="-122"/>
              </a:rPr>
              <a:t>，得到</a:t>
            </a:r>
            <a:r>
              <a:rPr lang="zh-CN" sz="1600" dirty="0">
                <a:latin typeface="隶书" panose="02010509060101010101" charset="-122"/>
                <a:ea typeface="隶书" panose="02010509060101010101" charset="-122"/>
                <a:cs typeface="隶书" panose="02010509060101010101" charset="-122"/>
                <a:sym typeface="+mn-ea"/>
              </a:rPr>
              <a:t>相应的大写字母，比如</a:t>
            </a:r>
            <a:r>
              <a:rPr lang="en-US" altLang="zh-CN" sz="1600" dirty="0">
                <a:latin typeface="隶书" panose="02010509060101010101" charset="-122"/>
                <a:ea typeface="隶书" panose="02010509060101010101" charset="-122"/>
                <a:cs typeface="隶书" panose="02010509060101010101" charset="-122"/>
                <a:sym typeface="+mn-ea"/>
              </a:rPr>
              <a:t>Z</a:t>
            </a:r>
            <a:r>
              <a:rPr lang="zh-CN" altLang="en-US" sz="1600" dirty="0">
                <a:latin typeface="隶书" panose="02010509060101010101" charset="-122"/>
                <a:ea typeface="隶书" panose="02010509060101010101" charset="-122"/>
                <a:cs typeface="隶书" panose="02010509060101010101" charset="-122"/>
                <a:sym typeface="+mn-ea"/>
              </a:rPr>
              <a:t>向前</a:t>
            </a:r>
            <a:r>
              <a:rPr lang="en-US" altLang="zh-CN" sz="1600" dirty="0">
                <a:latin typeface="隶书" panose="02010509060101010101" charset="-122"/>
                <a:ea typeface="隶书" panose="02010509060101010101" charset="-122"/>
                <a:cs typeface="隶书" panose="02010509060101010101" charset="-122"/>
                <a:sym typeface="+mn-ea"/>
              </a:rPr>
              <a:t>-5</a:t>
            </a:r>
            <a:r>
              <a:rPr lang="zh-CN" altLang="en-US" sz="1600" dirty="0">
                <a:latin typeface="隶书" panose="02010509060101010101" charset="-122"/>
                <a:ea typeface="隶书" panose="02010509060101010101" charset="-122"/>
                <a:cs typeface="隶书" panose="02010509060101010101" charset="-122"/>
                <a:sym typeface="+mn-ea"/>
              </a:rPr>
              <a:t>，得到</a:t>
            </a:r>
            <a:r>
              <a:rPr lang="en-US" altLang="zh-CN" sz="1600" dirty="0">
                <a:latin typeface="隶书" panose="02010509060101010101" charset="-122"/>
                <a:ea typeface="隶书" panose="02010509060101010101" charset="-122"/>
                <a:cs typeface="隶书" panose="02010509060101010101" charset="-122"/>
                <a:sym typeface="+mn-ea"/>
              </a:rPr>
              <a:t>u,</a:t>
            </a:r>
            <a:r>
              <a:rPr lang="zh-CN" altLang="en-US" sz="1600" dirty="0">
                <a:latin typeface="隶书" panose="02010509060101010101" charset="-122"/>
                <a:ea typeface="隶书" panose="02010509060101010101" charset="-122"/>
                <a:cs typeface="隶书" panose="02010509060101010101" charset="-122"/>
                <a:sym typeface="+mn-ea"/>
              </a:rPr>
              <a:t>得对于</a:t>
            </a:r>
            <a:r>
              <a:rPr lang="en-US" altLang="zh-CN" sz="1600" dirty="0">
                <a:latin typeface="隶书" panose="02010509060101010101" charset="-122"/>
                <a:ea typeface="隶书" panose="02010509060101010101" charset="-122"/>
                <a:cs typeface="隶书" panose="02010509060101010101" charset="-122"/>
                <a:sym typeface="+mn-ea"/>
              </a:rPr>
              <a:t>A-E</a:t>
            </a:r>
            <a:r>
              <a:rPr lang="zh-CN" altLang="en-US" sz="1600" dirty="0">
                <a:latin typeface="隶书" panose="02010509060101010101" charset="-122"/>
                <a:ea typeface="隶书" panose="02010509060101010101" charset="-122"/>
                <a:cs typeface="隶书" panose="02010509060101010101" charset="-122"/>
                <a:sym typeface="+mn-ea"/>
              </a:rPr>
              <a:t>来说，得到的是</a:t>
            </a:r>
            <a:r>
              <a:rPr lang="en-US" altLang="zh-CN" sz="1600" dirty="0">
                <a:latin typeface="隶书" panose="02010509060101010101" charset="-122"/>
                <a:ea typeface="隶书" panose="02010509060101010101" charset="-122"/>
                <a:cs typeface="隶书" panose="02010509060101010101" charset="-122"/>
                <a:sym typeface="+mn-ea"/>
              </a:rPr>
              <a:t>V-Z,</a:t>
            </a:r>
            <a:r>
              <a:rPr lang="zh-CN" altLang="en-US" sz="1600" dirty="0">
                <a:latin typeface="隶书" panose="02010509060101010101" charset="-122"/>
                <a:ea typeface="隶书" panose="02010509060101010101" charset="-122"/>
                <a:cs typeface="隶书" panose="02010509060101010101" charset="-122"/>
                <a:sym typeface="+mn-ea"/>
              </a:rPr>
              <a:t>用语句</a:t>
            </a:r>
            <a:r>
              <a:rPr lang="en-US" altLang="zh-CN" sz="1600" dirty="0">
                <a:latin typeface="隶书" panose="02010509060101010101" charset="-122"/>
                <a:ea typeface="隶书" panose="02010509060101010101" charset="-122"/>
                <a:cs typeface="隶书" panose="02010509060101010101" charset="-122"/>
                <a:sym typeface="+mn-ea"/>
              </a:rPr>
              <a:t>char(</a:t>
            </a:r>
            <a:r>
              <a:rPr lang="en-US" altLang="zh-CN" sz="1600" dirty="0" err="1">
                <a:latin typeface="隶书" panose="02010509060101010101" charset="-122"/>
                <a:ea typeface="隶书" panose="02010509060101010101" charset="-122"/>
                <a:cs typeface="隶书" panose="02010509060101010101" charset="-122"/>
                <a:sym typeface="+mn-ea"/>
              </a:rPr>
              <a:t>ch</a:t>
            </a:r>
            <a:r>
              <a:rPr lang="en-US" altLang="zh-CN" sz="1600" dirty="0">
                <a:latin typeface="隶书" panose="02010509060101010101" charset="-122"/>
                <a:ea typeface="隶书" panose="02010509060101010101" charset="-122"/>
                <a:cs typeface="隶书" panose="02010509060101010101" charset="-122"/>
                <a:sym typeface="+mn-ea"/>
              </a:rPr>
              <a:t>[i]+'V'-'A')</a:t>
            </a:r>
            <a:r>
              <a:rPr lang="zh-CN" altLang="en-US" sz="1600" dirty="0">
                <a:latin typeface="隶书" panose="02010509060101010101" charset="-122"/>
                <a:ea typeface="隶书" panose="02010509060101010101" charset="-122"/>
                <a:cs typeface="隶书" panose="02010509060101010101" charset="-122"/>
                <a:sym typeface="+mn-ea"/>
              </a:rPr>
              <a:t>来实现。</a:t>
            </a:r>
          </a:p>
        </p:txBody>
      </p:sp>
    </p:spTree>
    <p:extLst>
      <p:ext uri="{BB962C8B-B14F-4D97-AF65-F5344CB8AC3E}">
        <p14:creationId xmlns:p14="http://schemas.microsoft.com/office/powerpoint/2010/main" val="2357353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9"/>
                                        </p:tgtEl>
                                        <p:attrNameLst>
                                          <p:attrName>style.visibility</p:attrName>
                                        </p:attrNameLst>
                                      </p:cBhvr>
                                      <p:to>
                                        <p:strVal val="visible"/>
                                      </p:to>
                                    </p:set>
                                    <p:anim calcmode="discrete" valueType="clr">
                                      <p:cBhvr override="childStyle">
                                        <p:cTn id="7" dur="80"/>
                                        <p:tgtEl>
                                          <p:spTgt spid="9"/>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9"/>
                                        </p:tgtEl>
                                        <p:attrNameLst>
                                          <p:attrName>fillcolor</p:attrName>
                                        </p:attrNameLst>
                                      </p:cBhvr>
                                      <p:tavLst>
                                        <p:tav tm="0">
                                          <p:val>
                                            <p:clrVal>
                                              <a:schemeClr val="accent2"/>
                                            </p:clrVal>
                                          </p:val>
                                        </p:tav>
                                        <p:tav tm="50000">
                                          <p:val>
                                            <p:clrVal>
                                              <a:schemeClr val="hlink"/>
                                            </p:clrVal>
                                          </p:val>
                                        </p:tav>
                                      </p:tavLst>
                                    </p:anim>
                                    <p:set>
                                      <p:cBhvr>
                                        <p:cTn id="9" dur="80"/>
                                        <p:tgtEl>
                                          <p:spTgt spid="9"/>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4"/>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7"/>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P spid="9"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组合 3"/>
          <p:cNvGrpSpPr/>
          <p:nvPr/>
        </p:nvGrpSpPr>
        <p:grpSpPr>
          <a:xfrm>
            <a:off x="-23495" y="-113665"/>
            <a:ext cx="4674235" cy="787861"/>
            <a:chOff x="201757" y="129906"/>
            <a:chExt cx="6264696" cy="1096834"/>
          </a:xfrm>
        </p:grpSpPr>
        <p:pic>
          <p:nvPicPr>
            <p:cNvPr id="19473" name="Picture 9" descr="F:\ppt素材\图标\我收集的图标\字体\3.png"/>
            <p:cNvPicPr>
              <a:picLocks noChangeAspect="1"/>
            </p:cNvPicPr>
            <p:nvPr/>
          </p:nvPicPr>
          <p:blipFill>
            <a:blip r:embed="rId2"/>
            <a:stretch>
              <a:fillRect/>
            </a:stretch>
          </p:blipFill>
          <p:spPr>
            <a:xfrm rot="5400000">
              <a:off x="2884210" y="-2418911"/>
              <a:ext cx="899790" cy="6264696"/>
            </a:xfrm>
            <a:prstGeom prst="rect">
              <a:avLst/>
            </a:prstGeom>
            <a:noFill/>
            <a:ln w="9525">
              <a:noFill/>
            </a:ln>
          </p:spPr>
        </p:pic>
        <p:pic>
          <p:nvPicPr>
            <p:cNvPr id="19474" name="Picture 6" descr="F:\超棒ppt模板\中国风\中国风物件\maobi.png"/>
            <p:cNvPicPr>
              <a:picLocks noChangeAspect="1"/>
            </p:cNvPicPr>
            <p:nvPr/>
          </p:nvPicPr>
          <p:blipFill>
            <a:blip r:embed="rId3"/>
            <a:stretch>
              <a:fillRect/>
            </a:stretch>
          </p:blipFill>
          <p:spPr>
            <a:xfrm>
              <a:off x="308134" y="129906"/>
              <a:ext cx="775209" cy="775006"/>
            </a:xfrm>
            <a:prstGeom prst="rect">
              <a:avLst/>
            </a:prstGeom>
            <a:noFill/>
            <a:ln w="9525">
              <a:noFill/>
            </a:ln>
          </p:spPr>
        </p:pic>
        <p:sp>
          <p:nvSpPr>
            <p:cNvPr id="19475" name="TextBox 2"/>
            <p:cNvSpPr txBox="1"/>
            <p:nvPr/>
          </p:nvSpPr>
          <p:spPr>
            <a:xfrm>
              <a:off x="1083609" y="500071"/>
              <a:ext cx="2844474" cy="726669"/>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eaLnBrk="1" hangingPunct="1">
                <a:lnSpc>
                  <a:spcPct val="100000"/>
                </a:lnSpc>
                <a:spcBef>
                  <a:spcPct val="0"/>
                </a:spcBef>
                <a:buNone/>
              </a:pPr>
              <a:r>
                <a:rPr lang="zh-CN" altLang="en-US" b="1" dirty="0">
                  <a:solidFill>
                    <a:schemeClr val="bg1"/>
                  </a:solidFill>
                  <a:latin typeface="楷体" panose="02010609060101010101" pitchFamily="1" charset="-122"/>
                  <a:ea typeface="楷体" panose="02010609060101010101" pitchFamily="1" charset="-122"/>
                </a:rPr>
                <a:t>字符串</a:t>
              </a:r>
            </a:p>
          </p:txBody>
        </p:sp>
      </p:grpSp>
      <p:pic>
        <p:nvPicPr>
          <p:cNvPr id="4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4835" y="4641215"/>
            <a:ext cx="965200" cy="50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4" name="Picture 2"/>
          <p:cNvPicPr>
            <a:picLocks noChangeAspect="1" noChangeArrowheads="1"/>
          </p:cNvPicPr>
          <p:nvPr/>
        </p:nvPicPr>
        <p:blipFill rotWithShape="1">
          <a:blip r:embed="rId5">
            <a:extLst>
              <a:ext uri="{28A0092B-C50C-407E-A947-70E740481C1C}">
                <a14:useLocalDpi xmlns:a14="http://schemas.microsoft.com/office/drawing/2010/main" val="0"/>
              </a:ext>
            </a:extLst>
          </a:blip>
          <a:srcRect l="44884" t="27894" r="6534" b="25526"/>
          <a:stretch/>
        </p:blipFill>
        <p:spPr bwMode="auto">
          <a:xfrm>
            <a:off x="1115616" y="915566"/>
            <a:ext cx="6008170" cy="3240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0199823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组合 3"/>
          <p:cNvGrpSpPr/>
          <p:nvPr/>
        </p:nvGrpSpPr>
        <p:grpSpPr>
          <a:xfrm>
            <a:off x="-23495" y="-113665"/>
            <a:ext cx="4674235" cy="787861"/>
            <a:chOff x="201757" y="129906"/>
            <a:chExt cx="6264696" cy="1096834"/>
          </a:xfrm>
        </p:grpSpPr>
        <p:pic>
          <p:nvPicPr>
            <p:cNvPr id="19473" name="Picture 9" descr="F:\ppt素材\图标\我收集的图标\字体\3.png"/>
            <p:cNvPicPr>
              <a:picLocks noChangeAspect="1"/>
            </p:cNvPicPr>
            <p:nvPr/>
          </p:nvPicPr>
          <p:blipFill>
            <a:blip r:embed="rId2"/>
            <a:stretch>
              <a:fillRect/>
            </a:stretch>
          </p:blipFill>
          <p:spPr>
            <a:xfrm rot="5400000">
              <a:off x="2884210" y="-2418911"/>
              <a:ext cx="899790" cy="6264696"/>
            </a:xfrm>
            <a:prstGeom prst="rect">
              <a:avLst/>
            </a:prstGeom>
            <a:noFill/>
            <a:ln w="9525">
              <a:noFill/>
            </a:ln>
          </p:spPr>
        </p:pic>
        <p:pic>
          <p:nvPicPr>
            <p:cNvPr id="19474" name="Picture 6" descr="F:\超棒ppt模板\中国风\中国风物件\maobi.png"/>
            <p:cNvPicPr>
              <a:picLocks noChangeAspect="1"/>
            </p:cNvPicPr>
            <p:nvPr/>
          </p:nvPicPr>
          <p:blipFill>
            <a:blip r:embed="rId3"/>
            <a:stretch>
              <a:fillRect/>
            </a:stretch>
          </p:blipFill>
          <p:spPr>
            <a:xfrm>
              <a:off x="308134" y="129906"/>
              <a:ext cx="775209" cy="775006"/>
            </a:xfrm>
            <a:prstGeom prst="rect">
              <a:avLst/>
            </a:prstGeom>
            <a:noFill/>
            <a:ln w="9525">
              <a:noFill/>
            </a:ln>
          </p:spPr>
        </p:pic>
        <p:sp>
          <p:nvSpPr>
            <p:cNvPr id="19475" name="TextBox 2"/>
            <p:cNvSpPr txBox="1"/>
            <p:nvPr/>
          </p:nvSpPr>
          <p:spPr>
            <a:xfrm>
              <a:off x="1083609" y="500071"/>
              <a:ext cx="2844474" cy="726669"/>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eaLnBrk="1" hangingPunct="1">
                <a:lnSpc>
                  <a:spcPct val="100000"/>
                </a:lnSpc>
                <a:spcBef>
                  <a:spcPct val="0"/>
                </a:spcBef>
                <a:buNone/>
              </a:pPr>
              <a:r>
                <a:rPr lang="zh-CN" altLang="en-US" b="1" dirty="0">
                  <a:solidFill>
                    <a:schemeClr val="bg1"/>
                  </a:solidFill>
                  <a:latin typeface="楷体" panose="02010609060101010101" pitchFamily="1" charset="-122"/>
                  <a:ea typeface="楷体" panose="02010609060101010101" pitchFamily="1" charset="-122"/>
                </a:rPr>
                <a:t>字符串</a:t>
              </a:r>
            </a:p>
          </p:txBody>
        </p:sp>
      </p:grpSp>
      <p:pic>
        <p:nvPicPr>
          <p:cNvPr id="4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4835" y="4641215"/>
            <a:ext cx="965200" cy="50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文本框 3"/>
          <p:cNvSpPr txBox="1"/>
          <p:nvPr/>
        </p:nvSpPr>
        <p:spPr>
          <a:xfrm>
            <a:off x="192405" y="702310"/>
            <a:ext cx="8484235" cy="3476625"/>
          </a:xfrm>
          <a:prstGeom prst="rect">
            <a:avLst/>
          </a:prstGeom>
          <a:noFill/>
        </p:spPr>
        <p:txBody>
          <a:bodyPr wrap="square" rtlCol="0">
            <a:spAutoFit/>
          </a:bodyPr>
          <a:lstStyle/>
          <a:p>
            <a:r>
              <a:rPr lang="zh-CN" altLang="en-US" sz="2000" dirty="0">
                <a:latin typeface="隶书" panose="02010509060101010101" charset="-122"/>
                <a:ea typeface="隶书" panose="02010509060101010101" charset="-122"/>
                <a:cs typeface="隶书" panose="02010509060101010101" charset="-122"/>
              </a:rPr>
              <a:t>例</a:t>
            </a:r>
            <a:r>
              <a:rPr lang="en-US" altLang="zh-CN" sz="2000" dirty="0">
                <a:latin typeface="隶书" panose="02010509060101010101" charset="-122"/>
                <a:ea typeface="隶书" panose="02010509060101010101" charset="-122"/>
                <a:cs typeface="隶书" panose="02010509060101010101" charset="-122"/>
              </a:rPr>
              <a:t>5</a:t>
            </a:r>
            <a:r>
              <a:rPr lang="zh-CN" altLang="en-US" sz="2000" dirty="0">
                <a:latin typeface="隶书" panose="02010509060101010101" charset="-122"/>
                <a:ea typeface="隶书" panose="02010509060101010101" charset="-122"/>
                <a:cs typeface="隶书" panose="02010509060101010101" charset="-122"/>
              </a:rPr>
              <a:t>：找第一个只出现一次的字符</a:t>
            </a:r>
          </a:p>
          <a:p>
            <a:r>
              <a:rPr lang="zh-CN" altLang="en-US" sz="2000" dirty="0">
                <a:latin typeface="隶书" panose="02010509060101010101" charset="-122"/>
                <a:ea typeface="隶书" panose="02010509060101010101" charset="-122"/>
                <a:cs typeface="隶书" panose="02010509060101010101" charset="-122"/>
              </a:rPr>
              <a:t>描述：给定一个只包含小写字母的字符串，请你找到第一个仅出现一次的字符。如果没有，输出no。</a:t>
            </a:r>
          </a:p>
          <a:p>
            <a:r>
              <a:rPr lang="zh-CN" altLang="en-US" sz="2000" dirty="0">
                <a:latin typeface="隶书" panose="02010509060101010101" charset="-122"/>
                <a:ea typeface="隶书" panose="02010509060101010101" charset="-122"/>
                <a:cs typeface="隶书" panose="02010509060101010101" charset="-122"/>
              </a:rPr>
              <a:t>输入</a:t>
            </a:r>
          </a:p>
          <a:p>
            <a:r>
              <a:rPr lang="zh-CN" altLang="en-US" sz="2000" dirty="0">
                <a:latin typeface="隶书" panose="02010509060101010101" charset="-122"/>
                <a:ea typeface="隶书" panose="02010509060101010101" charset="-122"/>
                <a:cs typeface="隶书" panose="02010509060101010101" charset="-122"/>
              </a:rPr>
              <a:t>一个字符串，长度小于100000。</a:t>
            </a:r>
          </a:p>
          <a:p>
            <a:r>
              <a:rPr lang="zh-CN" altLang="en-US" sz="2000" dirty="0">
                <a:latin typeface="隶书" panose="02010509060101010101" charset="-122"/>
                <a:ea typeface="隶书" panose="02010509060101010101" charset="-122"/>
                <a:cs typeface="隶书" panose="02010509060101010101" charset="-122"/>
              </a:rPr>
              <a:t>输出</a:t>
            </a:r>
          </a:p>
          <a:p>
            <a:r>
              <a:rPr lang="zh-CN" altLang="en-US" sz="2000" dirty="0">
                <a:latin typeface="隶书" panose="02010509060101010101" charset="-122"/>
                <a:ea typeface="隶书" panose="02010509060101010101" charset="-122"/>
                <a:cs typeface="隶书" panose="02010509060101010101" charset="-122"/>
              </a:rPr>
              <a:t>输出第一个仅出现一次的字符，若没有则输出no。</a:t>
            </a:r>
          </a:p>
          <a:p>
            <a:r>
              <a:rPr lang="zh-CN" altLang="en-US" sz="2000" dirty="0">
                <a:latin typeface="隶书" panose="02010509060101010101" charset="-122"/>
                <a:ea typeface="隶书" panose="02010509060101010101" charset="-122"/>
                <a:cs typeface="隶书" panose="02010509060101010101" charset="-122"/>
              </a:rPr>
              <a:t>样例输入</a:t>
            </a:r>
          </a:p>
          <a:p>
            <a:r>
              <a:rPr lang="zh-CN" altLang="en-US" sz="2000" dirty="0">
                <a:latin typeface="隶书" panose="02010509060101010101" charset="-122"/>
                <a:ea typeface="隶书" panose="02010509060101010101" charset="-122"/>
                <a:cs typeface="隶书" panose="02010509060101010101" charset="-122"/>
              </a:rPr>
              <a:t>abcabd</a:t>
            </a:r>
          </a:p>
          <a:p>
            <a:r>
              <a:rPr lang="zh-CN" altLang="en-US" sz="2000" dirty="0">
                <a:latin typeface="隶书" panose="02010509060101010101" charset="-122"/>
                <a:ea typeface="隶书" panose="02010509060101010101" charset="-122"/>
                <a:cs typeface="隶书" panose="02010509060101010101" charset="-122"/>
              </a:rPr>
              <a:t>样例输出</a:t>
            </a:r>
          </a:p>
          <a:p>
            <a:r>
              <a:rPr lang="zh-CN" altLang="en-US" sz="2000" dirty="0">
                <a:latin typeface="隶书" panose="02010509060101010101" charset="-122"/>
                <a:ea typeface="隶书" panose="02010509060101010101" charset="-122"/>
                <a:cs typeface="隶书" panose="02010509060101010101" charset="-122"/>
              </a:rPr>
              <a:t>c</a:t>
            </a:r>
          </a:p>
        </p:txBody>
      </p:sp>
    </p:spTree>
    <p:extLst>
      <p:ext uri="{BB962C8B-B14F-4D97-AF65-F5344CB8AC3E}">
        <p14:creationId xmlns:p14="http://schemas.microsoft.com/office/powerpoint/2010/main" val="1756971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4"/>
                                        </p:tgtEl>
                                        <p:attrNameLst>
                                          <p:attrName>style.visibility</p:attrName>
                                        </p:attrNameLst>
                                      </p:cBhvr>
                                      <p:to>
                                        <p:strVal val="visible"/>
                                      </p:to>
                                    </p:set>
                                    <p:anim calcmode="discrete" valueType="clr">
                                      <p:cBhvr override="childStyle">
                                        <p:cTn id="7" dur="80"/>
                                        <p:tgtEl>
                                          <p:spTgt spid="4"/>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4"/>
                                        </p:tgtEl>
                                        <p:attrNameLst>
                                          <p:attrName>fillcolor</p:attrName>
                                        </p:attrNameLst>
                                      </p:cBhvr>
                                      <p:tavLst>
                                        <p:tav tm="0">
                                          <p:val>
                                            <p:clrVal>
                                              <a:schemeClr val="accent2"/>
                                            </p:clrVal>
                                          </p:val>
                                        </p:tav>
                                        <p:tav tm="50000">
                                          <p:val>
                                            <p:clrVal>
                                              <a:schemeClr val="hlink"/>
                                            </p:clrVal>
                                          </p:val>
                                        </p:tav>
                                      </p:tavLst>
                                    </p:anim>
                                    <p:set>
                                      <p:cBhvr>
                                        <p:cTn id="9" dur="80"/>
                                        <p:tgtEl>
                                          <p:spTgt spid="4"/>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组合 3"/>
          <p:cNvGrpSpPr/>
          <p:nvPr/>
        </p:nvGrpSpPr>
        <p:grpSpPr>
          <a:xfrm>
            <a:off x="-23495" y="-113665"/>
            <a:ext cx="4674235" cy="787861"/>
            <a:chOff x="201757" y="129906"/>
            <a:chExt cx="6264696" cy="1096834"/>
          </a:xfrm>
        </p:grpSpPr>
        <p:pic>
          <p:nvPicPr>
            <p:cNvPr id="19473" name="Picture 9" descr="F:\ppt素材\图标\我收集的图标\字体\3.png"/>
            <p:cNvPicPr>
              <a:picLocks noChangeAspect="1"/>
            </p:cNvPicPr>
            <p:nvPr/>
          </p:nvPicPr>
          <p:blipFill>
            <a:blip r:embed="rId2"/>
            <a:stretch>
              <a:fillRect/>
            </a:stretch>
          </p:blipFill>
          <p:spPr>
            <a:xfrm rot="5400000">
              <a:off x="2884210" y="-2418911"/>
              <a:ext cx="899790" cy="6264696"/>
            </a:xfrm>
            <a:prstGeom prst="rect">
              <a:avLst/>
            </a:prstGeom>
            <a:noFill/>
            <a:ln w="9525">
              <a:noFill/>
            </a:ln>
          </p:spPr>
        </p:pic>
        <p:pic>
          <p:nvPicPr>
            <p:cNvPr id="19474" name="Picture 6" descr="F:\超棒ppt模板\中国风\中国风物件\maobi.png"/>
            <p:cNvPicPr>
              <a:picLocks noChangeAspect="1"/>
            </p:cNvPicPr>
            <p:nvPr/>
          </p:nvPicPr>
          <p:blipFill>
            <a:blip r:embed="rId3"/>
            <a:stretch>
              <a:fillRect/>
            </a:stretch>
          </p:blipFill>
          <p:spPr>
            <a:xfrm>
              <a:off x="308134" y="129906"/>
              <a:ext cx="775209" cy="775006"/>
            </a:xfrm>
            <a:prstGeom prst="rect">
              <a:avLst/>
            </a:prstGeom>
            <a:noFill/>
            <a:ln w="9525">
              <a:noFill/>
            </a:ln>
          </p:spPr>
        </p:pic>
        <p:sp>
          <p:nvSpPr>
            <p:cNvPr id="19475" name="TextBox 2"/>
            <p:cNvSpPr txBox="1"/>
            <p:nvPr/>
          </p:nvSpPr>
          <p:spPr>
            <a:xfrm>
              <a:off x="1083609" y="500071"/>
              <a:ext cx="2844474" cy="726669"/>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eaLnBrk="1" hangingPunct="1">
                <a:lnSpc>
                  <a:spcPct val="100000"/>
                </a:lnSpc>
                <a:spcBef>
                  <a:spcPct val="0"/>
                </a:spcBef>
                <a:buNone/>
              </a:pPr>
              <a:r>
                <a:rPr lang="zh-CN" altLang="en-US" b="1" dirty="0">
                  <a:solidFill>
                    <a:schemeClr val="bg1"/>
                  </a:solidFill>
                  <a:latin typeface="楷体" panose="02010609060101010101" pitchFamily="1" charset="-122"/>
                  <a:ea typeface="楷体" panose="02010609060101010101" pitchFamily="1" charset="-122"/>
                </a:rPr>
                <a:t>字符串</a:t>
              </a:r>
            </a:p>
          </p:txBody>
        </p:sp>
      </p:grpSp>
      <p:pic>
        <p:nvPicPr>
          <p:cNvPr id="4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4835" y="4641215"/>
            <a:ext cx="965200" cy="50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42892" t="19507" r="26423" b="12440"/>
          <a:stretch/>
        </p:blipFill>
        <p:spPr bwMode="auto">
          <a:xfrm>
            <a:off x="2987824" y="45963"/>
            <a:ext cx="4104456" cy="51202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317338"/>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组合 3"/>
          <p:cNvGrpSpPr/>
          <p:nvPr/>
        </p:nvGrpSpPr>
        <p:grpSpPr>
          <a:xfrm>
            <a:off x="-23495" y="-113665"/>
            <a:ext cx="4674235" cy="787861"/>
            <a:chOff x="201757" y="129906"/>
            <a:chExt cx="6264696" cy="1096834"/>
          </a:xfrm>
        </p:grpSpPr>
        <p:pic>
          <p:nvPicPr>
            <p:cNvPr id="19473" name="Picture 9" descr="F:\ppt素材\图标\我收集的图标\字体\3.png"/>
            <p:cNvPicPr>
              <a:picLocks noChangeAspect="1"/>
            </p:cNvPicPr>
            <p:nvPr/>
          </p:nvPicPr>
          <p:blipFill>
            <a:blip r:embed="rId2"/>
            <a:stretch>
              <a:fillRect/>
            </a:stretch>
          </p:blipFill>
          <p:spPr>
            <a:xfrm rot="5400000">
              <a:off x="2884210" y="-2418911"/>
              <a:ext cx="899790" cy="6264696"/>
            </a:xfrm>
            <a:prstGeom prst="rect">
              <a:avLst/>
            </a:prstGeom>
            <a:noFill/>
            <a:ln w="9525">
              <a:noFill/>
            </a:ln>
          </p:spPr>
        </p:pic>
        <p:pic>
          <p:nvPicPr>
            <p:cNvPr id="19474" name="Picture 6" descr="F:\超棒ppt模板\中国风\中国风物件\maobi.png"/>
            <p:cNvPicPr>
              <a:picLocks noChangeAspect="1"/>
            </p:cNvPicPr>
            <p:nvPr/>
          </p:nvPicPr>
          <p:blipFill>
            <a:blip r:embed="rId3"/>
            <a:stretch>
              <a:fillRect/>
            </a:stretch>
          </p:blipFill>
          <p:spPr>
            <a:xfrm>
              <a:off x="308134" y="129906"/>
              <a:ext cx="775209" cy="775006"/>
            </a:xfrm>
            <a:prstGeom prst="rect">
              <a:avLst/>
            </a:prstGeom>
            <a:noFill/>
            <a:ln w="9525">
              <a:noFill/>
            </a:ln>
          </p:spPr>
        </p:pic>
        <p:sp>
          <p:nvSpPr>
            <p:cNvPr id="19475" name="TextBox 2"/>
            <p:cNvSpPr txBox="1"/>
            <p:nvPr/>
          </p:nvSpPr>
          <p:spPr>
            <a:xfrm>
              <a:off x="1083609" y="500071"/>
              <a:ext cx="2844474" cy="726669"/>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eaLnBrk="1" hangingPunct="1">
                <a:lnSpc>
                  <a:spcPct val="100000"/>
                </a:lnSpc>
                <a:spcBef>
                  <a:spcPct val="0"/>
                </a:spcBef>
                <a:buNone/>
              </a:pPr>
              <a:r>
                <a:rPr lang="zh-CN" altLang="en-US" b="1" dirty="0">
                  <a:solidFill>
                    <a:schemeClr val="bg1"/>
                  </a:solidFill>
                  <a:latin typeface="楷体" panose="02010609060101010101" pitchFamily="1" charset="-122"/>
                  <a:ea typeface="楷体" panose="02010609060101010101" pitchFamily="1" charset="-122"/>
                </a:rPr>
                <a:t>字符串</a:t>
              </a:r>
            </a:p>
          </p:txBody>
        </p:sp>
      </p:grpSp>
      <p:pic>
        <p:nvPicPr>
          <p:cNvPr id="4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4835" y="4641215"/>
            <a:ext cx="965200" cy="50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框 2"/>
          <p:cNvSpPr txBox="1"/>
          <p:nvPr/>
        </p:nvSpPr>
        <p:spPr>
          <a:xfrm>
            <a:off x="304800" y="674370"/>
            <a:ext cx="8388985" cy="4276725"/>
          </a:xfrm>
          <a:prstGeom prst="rect">
            <a:avLst/>
          </a:prstGeom>
          <a:noFill/>
        </p:spPr>
        <p:txBody>
          <a:bodyPr wrap="square" rtlCol="0">
            <a:spAutoFit/>
          </a:bodyPr>
          <a:lstStyle/>
          <a:p>
            <a:r>
              <a:rPr lang="zh-CN" altLang="en-US" sz="1600" dirty="0">
                <a:latin typeface="隶书" panose="02010509060101010101" charset="-122"/>
                <a:ea typeface="隶书" panose="02010509060101010101" charset="-122"/>
                <a:cs typeface="隶书" panose="02010509060101010101" charset="-122"/>
              </a:rPr>
              <a:t>练习</a:t>
            </a:r>
            <a:r>
              <a:rPr lang="en-US" altLang="zh-CN" sz="1600" dirty="0">
                <a:latin typeface="隶书" panose="02010509060101010101" charset="-122"/>
                <a:ea typeface="隶书" panose="02010509060101010101" charset="-122"/>
                <a:cs typeface="隶书" panose="02010509060101010101" charset="-122"/>
              </a:rPr>
              <a:t>1</a:t>
            </a:r>
            <a:r>
              <a:rPr lang="zh-CN" altLang="en-US" sz="1600" dirty="0">
                <a:latin typeface="隶书" panose="02010509060101010101" charset="-122"/>
                <a:ea typeface="隶书" panose="02010509060101010101" charset="-122"/>
                <a:cs typeface="隶书" panose="02010509060101010101" charset="-122"/>
              </a:rPr>
              <a:t>：基因相关性</a:t>
            </a:r>
          </a:p>
          <a:p>
            <a:r>
              <a:rPr lang="zh-CN" altLang="en-US" sz="1600" dirty="0">
                <a:latin typeface="隶书" panose="02010509060101010101" charset="-122"/>
                <a:ea typeface="隶书" panose="02010509060101010101" charset="-122"/>
                <a:cs typeface="隶书" panose="02010509060101010101" charset="-122"/>
              </a:rPr>
              <a:t>描述：为了获知基因序列在功能和结构上的相似性，经常需要将几条不同序列的DNA进行比对，以判断该比对的DNA是否具有相关性。 现比对两条长度相同的DNA序列。首先定义两条DNA序列相同位置的碱基为一个碱基对，如果一个碱基对中的两个碱基相同的话，则称为相同碱基对。接着计算相同碱基对占总碱基对数量的比例，如果该比例大于等于给定阈值时则判定该两条DNA序列是相关的，否则不相关。</a:t>
            </a:r>
          </a:p>
          <a:p>
            <a:r>
              <a:rPr lang="zh-CN" altLang="en-US" sz="1600" dirty="0">
                <a:latin typeface="隶书" panose="02010509060101010101" charset="-122"/>
                <a:ea typeface="隶书" panose="02010509060101010101" charset="-122"/>
                <a:cs typeface="隶书" panose="02010509060101010101" charset="-122"/>
              </a:rPr>
              <a:t>输入</a:t>
            </a:r>
          </a:p>
          <a:p>
            <a:r>
              <a:rPr lang="zh-CN" altLang="en-US" sz="1600" dirty="0">
                <a:latin typeface="隶书" panose="02010509060101010101" charset="-122"/>
                <a:ea typeface="隶书" panose="02010509060101010101" charset="-122"/>
                <a:cs typeface="隶书" panose="02010509060101010101" charset="-122"/>
              </a:rPr>
              <a:t>有三行，第一行是用来判定出两条DNA序列是否相关的阈值，随后2行是两条DNA序列（长度不大于500）。</a:t>
            </a:r>
          </a:p>
          <a:p>
            <a:r>
              <a:rPr lang="zh-CN" altLang="en-US" sz="1600" dirty="0">
                <a:latin typeface="隶书" panose="02010509060101010101" charset="-122"/>
                <a:ea typeface="隶书" panose="02010509060101010101" charset="-122"/>
                <a:cs typeface="隶书" panose="02010509060101010101" charset="-122"/>
              </a:rPr>
              <a:t>输出</a:t>
            </a:r>
          </a:p>
          <a:p>
            <a:r>
              <a:rPr lang="zh-CN" altLang="en-US" sz="1600" dirty="0">
                <a:latin typeface="隶书" panose="02010509060101010101" charset="-122"/>
                <a:ea typeface="隶书" panose="02010509060101010101" charset="-122"/>
                <a:cs typeface="隶书" panose="02010509060101010101" charset="-122"/>
              </a:rPr>
              <a:t>若两条DNA序列相关，则输出“yes”，否则输出“no”。</a:t>
            </a:r>
          </a:p>
          <a:p>
            <a:r>
              <a:rPr lang="zh-CN" altLang="en-US" sz="1600" dirty="0">
                <a:latin typeface="隶书" panose="02010509060101010101" charset="-122"/>
                <a:ea typeface="隶书" panose="02010509060101010101" charset="-122"/>
                <a:cs typeface="隶书" panose="02010509060101010101" charset="-122"/>
              </a:rPr>
              <a:t>样例输入</a:t>
            </a:r>
          </a:p>
          <a:p>
            <a:r>
              <a:rPr lang="zh-CN" altLang="en-US" sz="1600" dirty="0">
                <a:latin typeface="隶书" panose="02010509060101010101" charset="-122"/>
                <a:ea typeface="隶书" panose="02010509060101010101" charset="-122"/>
                <a:cs typeface="隶书" panose="02010509060101010101" charset="-122"/>
              </a:rPr>
              <a:t>0.85</a:t>
            </a:r>
          </a:p>
          <a:p>
            <a:r>
              <a:rPr lang="zh-CN" altLang="en-US" sz="1600" dirty="0">
                <a:latin typeface="隶书" panose="02010509060101010101" charset="-122"/>
                <a:ea typeface="隶书" panose="02010509060101010101" charset="-122"/>
                <a:cs typeface="隶书" panose="02010509060101010101" charset="-122"/>
              </a:rPr>
              <a:t>ATCGCCGTAAGTAACGGTTTTAAATAGGCC</a:t>
            </a:r>
          </a:p>
          <a:p>
            <a:r>
              <a:rPr lang="zh-CN" altLang="en-US" sz="1600" dirty="0">
                <a:latin typeface="隶书" panose="02010509060101010101" charset="-122"/>
                <a:ea typeface="隶书" panose="02010509060101010101" charset="-122"/>
                <a:cs typeface="隶书" panose="02010509060101010101" charset="-122"/>
              </a:rPr>
              <a:t>ATCGCCGGAAGTAACGGTCTTAAATAGGCC</a:t>
            </a:r>
          </a:p>
          <a:p>
            <a:r>
              <a:rPr lang="zh-CN" altLang="en-US" sz="1600" dirty="0">
                <a:latin typeface="隶书" panose="02010509060101010101" charset="-122"/>
                <a:ea typeface="隶书" panose="02010509060101010101" charset="-122"/>
                <a:cs typeface="隶书" panose="02010509060101010101" charset="-122"/>
              </a:rPr>
              <a:t>样例输出</a:t>
            </a:r>
          </a:p>
          <a:p>
            <a:r>
              <a:rPr lang="zh-CN" altLang="en-US" sz="1600" dirty="0">
                <a:latin typeface="隶书" panose="02010509060101010101" charset="-122"/>
                <a:ea typeface="隶书" panose="02010509060101010101" charset="-122"/>
                <a:cs typeface="隶书" panose="02010509060101010101" charset="-122"/>
              </a:rPr>
              <a:t>yes</a:t>
            </a:r>
          </a:p>
        </p:txBody>
      </p:sp>
    </p:spTree>
    <p:extLst>
      <p:ext uri="{BB962C8B-B14F-4D97-AF65-F5344CB8AC3E}">
        <p14:creationId xmlns:p14="http://schemas.microsoft.com/office/powerpoint/2010/main" val="2342128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3"/>
                                        </p:tgtEl>
                                        <p:attrNameLst>
                                          <p:attrName>style.visibility</p:attrName>
                                        </p:attrNameLst>
                                      </p:cBhvr>
                                      <p:to>
                                        <p:strVal val="visible"/>
                                      </p:to>
                                    </p:set>
                                    <p:anim calcmode="discrete" valueType="clr">
                                      <p:cBhvr override="childStyle">
                                        <p:cTn id="7" dur="80"/>
                                        <p:tgtEl>
                                          <p:spTgt spid="3"/>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3"/>
                                        </p:tgtEl>
                                        <p:attrNameLst>
                                          <p:attrName>fillcolor</p:attrName>
                                        </p:attrNameLst>
                                      </p:cBhvr>
                                      <p:tavLst>
                                        <p:tav tm="0">
                                          <p:val>
                                            <p:clrVal>
                                              <a:schemeClr val="accent2"/>
                                            </p:clrVal>
                                          </p:val>
                                        </p:tav>
                                        <p:tav tm="50000">
                                          <p:val>
                                            <p:clrVal>
                                              <a:schemeClr val="hlink"/>
                                            </p:clrVal>
                                          </p:val>
                                        </p:tav>
                                      </p:tavLst>
                                    </p:anim>
                                    <p:set>
                                      <p:cBhvr>
                                        <p:cTn id="9" dur="80"/>
                                        <p:tgtEl>
                                          <p:spTgt spid="3"/>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2"/>
          <a:srcRect l="47637" t="19014" r="24170" b="29078"/>
          <a:stretch/>
        </p:blipFill>
        <p:spPr>
          <a:xfrm>
            <a:off x="58053" y="798550"/>
            <a:ext cx="4009891" cy="4175348"/>
          </a:xfrm>
          <a:prstGeom prst="rect">
            <a:avLst/>
          </a:prstGeom>
        </p:spPr>
      </p:pic>
      <p:grpSp>
        <p:nvGrpSpPr>
          <p:cNvPr id="3" name="组合 3"/>
          <p:cNvGrpSpPr/>
          <p:nvPr/>
        </p:nvGrpSpPr>
        <p:grpSpPr>
          <a:xfrm>
            <a:off x="-23495" y="-113665"/>
            <a:ext cx="4674235" cy="787861"/>
            <a:chOff x="201757" y="129906"/>
            <a:chExt cx="6264696" cy="1096834"/>
          </a:xfrm>
        </p:grpSpPr>
        <p:pic>
          <p:nvPicPr>
            <p:cNvPr id="4" name="Picture 9" descr="F:\ppt素材\图标\我收集的图标\字体\3.png"/>
            <p:cNvPicPr>
              <a:picLocks noChangeAspect="1"/>
            </p:cNvPicPr>
            <p:nvPr/>
          </p:nvPicPr>
          <p:blipFill>
            <a:blip r:embed="rId3"/>
            <a:stretch>
              <a:fillRect/>
            </a:stretch>
          </p:blipFill>
          <p:spPr>
            <a:xfrm rot="5400000">
              <a:off x="2884210" y="-2418911"/>
              <a:ext cx="899790" cy="6264696"/>
            </a:xfrm>
            <a:prstGeom prst="rect">
              <a:avLst/>
            </a:prstGeom>
            <a:noFill/>
            <a:ln w="9525">
              <a:noFill/>
            </a:ln>
          </p:spPr>
        </p:pic>
        <p:pic>
          <p:nvPicPr>
            <p:cNvPr id="5" name="Picture 6" descr="F:\超棒ppt模板\中国风\中国风物件\maobi.png"/>
            <p:cNvPicPr>
              <a:picLocks noChangeAspect="1"/>
            </p:cNvPicPr>
            <p:nvPr/>
          </p:nvPicPr>
          <p:blipFill>
            <a:blip r:embed="rId4"/>
            <a:stretch>
              <a:fillRect/>
            </a:stretch>
          </p:blipFill>
          <p:spPr>
            <a:xfrm>
              <a:off x="308134" y="129906"/>
              <a:ext cx="775209" cy="775006"/>
            </a:xfrm>
            <a:prstGeom prst="rect">
              <a:avLst/>
            </a:prstGeom>
            <a:noFill/>
            <a:ln w="9525">
              <a:noFill/>
            </a:ln>
          </p:spPr>
        </p:pic>
        <p:sp>
          <p:nvSpPr>
            <p:cNvPr id="6" name="TextBox 2"/>
            <p:cNvSpPr txBox="1"/>
            <p:nvPr/>
          </p:nvSpPr>
          <p:spPr>
            <a:xfrm>
              <a:off x="1083609" y="500071"/>
              <a:ext cx="2844474" cy="726669"/>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eaLnBrk="1" hangingPunct="1">
                <a:lnSpc>
                  <a:spcPct val="100000"/>
                </a:lnSpc>
                <a:spcBef>
                  <a:spcPct val="0"/>
                </a:spcBef>
                <a:buNone/>
              </a:pPr>
              <a:r>
                <a:rPr lang="zh-CN" altLang="en-US" b="1" dirty="0">
                  <a:solidFill>
                    <a:schemeClr val="bg1"/>
                  </a:solidFill>
                  <a:latin typeface="楷体" panose="02010609060101010101" pitchFamily="1" charset="-122"/>
                  <a:ea typeface="楷体" panose="02010609060101010101" pitchFamily="1" charset="-122"/>
                </a:rPr>
                <a:t>字符串</a:t>
              </a:r>
            </a:p>
          </p:txBody>
        </p:sp>
      </p:grpSp>
      <p:pic>
        <p:nvPicPr>
          <p:cNvPr id="7" name="图片 6"/>
          <p:cNvPicPr>
            <a:picLocks noChangeAspect="1"/>
          </p:cNvPicPr>
          <p:nvPr/>
        </p:nvPicPr>
        <p:blipFill rotWithShape="1">
          <a:blip r:embed="rId5"/>
          <a:srcRect l="48111" t="18898" r="14443" b="28231"/>
          <a:stretch/>
        </p:blipFill>
        <p:spPr>
          <a:xfrm>
            <a:off x="4283968" y="798550"/>
            <a:ext cx="4608512" cy="3933440"/>
          </a:xfrm>
          <a:prstGeom prst="rect">
            <a:avLst/>
          </a:prstGeom>
        </p:spPr>
      </p:pic>
      <p:sp>
        <p:nvSpPr>
          <p:cNvPr id="8" name="文本框 7"/>
          <p:cNvSpPr txBox="1"/>
          <p:nvPr/>
        </p:nvSpPr>
        <p:spPr>
          <a:xfrm>
            <a:off x="4860032" y="2449220"/>
            <a:ext cx="3960440" cy="307777"/>
          </a:xfrm>
          <a:prstGeom prst="rect">
            <a:avLst/>
          </a:prstGeom>
          <a:solidFill>
            <a:schemeClr val="bg1"/>
          </a:solidFill>
        </p:spPr>
        <p:txBody>
          <a:bodyPr wrap="square" rtlCol="0">
            <a:spAutoFit/>
          </a:bodyPr>
          <a:lstStyle/>
          <a:p>
            <a:r>
              <a:rPr lang="en-US" altLang="zh-CN" sz="1400" b="1" dirty="0" err="1" smtClean="0">
                <a:solidFill>
                  <a:srgbClr val="FF0000"/>
                </a:solidFill>
              </a:rPr>
              <a:t>cin</a:t>
            </a:r>
            <a:r>
              <a:rPr lang="en-US" altLang="zh-CN" sz="1400" b="1" dirty="0" smtClean="0">
                <a:solidFill>
                  <a:srgbClr val="FF0000"/>
                </a:solidFill>
              </a:rPr>
              <a:t>&gt;&gt;x;</a:t>
            </a:r>
            <a:endParaRPr lang="zh-CN" altLang="en-US" sz="1400" b="1" dirty="0">
              <a:solidFill>
                <a:srgbClr val="FF0000"/>
              </a:solidFill>
            </a:endParaRPr>
          </a:p>
        </p:txBody>
      </p:sp>
    </p:spTree>
    <p:extLst>
      <p:ext uri="{BB962C8B-B14F-4D97-AF65-F5344CB8AC3E}">
        <p14:creationId xmlns:p14="http://schemas.microsoft.com/office/powerpoint/2010/main" val="3445359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组合 3"/>
          <p:cNvGrpSpPr/>
          <p:nvPr/>
        </p:nvGrpSpPr>
        <p:grpSpPr>
          <a:xfrm>
            <a:off x="-23495" y="-113665"/>
            <a:ext cx="4674235" cy="787861"/>
            <a:chOff x="201757" y="129906"/>
            <a:chExt cx="6264696" cy="1096834"/>
          </a:xfrm>
        </p:grpSpPr>
        <p:pic>
          <p:nvPicPr>
            <p:cNvPr id="19473" name="Picture 9" descr="F:\ppt素材\图标\我收集的图标\字体\3.png"/>
            <p:cNvPicPr>
              <a:picLocks noChangeAspect="1"/>
            </p:cNvPicPr>
            <p:nvPr/>
          </p:nvPicPr>
          <p:blipFill>
            <a:blip r:embed="rId2"/>
            <a:stretch>
              <a:fillRect/>
            </a:stretch>
          </p:blipFill>
          <p:spPr>
            <a:xfrm rot="5400000">
              <a:off x="2884210" y="-2418911"/>
              <a:ext cx="899790" cy="6264696"/>
            </a:xfrm>
            <a:prstGeom prst="rect">
              <a:avLst/>
            </a:prstGeom>
            <a:noFill/>
            <a:ln w="9525">
              <a:noFill/>
            </a:ln>
          </p:spPr>
        </p:pic>
        <p:pic>
          <p:nvPicPr>
            <p:cNvPr id="19474" name="Picture 6" descr="F:\超棒ppt模板\中国风\中国风物件\maobi.png"/>
            <p:cNvPicPr>
              <a:picLocks noChangeAspect="1"/>
            </p:cNvPicPr>
            <p:nvPr/>
          </p:nvPicPr>
          <p:blipFill>
            <a:blip r:embed="rId3"/>
            <a:stretch>
              <a:fillRect/>
            </a:stretch>
          </p:blipFill>
          <p:spPr>
            <a:xfrm>
              <a:off x="308134" y="129906"/>
              <a:ext cx="775209" cy="775006"/>
            </a:xfrm>
            <a:prstGeom prst="rect">
              <a:avLst/>
            </a:prstGeom>
            <a:noFill/>
            <a:ln w="9525">
              <a:noFill/>
            </a:ln>
          </p:spPr>
        </p:pic>
        <p:sp>
          <p:nvSpPr>
            <p:cNvPr id="19475" name="TextBox 2"/>
            <p:cNvSpPr txBox="1"/>
            <p:nvPr/>
          </p:nvSpPr>
          <p:spPr>
            <a:xfrm>
              <a:off x="1083609" y="500071"/>
              <a:ext cx="2844474" cy="726669"/>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eaLnBrk="1" hangingPunct="1">
                <a:lnSpc>
                  <a:spcPct val="100000"/>
                </a:lnSpc>
                <a:spcBef>
                  <a:spcPct val="0"/>
                </a:spcBef>
                <a:buNone/>
              </a:pPr>
              <a:r>
                <a:rPr lang="zh-CN" altLang="en-US" b="1" dirty="0">
                  <a:solidFill>
                    <a:schemeClr val="bg1"/>
                  </a:solidFill>
                  <a:latin typeface="楷体" panose="02010609060101010101" pitchFamily="1" charset="-122"/>
                  <a:ea typeface="楷体" panose="02010609060101010101" pitchFamily="1" charset="-122"/>
                </a:rPr>
                <a:t>字符串</a:t>
              </a:r>
            </a:p>
          </p:txBody>
        </p:sp>
      </p:grpSp>
      <p:pic>
        <p:nvPicPr>
          <p:cNvPr id="4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4835" y="4641215"/>
            <a:ext cx="965200" cy="50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图片 9"/>
          <p:cNvPicPr>
            <a:picLocks noChangeAspect="1"/>
          </p:cNvPicPr>
          <p:nvPr/>
        </p:nvPicPr>
        <p:blipFill rotWithShape="1">
          <a:blip r:embed="rId5"/>
          <a:srcRect l="47637" t="19014" r="24170" b="29078"/>
          <a:stretch/>
        </p:blipFill>
        <p:spPr>
          <a:xfrm>
            <a:off x="58053" y="798550"/>
            <a:ext cx="4009891" cy="4175348"/>
          </a:xfrm>
          <a:prstGeom prst="rect">
            <a:avLst/>
          </a:prstGeom>
        </p:spPr>
      </p:pic>
      <p:pic>
        <p:nvPicPr>
          <p:cNvPr id="11" name="图片 10"/>
          <p:cNvPicPr>
            <a:picLocks noChangeAspect="1"/>
          </p:cNvPicPr>
          <p:nvPr/>
        </p:nvPicPr>
        <p:blipFill rotWithShape="1">
          <a:blip r:embed="rId6"/>
          <a:srcRect l="48111" t="18898" r="14443" b="28231"/>
          <a:stretch/>
        </p:blipFill>
        <p:spPr>
          <a:xfrm>
            <a:off x="4283968" y="798550"/>
            <a:ext cx="4608512" cy="3933440"/>
          </a:xfrm>
          <a:prstGeom prst="rect">
            <a:avLst/>
          </a:prstGeom>
        </p:spPr>
      </p:pic>
      <p:sp>
        <p:nvSpPr>
          <p:cNvPr id="12" name="文本框 11"/>
          <p:cNvSpPr txBox="1"/>
          <p:nvPr/>
        </p:nvSpPr>
        <p:spPr>
          <a:xfrm>
            <a:off x="4860032" y="2449220"/>
            <a:ext cx="3960440" cy="307777"/>
          </a:xfrm>
          <a:prstGeom prst="rect">
            <a:avLst/>
          </a:prstGeom>
          <a:solidFill>
            <a:schemeClr val="bg1"/>
          </a:solidFill>
        </p:spPr>
        <p:txBody>
          <a:bodyPr wrap="square" rtlCol="0">
            <a:spAutoFit/>
          </a:bodyPr>
          <a:lstStyle/>
          <a:p>
            <a:r>
              <a:rPr lang="en-US" altLang="zh-CN" sz="1400" b="1" dirty="0" err="1" smtClean="0">
                <a:solidFill>
                  <a:srgbClr val="FF0000"/>
                </a:solidFill>
              </a:rPr>
              <a:t>cin</a:t>
            </a:r>
            <a:r>
              <a:rPr lang="en-US" altLang="zh-CN" sz="1400" b="1" dirty="0" smtClean="0">
                <a:solidFill>
                  <a:srgbClr val="FF0000"/>
                </a:solidFill>
              </a:rPr>
              <a:t>&gt;&gt;x;</a:t>
            </a:r>
            <a:endParaRPr lang="zh-CN" altLang="en-US" sz="1400" b="1" dirty="0">
              <a:solidFill>
                <a:srgbClr val="FF0000"/>
              </a:solidFill>
            </a:endParaRPr>
          </a:p>
        </p:txBody>
      </p:sp>
    </p:spTree>
    <p:extLst>
      <p:ext uri="{BB962C8B-B14F-4D97-AF65-F5344CB8AC3E}">
        <p14:creationId xmlns:p14="http://schemas.microsoft.com/office/powerpoint/2010/main" val="13057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xit" presetSubtype="10" fill="hold" grpId="0" nodeType="clickEffect">
                                  <p:stCondLst>
                                    <p:cond delay="0"/>
                                  </p:stCondLst>
                                  <p:childTnLst>
                                    <p:animEffect transition="out" filter="blinds(horizontal)">
                                      <p:cBhvr>
                                        <p:cTn id="6" dur="500"/>
                                        <p:tgtEl>
                                          <p:spTgt spid="12"/>
                                        </p:tgtEl>
                                      </p:cBhvr>
                                    </p:animEffect>
                                    <p:set>
                                      <p:cBhvr>
                                        <p:cTn id="7" dur="1" fill="hold">
                                          <p:stCondLst>
                                            <p:cond delay="499"/>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组合 3"/>
          <p:cNvGrpSpPr/>
          <p:nvPr/>
        </p:nvGrpSpPr>
        <p:grpSpPr>
          <a:xfrm>
            <a:off x="-23495" y="-113665"/>
            <a:ext cx="4674235" cy="787861"/>
            <a:chOff x="201757" y="129906"/>
            <a:chExt cx="6264696" cy="1096834"/>
          </a:xfrm>
        </p:grpSpPr>
        <p:pic>
          <p:nvPicPr>
            <p:cNvPr id="19473" name="Picture 9" descr="F:\ppt素材\图标\我收集的图标\字体\3.png"/>
            <p:cNvPicPr>
              <a:picLocks noChangeAspect="1"/>
            </p:cNvPicPr>
            <p:nvPr/>
          </p:nvPicPr>
          <p:blipFill>
            <a:blip r:embed="rId2"/>
            <a:stretch>
              <a:fillRect/>
            </a:stretch>
          </p:blipFill>
          <p:spPr>
            <a:xfrm rot="5400000">
              <a:off x="2884210" y="-2418911"/>
              <a:ext cx="899790" cy="6264696"/>
            </a:xfrm>
            <a:prstGeom prst="rect">
              <a:avLst/>
            </a:prstGeom>
            <a:noFill/>
            <a:ln w="9525">
              <a:noFill/>
            </a:ln>
          </p:spPr>
        </p:pic>
        <p:pic>
          <p:nvPicPr>
            <p:cNvPr id="19474" name="Picture 6" descr="F:\超棒ppt模板\中国风\中国风物件\maobi.png"/>
            <p:cNvPicPr>
              <a:picLocks noChangeAspect="1"/>
            </p:cNvPicPr>
            <p:nvPr/>
          </p:nvPicPr>
          <p:blipFill>
            <a:blip r:embed="rId3"/>
            <a:stretch>
              <a:fillRect/>
            </a:stretch>
          </p:blipFill>
          <p:spPr>
            <a:xfrm>
              <a:off x="308134" y="129906"/>
              <a:ext cx="775209" cy="775006"/>
            </a:xfrm>
            <a:prstGeom prst="rect">
              <a:avLst/>
            </a:prstGeom>
            <a:noFill/>
            <a:ln w="9525">
              <a:noFill/>
            </a:ln>
          </p:spPr>
        </p:pic>
        <p:sp>
          <p:nvSpPr>
            <p:cNvPr id="19475" name="TextBox 2"/>
            <p:cNvSpPr txBox="1"/>
            <p:nvPr/>
          </p:nvSpPr>
          <p:spPr>
            <a:xfrm>
              <a:off x="1083609" y="500071"/>
              <a:ext cx="2844474" cy="726669"/>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eaLnBrk="1" hangingPunct="1">
                <a:lnSpc>
                  <a:spcPct val="100000"/>
                </a:lnSpc>
                <a:spcBef>
                  <a:spcPct val="0"/>
                </a:spcBef>
                <a:buNone/>
              </a:pPr>
              <a:r>
                <a:rPr lang="zh-CN" altLang="en-US" b="1" dirty="0">
                  <a:solidFill>
                    <a:schemeClr val="bg1"/>
                  </a:solidFill>
                  <a:latin typeface="楷体" panose="02010609060101010101" pitchFamily="1" charset="-122"/>
                  <a:ea typeface="楷体" panose="02010609060101010101" pitchFamily="1" charset="-122"/>
                </a:rPr>
                <a:t>字符串</a:t>
              </a:r>
            </a:p>
          </p:txBody>
        </p:sp>
      </p:grpSp>
      <p:pic>
        <p:nvPicPr>
          <p:cNvPr id="4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4835" y="4641215"/>
            <a:ext cx="965200" cy="50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框 2"/>
          <p:cNvSpPr txBox="1"/>
          <p:nvPr/>
        </p:nvSpPr>
        <p:spPr>
          <a:xfrm>
            <a:off x="334010" y="674370"/>
            <a:ext cx="1842770" cy="398780"/>
          </a:xfrm>
          <a:prstGeom prst="rect">
            <a:avLst/>
          </a:prstGeom>
          <a:noFill/>
        </p:spPr>
        <p:txBody>
          <a:bodyPr wrap="none" rtlCol="0" anchor="t">
            <a:spAutoFit/>
          </a:bodyPr>
          <a:lstStyle/>
          <a:p>
            <a:r>
              <a:rPr lang="zh-CN" altLang="zh-CN" sz="2000" b="1" dirty="0" smtClean="0">
                <a:solidFill>
                  <a:schemeClr val="tx1"/>
                </a:solidFill>
                <a:latin typeface="隶书" panose="02010509060101010101" charset="-122"/>
                <a:ea typeface="隶书" panose="02010509060101010101" charset="-122"/>
                <a:cs typeface="隶书" panose="02010509060101010101" charset="-122"/>
                <a:sym typeface="+mn-ea"/>
              </a:rPr>
              <a:t>例</a:t>
            </a:r>
            <a:r>
              <a:rPr lang="en-US" altLang="zh-CN" sz="2000" b="1" dirty="0" smtClean="0">
                <a:solidFill>
                  <a:schemeClr val="tx1"/>
                </a:solidFill>
                <a:latin typeface="隶书" panose="02010509060101010101" charset="-122"/>
                <a:ea typeface="隶书" panose="02010509060101010101" charset="-122"/>
                <a:cs typeface="隶书" panose="02010509060101010101" charset="-122"/>
                <a:sym typeface="+mn-ea"/>
              </a:rPr>
              <a:t>6</a:t>
            </a:r>
            <a:r>
              <a:rPr lang="zh-CN" altLang="zh-CN" sz="2000" b="1" dirty="0" smtClean="0">
                <a:solidFill>
                  <a:schemeClr val="tx1"/>
                </a:solidFill>
                <a:latin typeface="隶书" panose="02010509060101010101" charset="-122"/>
                <a:ea typeface="隶书" panose="02010509060101010101" charset="-122"/>
                <a:cs typeface="隶书" panose="02010509060101010101" charset="-122"/>
                <a:sym typeface="+mn-ea"/>
              </a:rPr>
              <a:t>：</a:t>
            </a:r>
            <a:r>
              <a:rPr lang="zh-CN" altLang="en-US" sz="2000" b="1" dirty="0" smtClean="0">
                <a:solidFill>
                  <a:schemeClr val="tx1"/>
                </a:solidFill>
                <a:latin typeface="隶书" panose="02010509060101010101" charset="-122"/>
                <a:ea typeface="隶书" panose="02010509060101010101" charset="-122"/>
                <a:cs typeface="隶书" panose="02010509060101010101" charset="-122"/>
                <a:sym typeface="+mn-ea"/>
              </a:rPr>
              <a:t>数字统计</a:t>
            </a:r>
          </a:p>
        </p:txBody>
      </p:sp>
      <p:sp>
        <p:nvSpPr>
          <p:cNvPr id="4" name="文本框 3"/>
          <p:cNvSpPr txBox="1"/>
          <p:nvPr/>
        </p:nvSpPr>
        <p:spPr>
          <a:xfrm>
            <a:off x="219710" y="1073150"/>
            <a:ext cx="8787130" cy="1476375"/>
          </a:xfrm>
          <a:prstGeom prst="rect">
            <a:avLst/>
          </a:prstGeom>
          <a:noFill/>
        </p:spPr>
        <p:txBody>
          <a:bodyPr wrap="square" rtlCol="0" anchor="t">
            <a:spAutoFit/>
          </a:bodyPr>
          <a:lstStyle/>
          <a:p>
            <a:r>
              <a:rPr lang="en-US" altLang="zh-CN" dirty="0">
                <a:latin typeface="隶书" panose="02010509060101010101" charset="-122"/>
                <a:ea typeface="隶书" panose="02010509060101010101" charset="-122"/>
                <a:cs typeface="隶书" panose="02010509060101010101" charset="-122"/>
                <a:sym typeface="+mn-ea"/>
              </a:rPr>
              <a:t>【</a:t>
            </a:r>
            <a:r>
              <a:rPr lang="zh-CN" altLang="en-US" dirty="0">
                <a:latin typeface="隶书" panose="02010509060101010101" charset="-122"/>
                <a:ea typeface="隶书" panose="02010509060101010101" charset="-122"/>
                <a:cs typeface="隶书" panose="02010509060101010101" charset="-122"/>
                <a:sym typeface="+mn-ea"/>
              </a:rPr>
              <a:t>问题描述</a:t>
            </a:r>
            <a:r>
              <a:rPr lang="en-US" altLang="zh-CN" dirty="0">
                <a:latin typeface="隶书" panose="02010509060101010101" charset="-122"/>
                <a:ea typeface="隶书" panose="02010509060101010101" charset="-122"/>
                <a:cs typeface="隶书" panose="02010509060101010101" charset="-122"/>
                <a:sym typeface="+mn-ea"/>
              </a:rPr>
              <a:t>】</a:t>
            </a:r>
            <a:endParaRPr lang="en-US" altLang="zh-CN" dirty="0">
              <a:latin typeface="隶书" panose="02010509060101010101" charset="-122"/>
              <a:ea typeface="隶书" panose="02010509060101010101" charset="-122"/>
              <a:cs typeface="隶书" panose="02010509060101010101" charset="-122"/>
            </a:endParaRPr>
          </a:p>
          <a:p>
            <a:r>
              <a:rPr lang="en-US" altLang="zh-CN" dirty="0">
                <a:latin typeface="隶书" panose="02010509060101010101" charset="-122"/>
                <a:ea typeface="隶书" panose="02010509060101010101" charset="-122"/>
                <a:cs typeface="隶书" panose="02010509060101010101" charset="-122"/>
                <a:sym typeface="+mn-ea"/>
              </a:rPr>
              <a:t>    </a:t>
            </a:r>
            <a:r>
              <a:rPr lang="zh-CN" altLang="en-US" dirty="0">
                <a:latin typeface="隶书" panose="02010509060101010101" charset="-122"/>
                <a:ea typeface="隶书" panose="02010509060101010101" charset="-122"/>
                <a:cs typeface="隶书" panose="02010509060101010101" charset="-122"/>
                <a:sym typeface="+mn-ea"/>
              </a:rPr>
              <a:t>请统计某个给定范围</a:t>
            </a:r>
            <a:r>
              <a:rPr lang="en-US" altLang="zh-CN" dirty="0">
                <a:latin typeface="隶书" panose="02010509060101010101" charset="-122"/>
                <a:ea typeface="隶书" panose="02010509060101010101" charset="-122"/>
                <a:cs typeface="隶书" panose="02010509060101010101" charset="-122"/>
                <a:sym typeface="+mn-ea"/>
              </a:rPr>
              <a:t>[L, R]</a:t>
            </a:r>
            <a:r>
              <a:rPr lang="zh-CN" altLang="en-US" dirty="0">
                <a:latin typeface="隶书" panose="02010509060101010101" charset="-122"/>
                <a:ea typeface="隶书" panose="02010509060101010101" charset="-122"/>
                <a:cs typeface="隶书" panose="02010509060101010101" charset="-122"/>
                <a:sym typeface="+mn-ea"/>
              </a:rPr>
              <a:t>的所有整数中，数字</a:t>
            </a:r>
            <a:r>
              <a:rPr lang="en-US" altLang="zh-CN" dirty="0">
                <a:latin typeface="隶书" panose="02010509060101010101" charset="-122"/>
                <a:ea typeface="隶书" panose="02010509060101010101" charset="-122"/>
                <a:cs typeface="隶书" panose="02010509060101010101" charset="-122"/>
                <a:sym typeface="+mn-ea"/>
              </a:rPr>
              <a:t>2 </a:t>
            </a:r>
            <a:r>
              <a:rPr lang="zh-CN" altLang="en-US" dirty="0">
                <a:latin typeface="隶书" panose="02010509060101010101" charset="-122"/>
                <a:ea typeface="隶书" panose="02010509060101010101" charset="-122"/>
                <a:cs typeface="隶书" panose="02010509060101010101" charset="-122"/>
                <a:sym typeface="+mn-ea"/>
              </a:rPr>
              <a:t>出现的次数。</a:t>
            </a:r>
            <a:endParaRPr lang="zh-CN" altLang="en-US" dirty="0">
              <a:latin typeface="隶书" panose="02010509060101010101" charset="-122"/>
              <a:ea typeface="隶书" panose="02010509060101010101" charset="-122"/>
              <a:cs typeface="隶书" panose="02010509060101010101" charset="-122"/>
            </a:endParaRPr>
          </a:p>
          <a:p>
            <a:r>
              <a:rPr lang="zh-CN" altLang="en-US" dirty="0">
                <a:latin typeface="隶书" panose="02010509060101010101" charset="-122"/>
                <a:ea typeface="隶书" panose="02010509060101010101" charset="-122"/>
                <a:cs typeface="隶书" panose="02010509060101010101" charset="-122"/>
                <a:sym typeface="+mn-ea"/>
              </a:rPr>
              <a:t>    比如给定范围</a:t>
            </a:r>
            <a:r>
              <a:rPr lang="en-US" altLang="zh-CN" dirty="0">
                <a:latin typeface="隶书" panose="02010509060101010101" charset="-122"/>
                <a:ea typeface="隶书" panose="02010509060101010101" charset="-122"/>
                <a:cs typeface="隶书" panose="02010509060101010101" charset="-122"/>
                <a:sym typeface="+mn-ea"/>
              </a:rPr>
              <a:t>[2, 22] </a:t>
            </a:r>
            <a:r>
              <a:rPr lang="zh-CN" altLang="en-US" dirty="0">
                <a:latin typeface="隶书" panose="02010509060101010101" charset="-122"/>
                <a:ea typeface="隶书" panose="02010509060101010101" charset="-122"/>
                <a:cs typeface="隶书" panose="02010509060101010101" charset="-122"/>
                <a:sym typeface="+mn-ea"/>
              </a:rPr>
              <a:t>，数字</a:t>
            </a:r>
            <a:r>
              <a:rPr lang="en-US" altLang="zh-CN" dirty="0">
                <a:latin typeface="隶书" panose="02010509060101010101" charset="-122"/>
                <a:ea typeface="隶书" panose="02010509060101010101" charset="-122"/>
                <a:cs typeface="隶书" panose="02010509060101010101" charset="-122"/>
                <a:sym typeface="+mn-ea"/>
              </a:rPr>
              <a:t>2 </a:t>
            </a:r>
            <a:r>
              <a:rPr lang="zh-CN" altLang="en-US" dirty="0">
                <a:latin typeface="隶书" panose="02010509060101010101" charset="-122"/>
                <a:ea typeface="隶书" panose="02010509060101010101" charset="-122"/>
                <a:cs typeface="隶书" panose="02010509060101010101" charset="-122"/>
                <a:sym typeface="+mn-ea"/>
              </a:rPr>
              <a:t>在数</a:t>
            </a:r>
            <a:r>
              <a:rPr lang="en-US" altLang="zh-CN" dirty="0">
                <a:latin typeface="隶书" panose="02010509060101010101" charset="-122"/>
                <a:ea typeface="隶书" panose="02010509060101010101" charset="-122"/>
                <a:cs typeface="隶书" panose="02010509060101010101" charset="-122"/>
                <a:sym typeface="+mn-ea"/>
              </a:rPr>
              <a:t>2 </a:t>
            </a:r>
            <a:r>
              <a:rPr lang="zh-CN" altLang="en-US" dirty="0">
                <a:latin typeface="隶书" panose="02010509060101010101" charset="-122"/>
                <a:ea typeface="隶书" panose="02010509060101010101" charset="-122"/>
                <a:cs typeface="隶书" panose="02010509060101010101" charset="-122"/>
                <a:sym typeface="+mn-ea"/>
              </a:rPr>
              <a:t>中出现了</a:t>
            </a:r>
            <a:r>
              <a:rPr lang="en-US" altLang="zh-CN" dirty="0">
                <a:latin typeface="隶书" panose="02010509060101010101" charset="-122"/>
                <a:ea typeface="隶书" panose="02010509060101010101" charset="-122"/>
                <a:cs typeface="隶书" panose="02010509060101010101" charset="-122"/>
                <a:sym typeface="+mn-ea"/>
              </a:rPr>
              <a:t>1 </a:t>
            </a:r>
            <a:r>
              <a:rPr lang="zh-CN" altLang="en-US" dirty="0">
                <a:latin typeface="隶书" panose="02010509060101010101" charset="-122"/>
                <a:ea typeface="隶书" panose="02010509060101010101" charset="-122"/>
                <a:cs typeface="隶书" panose="02010509060101010101" charset="-122"/>
                <a:sym typeface="+mn-ea"/>
              </a:rPr>
              <a:t>次，在数</a:t>
            </a:r>
            <a:r>
              <a:rPr lang="en-US" altLang="zh-CN" dirty="0">
                <a:latin typeface="隶书" panose="02010509060101010101" charset="-122"/>
                <a:ea typeface="隶书" panose="02010509060101010101" charset="-122"/>
                <a:cs typeface="隶书" panose="02010509060101010101" charset="-122"/>
                <a:sym typeface="+mn-ea"/>
              </a:rPr>
              <a:t>12 </a:t>
            </a:r>
            <a:r>
              <a:rPr lang="zh-CN" altLang="en-US" dirty="0">
                <a:latin typeface="隶书" panose="02010509060101010101" charset="-122"/>
                <a:ea typeface="隶书" panose="02010509060101010101" charset="-122"/>
                <a:cs typeface="隶书" panose="02010509060101010101" charset="-122"/>
                <a:sym typeface="+mn-ea"/>
              </a:rPr>
              <a:t>中出现</a:t>
            </a:r>
            <a:r>
              <a:rPr lang="en-US" altLang="zh-CN" dirty="0">
                <a:latin typeface="隶书" panose="02010509060101010101" charset="-122"/>
                <a:ea typeface="隶书" panose="02010509060101010101" charset="-122"/>
                <a:cs typeface="隶书" panose="02010509060101010101" charset="-122"/>
                <a:sym typeface="+mn-ea"/>
              </a:rPr>
              <a:t>1 </a:t>
            </a:r>
            <a:r>
              <a:rPr lang="zh-CN" altLang="en-US" dirty="0">
                <a:latin typeface="隶书" panose="02010509060101010101" charset="-122"/>
                <a:ea typeface="隶书" panose="02010509060101010101" charset="-122"/>
                <a:cs typeface="隶书" panose="02010509060101010101" charset="-122"/>
                <a:sym typeface="+mn-ea"/>
              </a:rPr>
              <a:t>次，在数</a:t>
            </a:r>
            <a:r>
              <a:rPr lang="en-US" altLang="zh-CN" dirty="0">
                <a:latin typeface="隶书" panose="02010509060101010101" charset="-122"/>
                <a:ea typeface="隶书" panose="02010509060101010101" charset="-122"/>
                <a:cs typeface="隶书" panose="02010509060101010101" charset="-122"/>
                <a:sym typeface="+mn-ea"/>
              </a:rPr>
              <a:t>20 </a:t>
            </a:r>
            <a:r>
              <a:rPr lang="zh-CN" altLang="en-US" dirty="0">
                <a:latin typeface="隶书" panose="02010509060101010101" charset="-122"/>
                <a:ea typeface="隶书" panose="02010509060101010101" charset="-122"/>
                <a:cs typeface="隶书" panose="02010509060101010101" charset="-122"/>
                <a:sym typeface="+mn-ea"/>
              </a:rPr>
              <a:t>中出现</a:t>
            </a:r>
            <a:r>
              <a:rPr lang="en-US" altLang="zh-CN" dirty="0">
                <a:latin typeface="隶书" panose="02010509060101010101" charset="-122"/>
                <a:ea typeface="隶书" panose="02010509060101010101" charset="-122"/>
                <a:cs typeface="隶书" panose="02010509060101010101" charset="-122"/>
                <a:sym typeface="+mn-ea"/>
              </a:rPr>
              <a:t>1 </a:t>
            </a:r>
            <a:r>
              <a:rPr lang="zh-CN" altLang="en-US" dirty="0">
                <a:latin typeface="隶书" panose="02010509060101010101" charset="-122"/>
                <a:ea typeface="隶书" panose="02010509060101010101" charset="-122"/>
                <a:cs typeface="隶书" panose="02010509060101010101" charset="-122"/>
                <a:sym typeface="+mn-ea"/>
              </a:rPr>
              <a:t>次，在数</a:t>
            </a:r>
            <a:r>
              <a:rPr lang="en-US" altLang="zh-CN" dirty="0">
                <a:latin typeface="隶书" panose="02010509060101010101" charset="-122"/>
                <a:ea typeface="隶书" panose="02010509060101010101" charset="-122"/>
                <a:cs typeface="隶书" panose="02010509060101010101" charset="-122"/>
                <a:sym typeface="+mn-ea"/>
              </a:rPr>
              <a:t>21 </a:t>
            </a:r>
            <a:r>
              <a:rPr lang="zh-CN" altLang="en-US" dirty="0">
                <a:latin typeface="隶书" panose="02010509060101010101" charset="-122"/>
                <a:ea typeface="隶书" panose="02010509060101010101" charset="-122"/>
                <a:cs typeface="隶书" panose="02010509060101010101" charset="-122"/>
                <a:sym typeface="+mn-ea"/>
              </a:rPr>
              <a:t>中出现</a:t>
            </a:r>
            <a:r>
              <a:rPr lang="en-US" altLang="zh-CN" dirty="0">
                <a:latin typeface="隶书" panose="02010509060101010101" charset="-122"/>
                <a:ea typeface="隶书" panose="02010509060101010101" charset="-122"/>
                <a:cs typeface="隶书" panose="02010509060101010101" charset="-122"/>
                <a:sym typeface="+mn-ea"/>
              </a:rPr>
              <a:t>1 </a:t>
            </a:r>
            <a:r>
              <a:rPr lang="zh-CN" altLang="en-US" dirty="0">
                <a:latin typeface="隶书" panose="02010509060101010101" charset="-122"/>
                <a:ea typeface="隶书" panose="02010509060101010101" charset="-122"/>
                <a:cs typeface="隶书" panose="02010509060101010101" charset="-122"/>
                <a:sym typeface="+mn-ea"/>
              </a:rPr>
              <a:t>次，在数</a:t>
            </a:r>
            <a:r>
              <a:rPr lang="en-US" altLang="zh-CN" dirty="0">
                <a:latin typeface="隶书" panose="02010509060101010101" charset="-122"/>
                <a:ea typeface="隶书" panose="02010509060101010101" charset="-122"/>
                <a:cs typeface="隶书" panose="02010509060101010101" charset="-122"/>
                <a:sym typeface="+mn-ea"/>
              </a:rPr>
              <a:t>22 </a:t>
            </a:r>
            <a:r>
              <a:rPr lang="zh-CN" altLang="en-US" dirty="0">
                <a:latin typeface="隶书" panose="02010509060101010101" charset="-122"/>
                <a:ea typeface="隶书" panose="02010509060101010101" charset="-122"/>
                <a:cs typeface="隶书" panose="02010509060101010101" charset="-122"/>
                <a:sym typeface="+mn-ea"/>
              </a:rPr>
              <a:t>中出现</a:t>
            </a:r>
            <a:r>
              <a:rPr lang="en-US" altLang="zh-CN" dirty="0">
                <a:latin typeface="隶书" panose="02010509060101010101" charset="-122"/>
                <a:ea typeface="隶书" panose="02010509060101010101" charset="-122"/>
                <a:cs typeface="隶书" panose="02010509060101010101" charset="-122"/>
                <a:sym typeface="+mn-ea"/>
              </a:rPr>
              <a:t>2 </a:t>
            </a:r>
            <a:r>
              <a:rPr lang="zh-CN" altLang="en-US" dirty="0">
                <a:latin typeface="隶书" panose="02010509060101010101" charset="-122"/>
                <a:ea typeface="隶书" panose="02010509060101010101" charset="-122"/>
                <a:cs typeface="隶书" panose="02010509060101010101" charset="-122"/>
                <a:sym typeface="+mn-ea"/>
              </a:rPr>
              <a:t>次，所以数字</a:t>
            </a:r>
            <a:r>
              <a:rPr lang="en-US" altLang="zh-CN" dirty="0">
                <a:latin typeface="隶书" panose="02010509060101010101" charset="-122"/>
                <a:ea typeface="隶书" panose="02010509060101010101" charset="-122"/>
                <a:cs typeface="隶书" panose="02010509060101010101" charset="-122"/>
                <a:sym typeface="+mn-ea"/>
              </a:rPr>
              <a:t>2 </a:t>
            </a:r>
            <a:r>
              <a:rPr lang="zh-CN" altLang="en-US" dirty="0">
                <a:latin typeface="隶书" panose="02010509060101010101" charset="-122"/>
                <a:ea typeface="隶书" panose="02010509060101010101" charset="-122"/>
                <a:cs typeface="隶书" panose="02010509060101010101" charset="-122"/>
                <a:sym typeface="+mn-ea"/>
              </a:rPr>
              <a:t>在该范围内一共出现了</a:t>
            </a:r>
            <a:r>
              <a:rPr lang="en-US" altLang="zh-CN" dirty="0">
                <a:latin typeface="隶书" panose="02010509060101010101" charset="-122"/>
                <a:ea typeface="隶书" panose="02010509060101010101" charset="-122"/>
                <a:cs typeface="隶书" panose="02010509060101010101" charset="-122"/>
                <a:sym typeface="+mn-ea"/>
              </a:rPr>
              <a:t>6 </a:t>
            </a:r>
            <a:r>
              <a:rPr lang="zh-CN" altLang="en-US" dirty="0">
                <a:latin typeface="隶书" panose="02010509060101010101" charset="-122"/>
                <a:ea typeface="隶书" panose="02010509060101010101" charset="-122"/>
                <a:cs typeface="隶书" panose="02010509060101010101" charset="-122"/>
                <a:sym typeface="+mn-ea"/>
              </a:rPr>
              <a:t>次</a:t>
            </a:r>
            <a:r>
              <a:rPr lang="zh-CN" altLang="en-US" dirty="0" smtClean="0">
                <a:latin typeface="隶书" panose="02010509060101010101" charset="-122"/>
                <a:ea typeface="隶书" panose="02010509060101010101" charset="-122"/>
                <a:cs typeface="隶书" panose="02010509060101010101" charset="-122"/>
                <a:sym typeface="+mn-ea"/>
              </a:rPr>
              <a:t>。</a:t>
            </a:r>
            <a:endParaRPr lang="zh-CN" altLang="en-US">
              <a:latin typeface="隶书" panose="02010509060101010101" charset="-122"/>
              <a:ea typeface="隶书" panose="02010509060101010101" charset="-122"/>
              <a:cs typeface="隶书" panose="02010509060101010101" charset="-122"/>
            </a:endParaRPr>
          </a:p>
        </p:txBody>
      </p:sp>
      <p:sp>
        <p:nvSpPr>
          <p:cNvPr id="5" name="文本框 4"/>
          <p:cNvSpPr txBox="1"/>
          <p:nvPr/>
        </p:nvSpPr>
        <p:spPr>
          <a:xfrm>
            <a:off x="334010" y="2522220"/>
            <a:ext cx="8270875" cy="2553335"/>
          </a:xfrm>
          <a:prstGeom prst="rect">
            <a:avLst/>
          </a:prstGeom>
          <a:noFill/>
        </p:spPr>
        <p:txBody>
          <a:bodyPr wrap="square" rtlCol="0" anchor="t">
            <a:spAutoFit/>
          </a:bodyPr>
          <a:lstStyle/>
          <a:p>
            <a:r>
              <a:rPr lang="en-US" altLang="zh-CN" sz="1600" dirty="0">
                <a:latin typeface="隶书" panose="02010509060101010101" charset="-122"/>
                <a:ea typeface="隶书" panose="02010509060101010101" charset="-122"/>
                <a:cs typeface="隶书" panose="02010509060101010101" charset="-122"/>
                <a:sym typeface="+mn-ea"/>
              </a:rPr>
              <a:t>【</a:t>
            </a:r>
            <a:r>
              <a:rPr lang="zh-CN" altLang="en-US" sz="1600" dirty="0">
                <a:latin typeface="隶书" panose="02010509060101010101" charset="-122"/>
                <a:ea typeface="隶书" panose="02010509060101010101" charset="-122"/>
                <a:cs typeface="隶书" panose="02010509060101010101" charset="-122"/>
                <a:sym typeface="+mn-ea"/>
              </a:rPr>
              <a:t>输入</a:t>
            </a:r>
            <a:r>
              <a:rPr lang="en-US" altLang="zh-CN" sz="1600" dirty="0">
                <a:latin typeface="隶书" panose="02010509060101010101" charset="-122"/>
                <a:ea typeface="隶书" panose="02010509060101010101" charset="-122"/>
                <a:cs typeface="隶书" panose="02010509060101010101" charset="-122"/>
                <a:sym typeface="+mn-ea"/>
              </a:rPr>
              <a:t>】</a:t>
            </a:r>
            <a:endParaRPr lang="en-US" altLang="zh-CN" sz="1600" dirty="0">
              <a:latin typeface="隶书" panose="02010509060101010101" charset="-122"/>
              <a:ea typeface="隶书" panose="02010509060101010101" charset="-122"/>
              <a:cs typeface="隶书" panose="02010509060101010101" charset="-122"/>
            </a:endParaRPr>
          </a:p>
          <a:p>
            <a:r>
              <a:rPr lang="zh-CN" altLang="en-US" sz="1600" dirty="0" smtClean="0">
                <a:latin typeface="隶书" panose="02010509060101010101" charset="-122"/>
                <a:ea typeface="隶书" panose="02010509060101010101" charset="-122"/>
                <a:cs typeface="隶书" panose="02010509060101010101" charset="-122"/>
                <a:sym typeface="+mn-ea"/>
              </a:rPr>
              <a:t> 输入</a:t>
            </a:r>
            <a:r>
              <a:rPr lang="zh-CN" altLang="en-US" sz="1600" dirty="0">
                <a:latin typeface="隶书" panose="02010509060101010101" charset="-122"/>
                <a:ea typeface="隶书" panose="02010509060101010101" charset="-122"/>
                <a:cs typeface="隶书" panose="02010509060101010101" charset="-122"/>
                <a:sym typeface="+mn-ea"/>
              </a:rPr>
              <a:t>共</a:t>
            </a:r>
            <a:r>
              <a:rPr lang="en-US" altLang="zh-CN" sz="1600" dirty="0">
                <a:latin typeface="隶书" panose="02010509060101010101" charset="-122"/>
                <a:ea typeface="隶书" panose="02010509060101010101" charset="-122"/>
                <a:cs typeface="隶书" panose="02010509060101010101" charset="-122"/>
                <a:sym typeface="+mn-ea"/>
              </a:rPr>
              <a:t>1 </a:t>
            </a:r>
            <a:r>
              <a:rPr lang="zh-CN" altLang="en-US" sz="1600" dirty="0">
                <a:latin typeface="隶书" panose="02010509060101010101" charset="-122"/>
                <a:ea typeface="隶书" panose="02010509060101010101" charset="-122"/>
                <a:cs typeface="隶书" panose="02010509060101010101" charset="-122"/>
                <a:sym typeface="+mn-ea"/>
              </a:rPr>
              <a:t>行，为两个正整数</a:t>
            </a:r>
            <a:r>
              <a:rPr lang="en-US" altLang="zh-CN" sz="1600" dirty="0">
                <a:latin typeface="隶书" panose="02010509060101010101" charset="-122"/>
                <a:ea typeface="隶书" panose="02010509060101010101" charset="-122"/>
                <a:cs typeface="隶书" panose="02010509060101010101" charset="-122"/>
                <a:sym typeface="+mn-ea"/>
              </a:rPr>
              <a:t>L </a:t>
            </a:r>
            <a:r>
              <a:rPr lang="zh-CN" altLang="en-US" sz="1600" dirty="0">
                <a:latin typeface="隶书" panose="02010509060101010101" charset="-122"/>
                <a:ea typeface="隶书" panose="02010509060101010101" charset="-122"/>
                <a:cs typeface="隶书" panose="02010509060101010101" charset="-122"/>
                <a:sym typeface="+mn-ea"/>
              </a:rPr>
              <a:t>和</a:t>
            </a:r>
            <a:r>
              <a:rPr lang="en-US" altLang="zh-CN" sz="1600" dirty="0">
                <a:latin typeface="隶书" panose="02010509060101010101" charset="-122"/>
                <a:ea typeface="隶书" panose="02010509060101010101" charset="-122"/>
                <a:cs typeface="隶书" panose="02010509060101010101" charset="-122"/>
                <a:sym typeface="+mn-ea"/>
              </a:rPr>
              <a:t>R</a:t>
            </a:r>
            <a:r>
              <a:rPr lang="zh-CN" altLang="en-US" sz="1600" dirty="0">
                <a:latin typeface="隶书" panose="02010509060101010101" charset="-122"/>
                <a:ea typeface="隶书" panose="02010509060101010101" charset="-122"/>
                <a:cs typeface="隶书" panose="02010509060101010101" charset="-122"/>
                <a:sym typeface="+mn-ea"/>
              </a:rPr>
              <a:t>，之间用一个空格隔开。</a:t>
            </a:r>
            <a:endParaRPr lang="zh-CN" altLang="en-US" sz="1600" dirty="0">
              <a:latin typeface="隶书" panose="02010509060101010101" charset="-122"/>
              <a:ea typeface="隶书" panose="02010509060101010101" charset="-122"/>
              <a:cs typeface="隶书" panose="02010509060101010101" charset="-122"/>
            </a:endParaRPr>
          </a:p>
          <a:p>
            <a:r>
              <a:rPr lang="en-US" altLang="zh-CN" sz="1600" dirty="0">
                <a:latin typeface="隶书" panose="02010509060101010101" charset="-122"/>
                <a:ea typeface="隶书" panose="02010509060101010101" charset="-122"/>
                <a:cs typeface="隶书" panose="02010509060101010101" charset="-122"/>
                <a:sym typeface="+mn-ea"/>
              </a:rPr>
              <a:t>【</a:t>
            </a:r>
            <a:r>
              <a:rPr lang="zh-CN" altLang="en-US" sz="1600" dirty="0">
                <a:latin typeface="隶书" panose="02010509060101010101" charset="-122"/>
                <a:ea typeface="隶书" panose="02010509060101010101" charset="-122"/>
                <a:cs typeface="隶书" panose="02010509060101010101" charset="-122"/>
                <a:sym typeface="+mn-ea"/>
              </a:rPr>
              <a:t>输出</a:t>
            </a:r>
            <a:r>
              <a:rPr lang="en-US" altLang="zh-CN" sz="1600" dirty="0">
                <a:latin typeface="隶书" panose="02010509060101010101" charset="-122"/>
                <a:ea typeface="隶书" panose="02010509060101010101" charset="-122"/>
                <a:cs typeface="隶书" panose="02010509060101010101" charset="-122"/>
                <a:sym typeface="+mn-ea"/>
              </a:rPr>
              <a:t>】</a:t>
            </a:r>
            <a:endParaRPr lang="en-US" altLang="zh-CN" sz="1600" dirty="0">
              <a:latin typeface="隶书" panose="02010509060101010101" charset="-122"/>
              <a:ea typeface="隶书" panose="02010509060101010101" charset="-122"/>
              <a:cs typeface="隶书" panose="02010509060101010101" charset="-122"/>
            </a:endParaRPr>
          </a:p>
          <a:p>
            <a:r>
              <a:rPr lang="zh-CN" altLang="en-US" sz="1600" dirty="0" smtClean="0">
                <a:latin typeface="隶书" panose="02010509060101010101" charset="-122"/>
                <a:ea typeface="隶书" panose="02010509060101010101" charset="-122"/>
                <a:cs typeface="隶书" panose="02010509060101010101" charset="-122"/>
                <a:sym typeface="+mn-ea"/>
              </a:rPr>
              <a:t> 输出</a:t>
            </a:r>
            <a:r>
              <a:rPr lang="zh-CN" altLang="en-US" sz="1600" dirty="0">
                <a:latin typeface="隶书" panose="02010509060101010101" charset="-122"/>
                <a:ea typeface="隶书" panose="02010509060101010101" charset="-122"/>
                <a:cs typeface="隶书" panose="02010509060101010101" charset="-122"/>
                <a:sym typeface="+mn-ea"/>
              </a:rPr>
              <a:t>共</a:t>
            </a:r>
            <a:r>
              <a:rPr lang="en-US" altLang="zh-CN" sz="1600" dirty="0">
                <a:latin typeface="隶书" panose="02010509060101010101" charset="-122"/>
                <a:ea typeface="隶书" panose="02010509060101010101" charset="-122"/>
                <a:cs typeface="隶书" panose="02010509060101010101" charset="-122"/>
                <a:sym typeface="+mn-ea"/>
              </a:rPr>
              <a:t>1 </a:t>
            </a:r>
            <a:r>
              <a:rPr lang="zh-CN" altLang="en-US" sz="1600" dirty="0">
                <a:latin typeface="隶书" panose="02010509060101010101" charset="-122"/>
                <a:ea typeface="隶书" panose="02010509060101010101" charset="-122"/>
                <a:cs typeface="隶书" panose="02010509060101010101" charset="-122"/>
                <a:sym typeface="+mn-ea"/>
              </a:rPr>
              <a:t>行，表示数字</a:t>
            </a:r>
            <a:r>
              <a:rPr lang="en-US" altLang="zh-CN" sz="1600" dirty="0">
                <a:latin typeface="隶书" panose="02010509060101010101" charset="-122"/>
                <a:ea typeface="隶书" panose="02010509060101010101" charset="-122"/>
                <a:cs typeface="隶书" panose="02010509060101010101" charset="-122"/>
                <a:sym typeface="+mn-ea"/>
              </a:rPr>
              <a:t>2 </a:t>
            </a:r>
            <a:r>
              <a:rPr lang="zh-CN" altLang="en-US" sz="1600" dirty="0">
                <a:latin typeface="隶书" panose="02010509060101010101" charset="-122"/>
                <a:ea typeface="隶书" panose="02010509060101010101" charset="-122"/>
                <a:cs typeface="隶书" panose="02010509060101010101" charset="-122"/>
                <a:sym typeface="+mn-ea"/>
              </a:rPr>
              <a:t>出现的次数。</a:t>
            </a:r>
            <a:endParaRPr lang="zh-CN" altLang="en-US" sz="1600" dirty="0">
              <a:latin typeface="隶书" panose="02010509060101010101" charset="-122"/>
              <a:ea typeface="隶书" panose="02010509060101010101" charset="-122"/>
              <a:cs typeface="隶书" panose="02010509060101010101" charset="-122"/>
            </a:endParaRPr>
          </a:p>
          <a:p>
            <a:r>
              <a:rPr lang="en-US" altLang="zh-CN" sz="1600" dirty="0">
                <a:latin typeface="隶书" panose="02010509060101010101" charset="-122"/>
                <a:ea typeface="隶书" panose="02010509060101010101" charset="-122"/>
                <a:cs typeface="隶书" panose="02010509060101010101" charset="-122"/>
                <a:sym typeface="+mn-ea"/>
              </a:rPr>
              <a:t>【</a:t>
            </a:r>
            <a:r>
              <a:rPr lang="zh-CN" altLang="en-US" sz="1600" dirty="0">
                <a:latin typeface="隶书" panose="02010509060101010101" charset="-122"/>
                <a:ea typeface="隶书" panose="02010509060101010101" charset="-122"/>
                <a:cs typeface="隶书" panose="02010509060101010101" charset="-122"/>
                <a:sym typeface="+mn-ea"/>
              </a:rPr>
              <a:t>输入样例</a:t>
            </a:r>
            <a:r>
              <a:rPr lang="en-US" altLang="zh-CN" sz="1600" dirty="0" smtClean="0">
                <a:latin typeface="隶书" panose="02010509060101010101" charset="-122"/>
                <a:ea typeface="隶书" panose="02010509060101010101" charset="-122"/>
                <a:cs typeface="隶书" panose="02010509060101010101" charset="-122"/>
                <a:sym typeface="+mn-ea"/>
              </a:rPr>
              <a:t>1】2 </a:t>
            </a:r>
            <a:r>
              <a:rPr lang="en-US" altLang="zh-CN" sz="1600" dirty="0">
                <a:latin typeface="隶书" panose="02010509060101010101" charset="-122"/>
                <a:ea typeface="隶书" panose="02010509060101010101" charset="-122"/>
                <a:cs typeface="隶书" panose="02010509060101010101" charset="-122"/>
                <a:sym typeface="+mn-ea"/>
              </a:rPr>
              <a:t>22</a:t>
            </a:r>
            <a:endParaRPr lang="en-US" altLang="zh-CN" sz="1600" dirty="0">
              <a:latin typeface="隶书" panose="02010509060101010101" charset="-122"/>
              <a:ea typeface="隶书" panose="02010509060101010101" charset="-122"/>
              <a:cs typeface="隶书" panose="02010509060101010101" charset="-122"/>
            </a:endParaRPr>
          </a:p>
          <a:p>
            <a:r>
              <a:rPr lang="en-US" altLang="zh-CN" sz="1600" dirty="0">
                <a:latin typeface="隶书" panose="02010509060101010101" charset="-122"/>
                <a:ea typeface="隶书" panose="02010509060101010101" charset="-122"/>
                <a:cs typeface="隶书" panose="02010509060101010101" charset="-122"/>
                <a:sym typeface="+mn-ea"/>
              </a:rPr>
              <a:t>【</a:t>
            </a:r>
            <a:r>
              <a:rPr lang="zh-CN" altLang="en-US" sz="1600" dirty="0">
                <a:latin typeface="隶书" panose="02010509060101010101" charset="-122"/>
                <a:ea typeface="隶书" panose="02010509060101010101" charset="-122"/>
                <a:cs typeface="隶书" panose="02010509060101010101" charset="-122"/>
                <a:sym typeface="+mn-ea"/>
              </a:rPr>
              <a:t>输出样例</a:t>
            </a:r>
            <a:r>
              <a:rPr lang="en-US" altLang="zh-CN" sz="1600" dirty="0" smtClean="0">
                <a:latin typeface="隶书" panose="02010509060101010101" charset="-122"/>
                <a:ea typeface="隶书" panose="02010509060101010101" charset="-122"/>
                <a:cs typeface="隶书" panose="02010509060101010101" charset="-122"/>
                <a:sym typeface="+mn-ea"/>
              </a:rPr>
              <a:t>1】6</a:t>
            </a:r>
            <a:endParaRPr lang="en-US" altLang="zh-CN" sz="1600" dirty="0">
              <a:latin typeface="隶书" panose="02010509060101010101" charset="-122"/>
              <a:ea typeface="隶书" panose="02010509060101010101" charset="-122"/>
              <a:cs typeface="隶书" panose="02010509060101010101" charset="-122"/>
            </a:endParaRPr>
          </a:p>
          <a:p>
            <a:r>
              <a:rPr lang="en-US" altLang="zh-CN" sz="1600" dirty="0">
                <a:latin typeface="隶书" panose="02010509060101010101" charset="-122"/>
                <a:ea typeface="隶书" panose="02010509060101010101" charset="-122"/>
                <a:cs typeface="隶书" panose="02010509060101010101" charset="-122"/>
                <a:sym typeface="+mn-ea"/>
              </a:rPr>
              <a:t>【</a:t>
            </a:r>
            <a:r>
              <a:rPr lang="zh-CN" altLang="en-US" sz="1600" dirty="0">
                <a:latin typeface="隶书" panose="02010509060101010101" charset="-122"/>
                <a:ea typeface="隶书" panose="02010509060101010101" charset="-122"/>
                <a:cs typeface="隶书" panose="02010509060101010101" charset="-122"/>
                <a:sym typeface="+mn-ea"/>
              </a:rPr>
              <a:t>输入样例</a:t>
            </a:r>
            <a:r>
              <a:rPr lang="en-US" altLang="zh-CN" sz="1600" dirty="0" smtClean="0">
                <a:latin typeface="隶书" panose="02010509060101010101" charset="-122"/>
                <a:ea typeface="隶书" panose="02010509060101010101" charset="-122"/>
                <a:cs typeface="隶书" panose="02010509060101010101" charset="-122"/>
                <a:sym typeface="+mn-ea"/>
              </a:rPr>
              <a:t>2】2 </a:t>
            </a:r>
            <a:r>
              <a:rPr lang="en-US" altLang="zh-CN" sz="1600" dirty="0">
                <a:latin typeface="隶书" panose="02010509060101010101" charset="-122"/>
                <a:ea typeface="隶书" panose="02010509060101010101" charset="-122"/>
                <a:cs typeface="隶书" panose="02010509060101010101" charset="-122"/>
                <a:sym typeface="+mn-ea"/>
              </a:rPr>
              <a:t>100</a:t>
            </a:r>
            <a:endParaRPr lang="en-US" altLang="zh-CN" sz="1600" dirty="0">
              <a:latin typeface="隶书" panose="02010509060101010101" charset="-122"/>
              <a:ea typeface="隶书" panose="02010509060101010101" charset="-122"/>
              <a:cs typeface="隶书" panose="02010509060101010101" charset="-122"/>
            </a:endParaRPr>
          </a:p>
          <a:p>
            <a:r>
              <a:rPr lang="en-US" altLang="zh-CN" sz="1600" dirty="0">
                <a:latin typeface="隶书" panose="02010509060101010101" charset="-122"/>
                <a:ea typeface="隶书" panose="02010509060101010101" charset="-122"/>
                <a:cs typeface="隶书" panose="02010509060101010101" charset="-122"/>
                <a:sym typeface="+mn-ea"/>
              </a:rPr>
              <a:t>【</a:t>
            </a:r>
            <a:r>
              <a:rPr lang="zh-CN" altLang="en-US" sz="1600" dirty="0">
                <a:latin typeface="隶书" panose="02010509060101010101" charset="-122"/>
                <a:ea typeface="隶书" panose="02010509060101010101" charset="-122"/>
                <a:cs typeface="隶书" panose="02010509060101010101" charset="-122"/>
                <a:sym typeface="+mn-ea"/>
              </a:rPr>
              <a:t>输出样</a:t>
            </a:r>
            <a:r>
              <a:rPr lang="zh-CN" altLang="en-US" sz="1600" dirty="0" smtClean="0">
                <a:latin typeface="隶书" panose="02010509060101010101" charset="-122"/>
                <a:ea typeface="隶书" panose="02010509060101010101" charset="-122"/>
                <a:cs typeface="隶书" panose="02010509060101010101" charset="-122"/>
                <a:sym typeface="+mn-ea"/>
              </a:rPr>
              <a:t>例</a:t>
            </a:r>
            <a:r>
              <a:rPr lang="en-US" altLang="zh-CN" sz="1600" dirty="0" smtClean="0">
                <a:latin typeface="隶书" panose="02010509060101010101" charset="-122"/>
                <a:ea typeface="隶书" panose="02010509060101010101" charset="-122"/>
                <a:cs typeface="隶书" panose="02010509060101010101" charset="-122"/>
                <a:sym typeface="+mn-ea"/>
              </a:rPr>
              <a:t>2】20</a:t>
            </a:r>
            <a:endParaRPr lang="en-US" altLang="zh-CN" sz="1600" dirty="0" smtClean="0">
              <a:latin typeface="隶书" panose="02010509060101010101" charset="-122"/>
              <a:ea typeface="隶书" panose="02010509060101010101" charset="-122"/>
              <a:cs typeface="隶书" panose="02010509060101010101" charset="-122"/>
            </a:endParaRPr>
          </a:p>
          <a:p>
            <a:r>
              <a:rPr lang="en-US" altLang="zh-CN" sz="1600" dirty="0" smtClean="0">
                <a:latin typeface="隶书" panose="02010509060101010101" charset="-122"/>
                <a:ea typeface="隶书" panose="02010509060101010101" charset="-122"/>
                <a:cs typeface="隶书" panose="02010509060101010101" charset="-122"/>
                <a:sym typeface="+mn-ea"/>
              </a:rPr>
              <a:t>【</a:t>
            </a:r>
            <a:r>
              <a:rPr lang="zh-CN" altLang="en-US" sz="1600" dirty="0">
                <a:latin typeface="隶书" panose="02010509060101010101" charset="-122"/>
                <a:ea typeface="隶书" panose="02010509060101010101" charset="-122"/>
                <a:cs typeface="隶书" panose="02010509060101010101" charset="-122"/>
                <a:sym typeface="+mn-ea"/>
              </a:rPr>
              <a:t>数据范围</a:t>
            </a:r>
            <a:r>
              <a:rPr lang="en-US" altLang="zh-CN" sz="1600" dirty="0">
                <a:latin typeface="隶书" panose="02010509060101010101" charset="-122"/>
                <a:ea typeface="隶书" panose="02010509060101010101" charset="-122"/>
                <a:cs typeface="隶书" panose="02010509060101010101" charset="-122"/>
                <a:sym typeface="+mn-ea"/>
              </a:rPr>
              <a:t>】</a:t>
            </a:r>
            <a:endParaRPr lang="en-US" altLang="zh-CN" sz="1600" dirty="0">
              <a:latin typeface="隶书" panose="02010509060101010101" charset="-122"/>
              <a:ea typeface="隶书" panose="02010509060101010101" charset="-122"/>
              <a:cs typeface="隶书" panose="02010509060101010101" charset="-122"/>
            </a:endParaRPr>
          </a:p>
          <a:p>
            <a:r>
              <a:rPr lang="zh-CN" altLang="en-US" sz="1600" dirty="0" smtClean="0">
                <a:latin typeface="隶书" panose="02010509060101010101" charset="-122"/>
                <a:ea typeface="隶书" panose="02010509060101010101" charset="-122"/>
                <a:cs typeface="隶书" panose="02010509060101010101" charset="-122"/>
                <a:sym typeface="+mn-ea"/>
              </a:rPr>
              <a:t>    </a:t>
            </a:r>
            <a:r>
              <a:rPr lang="en-US" altLang="zh-CN" sz="1600" dirty="0" smtClean="0">
                <a:latin typeface="隶书" panose="02010509060101010101" charset="-122"/>
                <a:ea typeface="隶书" panose="02010509060101010101" charset="-122"/>
                <a:cs typeface="隶书" panose="02010509060101010101" charset="-122"/>
                <a:sym typeface="+mn-ea"/>
              </a:rPr>
              <a:t>1 </a:t>
            </a:r>
            <a:r>
              <a:rPr lang="en-US" altLang="zh-CN" sz="1600" dirty="0">
                <a:latin typeface="隶书" panose="02010509060101010101" charset="-122"/>
                <a:ea typeface="隶书" panose="02010509060101010101" charset="-122"/>
                <a:cs typeface="隶书" panose="02010509060101010101" charset="-122"/>
                <a:sym typeface="+mn-ea"/>
              </a:rPr>
              <a:t>≤L ≤R ≤10000</a:t>
            </a:r>
            <a:endParaRPr lang="zh-CN" altLang="en-US" sz="1600">
              <a:latin typeface="隶书" panose="02010509060101010101" charset="-122"/>
              <a:ea typeface="隶书" panose="02010509060101010101" charset="-122"/>
              <a:cs typeface="隶书" panose="02010509060101010101" charset="-122"/>
            </a:endParaRPr>
          </a:p>
        </p:txBody>
      </p:sp>
    </p:spTree>
    <p:extLst>
      <p:ext uri="{BB962C8B-B14F-4D97-AF65-F5344CB8AC3E}">
        <p14:creationId xmlns:p14="http://schemas.microsoft.com/office/powerpoint/2010/main" val="507409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4"/>
                                        </p:tgtEl>
                                        <p:attrNameLst>
                                          <p:attrName>style.visibility</p:attrName>
                                        </p:attrNameLst>
                                      </p:cBhvr>
                                      <p:to>
                                        <p:strVal val="visible"/>
                                      </p:to>
                                    </p:set>
                                    <p:anim calcmode="discrete" valueType="clr">
                                      <p:cBhvr override="childStyle">
                                        <p:cTn id="7" dur="80"/>
                                        <p:tgtEl>
                                          <p:spTgt spid="4"/>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4"/>
                                        </p:tgtEl>
                                        <p:attrNameLst>
                                          <p:attrName>fillcolor</p:attrName>
                                        </p:attrNameLst>
                                      </p:cBhvr>
                                      <p:tavLst>
                                        <p:tav tm="0">
                                          <p:val>
                                            <p:clrVal>
                                              <a:schemeClr val="accent2"/>
                                            </p:clrVal>
                                          </p:val>
                                        </p:tav>
                                        <p:tav tm="50000">
                                          <p:val>
                                            <p:clrVal>
                                              <a:schemeClr val="hlink"/>
                                            </p:clrVal>
                                          </p:val>
                                        </p:tav>
                                      </p:tavLst>
                                    </p:anim>
                                    <p:set>
                                      <p:cBhvr>
                                        <p:cTn id="9" dur="80"/>
                                        <p:tgtEl>
                                          <p:spTgt spid="4"/>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grpId="0" nodeType="clickEffect">
                                  <p:stCondLst>
                                    <p:cond delay="0"/>
                                  </p:stCondLst>
                                  <p:iterate type="lt">
                                    <p:tmPct val="50000"/>
                                  </p:iterate>
                                  <p:childTnLst>
                                    <p:set>
                                      <p:cBhvr>
                                        <p:cTn id="13" dur="1" fill="hold">
                                          <p:stCondLst>
                                            <p:cond delay="0"/>
                                          </p:stCondLst>
                                        </p:cTn>
                                        <p:tgtEl>
                                          <p:spTgt spid="5"/>
                                        </p:tgtEl>
                                        <p:attrNameLst>
                                          <p:attrName>style.visibility</p:attrName>
                                        </p:attrNameLst>
                                      </p:cBhvr>
                                      <p:to>
                                        <p:strVal val="visible"/>
                                      </p:to>
                                    </p:set>
                                    <p:anim calcmode="discrete" valueType="clr">
                                      <p:cBhvr override="childStyle">
                                        <p:cTn id="14" dur="80"/>
                                        <p:tgtEl>
                                          <p:spTgt spid="5"/>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5"/>
                                        </p:tgtEl>
                                        <p:attrNameLst>
                                          <p:attrName>fillcolor</p:attrName>
                                        </p:attrNameLst>
                                      </p:cBhvr>
                                      <p:tavLst>
                                        <p:tav tm="0">
                                          <p:val>
                                            <p:clrVal>
                                              <a:schemeClr val="accent2"/>
                                            </p:clrVal>
                                          </p:val>
                                        </p:tav>
                                        <p:tav tm="50000">
                                          <p:val>
                                            <p:clrVal>
                                              <a:schemeClr val="hlink"/>
                                            </p:clrVal>
                                          </p:val>
                                        </p:tav>
                                      </p:tavLst>
                                    </p:anim>
                                    <p:set>
                                      <p:cBhvr>
                                        <p:cTn id="16" dur="80"/>
                                        <p:tgtEl>
                                          <p:spTgt spid="5"/>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组合 3"/>
          <p:cNvGrpSpPr/>
          <p:nvPr/>
        </p:nvGrpSpPr>
        <p:grpSpPr>
          <a:xfrm>
            <a:off x="-23495" y="-113665"/>
            <a:ext cx="4674235" cy="787861"/>
            <a:chOff x="201757" y="129906"/>
            <a:chExt cx="6264696" cy="1096834"/>
          </a:xfrm>
        </p:grpSpPr>
        <p:pic>
          <p:nvPicPr>
            <p:cNvPr id="19473" name="Picture 9" descr="F:\ppt素材\图标\我收集的图标\字体\3.png"/>
            <p:cNvPicPr>
              <a:picLocks noChangeAspect="1"/>
            </p:cNvPicPr>
            <p:nvPr/>
          </p:nvPicPr>
          <p:blipFill>
            <a:blip r:embed="rId2"/>
            <a:stretch>
              <a:fillRect/>
            </a:stretch>
          </p:blipFill>
          <p:spPr>
            <a:xfrm rot="5400000">
              <a:off x="2884210" y="-2418911"/>
              <a:ext cx="899790" cy="6264696"/>
            </a:xfrm>
            <a:prstGeom prst="rect">
              <a:avLst/>
            </a:prstGeom>
            <a:noFill/>
            <a:ln w="9525">
              <a:noFill/>
            </a:ln>
          </p:spPr>
        </p:pic>
        <p:pic>
          <p:nvPicPr>
            <p:cNvPr id="19474" name="Picture 6" descr="F:\超棒ppt模板\中国风\中国风物件\maobi.png"/>
            <p:cNvPicPr>
              <a:picLocks noChangeAspect="1"/>
            </p:cNvPicPr>
            <p:nvPr/>
          </p:nvPicPr>
          <p:blipFill>
            <a:blip r:embed="rId3"/>
            <a:stretch>
              <a:fillRect/>
            </a:stretch>
          </p:blipFill>
          <p:spPr>
            <a:xfrm>
              <a:off x="308134" y="129906"/>
              <a:ext cx="775209" cy="775006"/>
            </a:xfrm>
            <a:prstGeom prst="rect">
              <a:avLst/>
            </a:prstGeom>
            <a:noFill/>
            <a:ln w="9525">
              <a:noFill/>
            </a:ln>
          </p:spPr>
        </p:pic>
        <p:sp>
          <p:nvSpPr>
            <p:cNvPr id="19475" name="TextBox 2"/>
            <p:cNvSpPr txBox="1"/>
            <p:nvPr/>
          </p:nvSpPr>
          <p:spPr>
            <a:xfrm>
              <a:off x="1083609" y="500071"/>
              <a:ext cx="2844474" cy="726669"/>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eaLnBrk="1" hangingPunct="1">
                <a:lnSpc>
                  <a:spcPct val="100000"/>
                </a:lnSpc>
                <a:spcBef>
                  <a:spcPct val="0"/>
                </a:spcBef>
                <a:buNone/>
              </a:pPr>
              <a:r>
                <a:rPr lang="zh-CN" altLang="en-US" b="1" dirty="0">
                  <a:solidFill>
                    <a:schemeClr val="bg1"/>
                  </a:solidFill>
                  <a:latin typeface="楷体" panose="02010609060101010101" pitchFamily="1" charset="-122"/>
                  <a:ea typeface="楷体" panose="02010609060101010101" pitchFamily="1" charset="-122"/>
                </a:rPr>
                <a:t>字符串</a:t>
              </a:r>
            </a:p>
          </p:txBody>
        </p:sp>
      </p:grpSp>
      <p:pic>
        <p:nvPicPr>
          <p:cNvPr id="4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4835" y="4641215"/>
            <a:ext cx="965200" cy="50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框 2"/>
          <p:cNvSpPr txBox="1"/>
          <p:nvPr/>
        </p:nvSpPr>
        <p:spPr>
          <a:xfrm>
            <a:off x="259080" y="829310"/>
            <a:ext cx="8168005" cy="1014730"/>
          </a:xfrm>
          <a:prstGeom prst="rect">
            <a:avLst/>
          </a:prstGeom>
          <a:noFill/>
        </p:spPr>
        <p:txBody>
          <a:bodyPr wrap="square" rtlCol="0" anchor="t">
            <a:spAutoFit/>
          </a:bodyPr>
          <a:lstStyle/>
          <a:p>
            <a:r>
              <a:rPr lang="zh-CN" altLang="en-US" sz="2000" dirty="0">
                <a:latin typeface="隶书" panose="02010509060101010101" charset="-122"/>
                <a:ea typeface="隶书" panose="02010509060101010101" charset="-122"/>
                <a:cs typeface="隶书" panose="02010509060101010101" charset="-122"/>
                <a:sym typeface="+mn-ea"/>
              </a:rPr>
              <a:t>分析：枚举[L,R]区间的所有整数，对于每个整数x：</a:t>
            </a:r>
            <a:endParaRPr lang="zh-CN" altLang="en-US" sz="2000" dirty="0">
              <a:latin typeface="隶书" panose="02010509060101010101" charset="-122"/>
              <a:ea typeface="隶书" panose="02010509060101010101" charset="-122"/>
              <a:cs typeface="隶书" panose="02010509060101010101" charset="-122"/>
            </a:endParaRPr>
          </a:p>
          <a:p>
            <a:r>
              <a:rPr lang="zh-CN" altLang="en-US" sz="2000" dirty="0">
                <a:latin typeface="隶书" panose="02010509060101010101" charset="-122"/>
                <a:ea typeface="隶书" panose="02010509060101010101" charset="-122"/>
                <a:cs typeface="隶书" panose="02010509060101010101" charset="-122"/>
                <a:sym typeface="+mn-ea"/>
              </a:rPr>
              <a:t>1.将整数x转化成字符串s，可以用</a:t>
            </a:r>
            <a:r>
              <a:rPr lang="zh-CN" altLang="en-US" sz="2000" b="1" dirty="0">
                <a:solidFill>
                  <a:srgbClr val="FF0000"/>
                </a:solidFill>
                <a:latin typeface="隶书" panose="02010509060101010101" charset="-122"/>
                <a:ea typeface="隶书" panose="02010509060101010101" charset="-122"/>
                <a:cs typeface="隶书" panose="02010509060101010101" charset="-122"/>
                <a:sym typeface="+mn-ea"/>
              </a:rPr>
              <a:t>sprintf(s,"%d",x)</a:t>
            </a:r>
            <a:r>
              <a:rPr lang="zh-CN" altLang="en-US" sz="2000" dirty="0">
                <a:latin typeface="隶书" panose="02010509060101010101" charset="-122"/>
                <a:ea typeface="隶书" panose="02010509060101010101" charset="-122"/>
                <a:cs typeface="隶书" panose="02010509060101010101" charset="-122"/>
                <a:sym typeface="+mn-ea"/>
              </a:rPr>
              <a:t>来实现；</a:t>
            </a:r>
            <a:endParaRPr lang="zh-CN" altLang="en-US" sz="2000" dirty="0">
              <a:latin typeface="隶书" panose="02010509060101010101" charset="-122"/>
              <a:ea typeface="隶书" panose="02010509060101010101" charset="-122"/>
              <a:cs typeface="隶书" panose="02010509060101010101" charset="-122"/>
            </a:endParaRPr>
          </a:p>
          <a:p>
            <a:r>
              <a:rPr lang="zh-CN" altLang="en-US" sz="2000" dirty="0">
                <a:latin typeface="隶书" panose="02010509060101010101" charset="-122"/>
                <a:ea typeface="隶书" panose="02010509060101010101" charset="-122"/>
                <a:cs typeface="隶书" panose="02010509060101010101" charset="-122"/>
                <a:sym typeface="+mn-ea"/>
              </a:rPr>
              <a:t>2.枚举字符串s的每个字符判断是否为2。</a:t>
            </a:r>
            <a:endParaRPr lang="zh-CN" altLang="en-US" sz="2000" dirty="0">
              <a:latin typeface="隶书" panose="02010509060101010101" charset="-122"/>
              <a:ea typeface="隶书" panose="02010509060101010101" charset="-122"/>
              <a:cs typeface="隶书" panose="02010509060101010101" charset="-122"/>
            </a:endParaRPr>
          </a:p>
        </p:txBody>
      </p:sp>
      <p:pic>
        <p:nvPicPr>
          <p:cNvPr id="4" name="图片 3"/>
          <p:cNvPicPr>
            <a:picLocks noChangeAspect="1"/>
          </p:cNvPicPr>
          <p:nvPr/>
        </p:nvPicPr>
        <p:blipFill>
          <a:blip r:embed="rId5"/>
          <a:stretch>
            <a:fillRect/>
          </a:stretch>
        </p:blipFill>
        <p:spPr>
          <a:xfrm>
            <a:off x="715010" y="1793875"/>
            <a:ext cx="3642360" cy="3353435"/>
          </a:xfrm>
          <a:prstGeom prst="rect">
            <a:avLst/>
          </a:prstGeom>
        </p:spPr>
      </p:pic>
    </p:spTree>
    <p:extLst>
      <p:ext uri="{BB962C8B-B14F-4D97-AF65-F5344CB8AC3E}">
        <p14:creationId xmlns:p14="http://schemas.microsoft.com/office/powerpoint/2010/main" val="2500529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3"/>
                                        </p:tgtEl>
                                        <p:attrNameLst>
                                          <p:attrName>style.visibility</p:attrName>
                                        </p:attrNameLst>
                                      </p:cBhvr>
                                      <p:to>
                                        <p:strVal val="visible"/>
                                      </p:to>
                                    </p:set>
                                    <p:anim calcmode="discrete" valueType="clr">
                                      <p:cBhvr override="childStyle">
                                        <p:cTn id="7" dur="80"/>
                                        <p:tgtEl>
                                          <p:spTgt spid="3"/>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3"/>
                                        </p:tgtEl>
                                        <p:attrNameLst>
                                          <p:attrName>fillcolor</p:attrName>
                                        </p:attrNameLst>
                                      </p:cBhvr>
                                      <p:tavLst>
                                        <p:tav tm="0">
                                          <p:val>
                                            <p:clrVal>
                                              <a:schemeClr val="accent2"/>
                                            </p:clrVal>
                                          </p:val>
                                        </p:tav>
                                        <p:tav tm="50000">
                                          <p:val>
                                            <p:clrVal>
                                              <a:schemeClr val="hlink"/>
                                            </p:clrVal>
                                          </p:val>
                                        </p:tav>
                                      </p:tavLst>
                                    </p:anim>
                                    <p:set>
                                      <p:cBhvr>
                                        <p:cTn id="9" dur="80"/>
                                        <p:tgtEl>
                                          <p:spTgt spid="3"/>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4"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 to="" calcmode="lin" valueType="num">
                                      <p:cBhvr>
                                        <p:cTn id="14" dur="1" fill="hold"/>
                                        <p:tgtEl>
                                          <p:spTgt spid="4"/>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组合 3"/>
          <p:cNvGrpSpPr/>
          <p:nvPr/>
        </p:nvGrpSpPr>
        <p:grpSpPr>
          <a:xfrm>
            <a:off x="-23495" y="-113665"/>
            <a:ext cx="4674235" cy="787861"/>
            <a:chOff x="201757" y="129906"/>
            <a:chExt cx="6264696" cy="1096834"/>
          </a:xfrm>
        </p:grpSpPr>
        <p:pic>
          <p:nvPicPr>
            <p:cNvPr id="19473" name="Picture 9" descr="F:\ppt素材\图标\我收集的图标\字体\3.png"/>
            <p:cNvPicPr>
              <a:picLocks noChangeAspect="1"/>
            </p:cNvPicPr>
            <p:nvPr/>
          </p:nvPicPr>
          <p:blipFill>
            <a:blip r:embed="rId2"/>
            <a:stretch>
              <a:fillRect/>
            </a:stretch>
          </p:blipFill>
          <p:spPr>
            <a:xfrm rot="5400000">
              <a:off x="2884210" y="-2418911"/>
              <a:ext cx="899790" cy="6264696"/>
            </a:xfrm>
            <a:prstGeom prst="rect">
              <a:avLst/>
            </a:prstGeom>
            <a:noFill/>
            <a:ln w="9525">
              <a:noFill/>
            </a:ln>
          </p:spPr>
        </p:pic>
        <p:pic>
          <p:nvPicPr>
            <p:cNvPr id="19474" name="Picture 6" descr="F:\超棒ppt模板\中国风\中国风物件\maobi.png"/>
            <p:cNvPicPr>
              <a:picLocks noChangeAspect="1"/>
            </p:cNvPicPr>
            <p:nvPr/>
          </p:nvPicPr>
          <p:blipFill>
            <a:blip r:embed="rId3"/>
            <a:stretch>
              <a:fillRect/>
            </a:stretch>
          </p:blipFill>
          <p:spPr>
            <a:xfrm>
              <a:off x="308134" y="129906"/>
              <a:ext cx="775209" cy="775006"/>
            </a:xfrm>
            <a:prstGeom prst="rect">
              <a:avLst/>
            </a:prstGeom>
            <a:noFill/>
            <a:ln w="9525">
              <a:noFill/>
            </a:ln>
          </p:spPr>
        </p:pic>
        <p:sp>
          <p:nvSpPr>
            <p:cNvPr id="19475" name="TextBox 2"/>
            <p:cNvSpPr txBox="1"/>
            <p:nvPr/>
          </p:nvSpPr>
          <p:spPr>
            <a:xfrm>
              <a:off x="1083609" y="500071"/>
              <a:ext cx="2844474" cy="726669"/>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eaLnBrk="1" hangingPunct="1">
                <a:lnSpc>
                  <a:spcPct val="100000"/>
                </a:lnSpc>
                <a:spcBef>
                  <a:spcPct val="0"/>
                </a:spcBef>
                <a:buNone/>
              </a:pPr>
              <a:r>
                <a:rPr lang="zh-CN" altLang="en-US" b="1" dirty="0">
                  <a:solidFill>
                    <a:schemeClr val="bg1"/>
                  </a:solidFill>
                  <a:latin typeface="楷体" panose="02010609060101010101" pitchFamily="1" charset="-122"/>
                  <a:ea typeface="楷体" panose="02010609060101010101" pitchFamily="1" charset="-122"/>
                </a:rPr>
                <a:t>字符串</a:t>
              </a:r>
            </a:p>
          </p:txBody>
        </p:sp>
      </p:grpSp>
      <p:pic>
        <p:nvPicPr>
          <p:cNvPr id="4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4835" y="4641215"/>
            <a:ext cx="965200" cy="50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框 2"/>
          <p:cNvSpPr txBox="1"/>
          <p:nvPr/>
        </p:nvSpPr>
        <p:spPr>
          <a:xfrm>
            <a:off x="316865" y="702945"/>
            <a:ext cx="1842770" cy="398780"/>
          </a:xfrm>
          <a:prstGeom prst="rect">
            <a:avLst/>
          </a:prstGeom>
          <a:noFill/>
        </p:spPr>
        <p:txBody>
          <a:bodyPr wrap="none" rtlCol="0" anchor="t">
            <a:spAutoFit/>
          </a:bodyPr>
          <a:lstStyle/>
          <a:p>
            <a:r>
              <a:rPr lang="zh-CN" altLang="zh-CN" sz="2000" b="1" dirty="0" smtClean="0">
                <a:latin typeface="隶书" panose="02010509060101010101" charset="-122"/>
                <a:ea typeface="隶书" panose="02010509060101010101" charset="-122"/>
                <a:cs typeface="隶书" panose="02010509060101010101" charset="-122"/>
                <a:sym typeface="+mn-ea"/>
              </a:rPr>
              <a:t>例</a:t>
            </a:r>
            <a:r>
              <a:rPr lang="en-US" altLang="zh-CN" sz="2000" b="1" dirty="0" smtClean="0">
                <a:latin typeface="隶书" panose="02010509060101010101" charset="-122"/>
                <a:ea typeface="隶书" panose="02010509060101010101" charset="-122"/>
                <a:cs typeface="隶书" panose="02010509060101010101" charset="-122"/>
                <a:sym typeface="+mn-ea"/>
              </a:rPr>
              <a:t>7</a:t>
            </a:r>
            <a:r>
              <a:rPr lang="zh-CN" altLang="zh-CN" sz="2000" b="1" dirty="0" smtClean="0">
                <a:latin typeface="隶书" panose="02010509060101010101" charset="-122"/>
                <a:ea typeface="隶书" panose="02010509060101010101" charset="-122"/>
                <a:cs typeface="隶书" panose="02010509060101010101" charset="-122"/>
                <a:sym typeface="+mn-ea"/>
              </a:rPr>
              <a:t>：</a:t>
            </a:r>
            <a:r>
              <a:rPr lang="zh-CN" altLang="en-US" sz="2000" b="1" dirty="0" smtClean="0">
                <a:latin typeface="隶书" panose="02010509060101010101" charset="-122"/>
                <a:ea typeface="隶书" panose="02010509060101010101" charset="-122"/>
                <a:cs typeface="隶书" panose="02010509060101010101" charset="-122"/>
                <a:sym typeface="+mn-ea"/>
              </a:rPr>
              <a:t>数字反转</a:t>
            </a:r>
          </a:p>
        </p:txBody>
      </p:sp>
      <p:sp>
        <p:nvSpPr>
          <p:cNvPr id="4" name="文本框 3"/>
          <p:cNvSpPr txBox="1"/>
          <p:nvPr/>
        </p:nvSpPr>
        <p:spPr>
          <a:xfrm>
            <a:off x="347980" y="1117600"/>
            <a:ext cx="8400415" cy="2214880"/>
          </a:xfrm>
          <a:prstGeom prst="rect">
            <a:avLst/>
          </a:prstGeom>
          <a:noFill/>
        </p:spPr>
        <p:txBody>
          <a:bodyPr wrap="square" rtlCol="0">
            <a:spAutoFit/>
          </a:bodyPr>
          <a:lstStyle/>
          <a:p>
            <a:r>
              <a:rPr lang="en-US" altLang="zh-CN" sz="2000" dirty="0">
                <a:latin typeface="隶书" panose="02010509060101010101" charset="-122"/>
                <a:ea typeface="隶书" panose="02010509060101010101" charset="-122"/>
                <a:cs typeface="隶书" panose="02010509060101010101" charset="-122"/>
                <a:sym typeface="+mn-ea"/>
              </a:rPr>
              <a:t>【</a:t>
            </a:r>
            <a:r>
              <a:rPr lang="zh-CN" altLang="en-US" sz="2000" dirty="0">
                <a:latin typeface="隶书" panose="02010509060101010101" charset="-122"/>
                <a:ea typeface="隶书" panose="02010509060101010101" charset="-122"/>
                <a:cs typeface="隶书" panose="02010509060101010101" charset="-122"/>
                <a:sym typeface="+mn-ea"/>
              </a:rPr>
              <a:t>问题描述</a:t>
            </a:r>
            <a:r>
              <a:rPr lang="en-US" altLang="zh-CN" sz="2000" dirty="0">
                <a:latin typeface="隶书" panose="02010509060101010101" charset="-122"/>
                <a:ea typeface="隶书" panose="02010509060101010101" charset="-122"/>
                <a:cs typeface="隶书" panose="02010509060101010101" charset="-122"/>
                <a:sym typeface="+mn-ea"/>
              </a:rPr>
              <a:t>】</a:t>
            </a:r>
            <a:endParaRPr lang="en-US" altLang="zh-CN" sz="2000" dirty="0">
              <a:latin typeface="隶书" panose="02010509060101010101" charset="-122"/>
              <a:ea typeface="隶书" panose="02010509060101010101" charset="-122"/>
              <a:cs typeface="隶书" panose="02010509060101010101" charset="-122"/>
            </a:endParaRPr>
          </a:p>
          <a:p>
            <a:r>
              <a:rPr lang="zh-CN" altLang="en-US" sz="2000" dirty="0">
                <a:latin typeface="隶书" panose="02010509060101010101" charset="-122"/>
                <a:ea typeface="隶书" panose="02010509060101010101" charset="-122"/>
                <a:cs typeface="隶书" panose="02010509060101010101" charset="-122"/>
                <a:sym typeface="+mn-ea"/>
              </a:rPr>
              <a:t>给定一个整数，请将该数各个位上数字反转得到一个新数。新数也应满足整数的常见形式，即除非给定的原数为零，否则反转后得到的新数的最高位数字不应为</a:t>
            </a:r>
            <a:r>
              <a:rPr lang="zh-CN" altLang="en-US" sz="2000" dirty="0" smtClean="0">
                <a:latin typeface="隶书" panose="02010509060101010101" charset="-122"/>
                <a:ea typeface="隶书" panose="02010509060101010101" charset="-122"/>
                <a:cs typeface="隶书" panose="02010509060101010101" charset="-122"/>
                <a:sym typeface="+mn-ea"/>
              </a:rPr>
              <a:t>零</a:t>
            </a:r>
            <a:endParaRPr lang="en-US" altLang="zh-CN" sz="2000" dirty="0" smtClean="0">
              <a:latin typeface="隶书" panose="02010509060101010101" charset="-122"/>
              <a:ea typeface="隶书" panose="02010509060101010101" charset="-122"/>
              <a:cs typeface="隶书" panose="02010509060101010101" charset="-122"/>
            </a:endParaRPr>
          </a:p>
          <a:p>
            <a:r>
              <a:rPr lang="en-US" altLang="zh-CN" sz="2000" dirty="0">
                <a:latin typeface="隶书" panose="02010509060101010101" charset="-122"/>
                <a:ea typeface="隶书" panose="02010509060101010101" charset="-122"/>
                <a:cs typeface="隶书" panose="02010509060101010101" charset="-122"/>
                <a:sym typeface="+mn-ea"/>
              </a:rPr>
              <a:t>【</a:t>
            </a:r>
            <a:r>
              <a:rPr lang="zh-CN" altLang="en-US" sz="2000" dirty="0">
                <a:latin typeface="隶书" panose="02010509060101010101" charset="-122"/>
                <a:ea typeface="隶书" panose="02010509060101010101" charset="-122"/>
                <a:cs typeface="隶书" panose="02010509060101010101" charset="-122"/>
                <a:sym typeface="+mn-ea"/>
              </a:rPr>
              <a:t>数据范围</a:t>
            </a:r>
            <a:r>
              <a:rPr lang="en-US" altLang="zh-CN" sz="2000" dirty="0">
                <a:latin typeface="隶书" panose="02010509060101010101" charset="-122"/>
                <a:ea typeface="隶书" panose="02010509060101010101" charset="-122"/>
                <a:cs typeface="隶书" panose="02010509060101010101" charset="-122"/>
                <a:sym typeface="+mn-ea"/>
              </a:rPr>
              <a:t>】</a:t>
            </a:r>
            <a:endParaRPr lang="en-US" altLang="zh-CN" sz="2000" dirty="0">
              <a:latin typeface="隶书" panose="02010509060101010101" charset="-122"/>
              <a:ea typeface="隶书" panose="02010509060101010101" charset="-122"/>
              <a:cs typeface="隶书" panose="02010509060101010101" charset="-122"/>
            </a:endParaRPr>
          </a:p>
          <a:p>
            <a:r>
              <a:rPr lang="en-US" altLang="zh-CN" sz="2000" dirty="0">
                <a:latin typeface="隶书" panose="02010509060101010101" charset="-122"/>
                <a:ea typeface="隶书" panose="02010509060101010101" charset="-122"/>
                <a:cs typeface="隶书" panose="02010509060101010101" charset="-122"/>
                <a:sym typeface="+mn-ea"/>
              </a:rPr>
              <a:t>-1,000,000,000 ≤ N≤ 1,000,000,000</a:t>
            </a:r>
            <a:r>
              <a:rPr lang="zh-CN" altLang="en-US" sz="2000" dirty="0">
                <a:latin typeface="隶书" panose="02010509060101010101" charset="-122"/>
                <a:ea typeface="隶书" panose="02010509060101010101" charset="-122"/>
                <a:cs typeface="隶书" panose="02010509060101010101" charset="-122"/>
                <a:sym typeface="+mn-ea"/>
              </a:rPr>
              <a:t>。</a:t>
            </a:r>
            <a:endParaRPr lang="zh-CN" altLang="en-US" dirty="0">
              <a:ea typeface="黑体" panose="02010609060101010101" pitchFamily="49" charset="-122"/>
            </a:endParaRPr>
          </a:p>
          <a:p>
            <a:endParaRPr lang="zh-CN" altLang="en-US"/>
          </a:p>
        </p:txBody>
      </p:sp>
      <p:sp>
        <p:nvSpPr>
          <p:cNvPr id="103" name="文本框 102"/>
          <p:cNvSpPr txBox="1"/>
          <p:nvPr/>
        </p:nvSpPr>
        <p:spPr>
          <a:xfrm>
            <a:off x="56515" y="3039110"/>
            <a:ext cx="5410200" cy="2061210"/>
          </a:xfrm>
          <a:prstGeom prst="rect">
            <a:avLst/>
          </a:prstGeom>
          <a:noFill/>
          <a:ln w="9525">
            <a:noFill/>
          </a:ln>
        </p:spPr>
        <p:txBody>
          <a:bodyPr wrap="square">
            <a:spAutoFit/>
          </a:bodyPr>
          <a:lstStyle/>
          <a:p>
            <a:pPr indent="298450" algn="l"/>
            <a:r>
              <a:rPr lang="zh-CN" sz="1600" b="0">
                <a:latin typeface="隶书" panose="02010509060101010101" charset="-122"/>
                <a:ea typeface="隶书" panose="02010509060101010101" charset="-122"/>
                <a:cs typeface="隶书" panose="02010509060101010101" charset="-122"/>
              </a:rPr>
              <a:t>【输入样例1】</a:t>
            </a:r>
            <a:endParaRPr lang="en-US" sz="1600" b="0">
              <a:latin typeface="隶书" panose="02010509060101010101" charset="-122"/>
              <a:ea typeface="隶书" panose="02010509060101010101" charset="-122"/>
              <a:cs typeface="隶书" panose="02010509060101010101" charset="-122"/>
            </a:endParaRPr>
          </a:p>
          <a:p>
            <a:pPr indent="298450" algn="l"/>
            <a:r>
              <a:rPr lang="en-US" sz="1600" b="0">
                <a:latin typeface="隶书" panose="02010509060101010101" charset="-122"/>
                <a:ea typeface="隶书" panose="02010509060101010101" charset="-122"/>
                <a:cs typeface="隶书" panose="02010509060101010101" charset="-122"/>
              </a:rPr>
              <a:t>    123</a:t>
            </a:r>
            <a:endParaRPr lang="zh-CN" sz="1600" b="0">
              <a:latin typeface="隶书" panose="02010509060101010101" charset="-122"/>
              <a:ea typeface="隶书" panose="02010509060101010101" charset="-122"/>
              <a:cs typeface="隶书" panose="02010509060101010101" charset="-122"/>
            </a:endParaRPr>
          </a:p>
          <a:p>
            <a:pPr indent="298450" algn="l"/>
            <a:r>
              <a:rPr lang="zh-CN" sz="1600" b="0">
                <a:latin typeface="隶书" panose="02010509060101010101" charset="-122"/>
                <a:ea typeface="隶书" panose="02010509060101010101" charset="-122"/>
                <a:cs typeface="隶书" panose="02010509060101010101" charset="-122"/>
              </a:rPr>
              <a:t>   【输出样例1】</a:t>
            </a:r>
            <a:endParaRPr lang="en-US" sz="1600" b="0">
              <a:latin typeface="隶书" panose="02010509060101010101" charset="-122"/>
              <a:ea typeface="隶书" panose="02010509060101010101" charset="-122"/>
              <a:cs typeface="隶书" panose="02010509060101010101" charset="-122"/>
            </a:endParaRPr>
          </a:p>
          <a:p>
            <a:pPr indent="298450" algn="l"/>
            <a:r>
              <a:rPr lang="en-US" sz="1600" b="0">
                <a:latin typeface="隶书" panose="02010509060101010101" charset="-122"/>
                <a:ea typeface="隶书" panose="02010509060101010101" charset="-122"/>
                <a:cs typeface="隶书" panose="02010509060101010101" charset="-122"/>
              </a:rPr>
              <a:t>    321</a:t>
            </a:r>
            <a:endParaRPr lang="zh-CN" sz="1600" b="0">
              <a:latin typeface="隶书" panose="02010509060101010101" charset="-122"/>
              <a:ea typeface="隶书" panose="02010509060101010101" charset="-122"/>
              <a:cs typeface="隶书" panose="02010509060101010101" charset="-122"/>
            </a:endParaRPr>
          </a:p>
          <a:p>
            <a:pPr indent="298450" algn="l"/>
            <a:r>
              <a:rPr lang="zh-CN" sz="1600" b="0">
                <a:latin typeface="隶书" panose="02010509060101010101" charset="-122"/>
                <a:ea typeface="隶书" panose="02010509060101010101" charset="-122"/>
                <a:cs typeface="隶书" panose="02010509060101010101" charset="-122"/>
              </a:rPr>
              <a:t>   【输入样例2】</a:t>
            </a:r>
            <a:endParaRPr lang="en-US" sz="1600" b="0">
              <a:latin typeface="隶书" panose="02010509060101010101" charset="-122"/>
              <a:ea typeface="隶书" panose="02010509060101010101" charset="-122"/>
              <a:cs typeface="隶书" panose="02010509060101010101" charset="-122"/>
            </a:endParaRPr>
          </a:p>
          <a:p>
            <a:pPr indent="298450" algn="l"/>
            <a:r>
              <a:rPr lang="en-US" sz="1600" b="0">
                <a:latin typeface="隶书" panose="02010509060101010101" charset="-122"/>
                <a:ea typeface="隶书" panose="02010509060101010101" charset="-122"/>
                <a:cs typeface="隶书" panose="02010509060101010101" charset="-122"/>
              </a:rPr>
              <a:t>    -380</a:t>
            </a:r>
            <a:endParaRPr lang="zh-CN" sz="1600" b="0">
              <a:latin typeface="隶书" panose="02010509060101010101" charset="-122"/>
              <a:ea typeface="隶书" panose="02010509060101010101" charset="-122"/>
              <a:cs typeface="隶书" panose="02010509060101010101" charset="-122"/>
            </a:endParaRPr>
          </a:p>
          <a:p>
            <a:pPr indent="298450" algn="l"/>
            <a:r>
              <a:rPr lang="zh-CN" sz="1600" b="0">
                <a:latin typeface="隶书" panose="02010509060101010101" charset="-122"/>
                <a:ea typeface="隶书" panose="02010509060101010101" charset="-122"/>
                <a:cs typeface="隶书" panose="02010509060101010101" charset="-122"/>
              </a:rPr>
              <a:t>   【输出样例2】</a:t>
            </a:r>
            <a:endParaRPr lang="en-US" sz="1600" b="0">
              <a:latin typeface="隶书" panose="02010509060101010101" charset="-122"/>
              <a:ea typeface="隶书" panose="02010509060101010101" charset="-122"/>
              <a:cs typeface="隶书" panose="02010509060101010101" charset="-122"/>
            </a:endParaRPr>
          </a:p>
          <a:p>
            <a:pPr indent="298450" algn="l"/>
            <a:r>
              <a:rPr lang="en-US" sz="1600" b="0">
                <a:latin typeface="隶书" panose="02010509060101010101" charset="-122"/>
                <a:ea typeface="隶书" panose="02010509060101010101" charset="-122"/>
                <a:cs typeface="隶书" panose="02010509060101010101" charset="-122"/>
              </a:rPr>
              <a:t>    -83</a:t>
            </a:r>
            <a:endParaRPr lang="zh-CN" altLang="en-US" sz="1600">
              <a:latin typeface="隶书" panose="02010509060101010101" charset="-122"/>
              <a:ea typeface="隶书" panose="02010509060101010101" charset="-122"/>
              <a:cs typeface="隶书" panose="02010509060101010101" charset="-122"/>
            </a:endParaRPr>
          </a:p>
        </p:txBody>
      </p:sp>
    </p:spTree>
    <p:extLst>
      <p:ext uri="{BB962C8B-B14F-4D97-AF65-F5344CB8AC3E}">
        <p14:creationId xmlns:p14="http://schemas.microsoft.com/office/powerpoint/2010/main" val="3843583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3"/>
                                        </p:tgtEl>
                                        <p:attrNameLst>
                                          <p:attrName>style.visibility</p:attrName>
                                        </p:attrNameLst>
                                      </p:cBhvr>
                                      <p:to>
                                        <p:strVal val="visible"/>
                                      </p:to>
                                    </p:set>
                                    <p:anim calcmode="discrete" valueType="clr">
                                      <p:cBhvr override="childStyle">
                                        <p:cTn id="7" dur="80"/>
                                        <p:tgtEl>
                                          <p:spTgt spid="3"/>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3"/>
                                        </p:tgtEl>
                                        <p:attrNameLst>
                                          <p:attrName>fillcolor</p:attrName>
                                        </p:attrNameLst>
                                      </p:cBhvr>
                                      <p:tavLst>
                                        <p:tav tm="0">
                                          <p:val>
                                            <p:clrVal>
                                              <a:schemeClr val="accent2"/>
                                            </p:clrVal>
                                          </p:val>
                                        </p:tav>
                                        <p:tav tm="50000">
                                          <p:val>
                                            <p:clrVal>
                                              <a:schemeClr val="hlink"/>
                                            </p:clrVal>
                                          </p:val>
                                        </p:tav>
                                      </p:tavLst>
                                    </p:anim>
                                    <p:set>
                                      <p:cBhvr>
                                        <p:cTn id="9" dur="80"/>
                                        <p:tgtEl>
                                          <p:spTgt spid="3"/>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grpId="0" nodeType="clickEffect">
                                  <p:stCondLst>
                                    <p:cond delay="0"/>
                                  </p:stCondLst>
                                  <p:iterate type="lt">
                                    <p:tmPct val="50000"/>
                                  </p:iterate>
                                  <p:childTnLst>
                                    <p:set>
                                      <p:cBhvr>
                                        <p:cTn id="13" dur="1" fill="hold">
                                          <p:stCondLst>
                                            <p:cond delay="0"/>
                                          </p:stCondLst>
                                        </p:cTn>
                                        <p:tgtEl>
                                          <p:spTgt spid="4"/>
                                        </p:tgtEl>
                                        <p:attrNameLst>
                                          <p:attrName>style.visibility</p:attrName>
                                        </p:attrNameLst>
                                      </p:cBhvr>
                                      <p:to>
                                        <p:strVal val="visible"/>
                                      </p:to>
                                    </p:set>
                                    <p:anim calcmode="discrete" valueType="clr">
                                      <p:cBhvr override="childStyle">
                                        <p:cTn id="14" dur="80"/>
                                        <p:tgtEl>
                                          <p:spTgt spid="4"/>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4"/>
                                        </p:tgtEl>
                                        <p:attrNameLst>
                                          <p:attrName>fillcolor</p:attrName>
                                        </p:attrNameLst>
                                      </p:cBhvr>
                                      <p:tavLst>
                                        <p:tav tm="0">
                                          <p:val>
                                            <p:clrVal>
                                              <a:schemeClr val="accent2"/>
                                            </p:clrVal>
                                          </p:val>
                                        </p:tav>
                                        <p:tav tm="50000">
                                          <p:val>
                                            <p:clrVal>
                                              <a:schemeClr val="hlink"/>
                                            </p:clrVal>
                                          </p:val>
                                        </p:tav>
                                      </p:tavLst>
                                    </p:anim>
                                    <p:set>
                                      <p:cBhvr>
                                        <p:cTn id="16" dur="80"/>
                                        <p:tgtEl>
                                          <p:spTgt spid="4"/>
                                        </p:tgtEl>
                                        <p:attrNameLst>
                                          <p:attrName>fill.type</p:attrName>
                                        </p:attrNameLst>
                                      </p:cBhvr>
                                      <p:to>
                                        <p:strVal val="solid"/>
                                      </p:to>
                                    </p:set>
                                  </p:childTnLst>
                                </p:cTn>
                              </p:par>
                            </p:childTnLst>
                          </p:cTn>
                        </p:par>
                      </p:childTnLst>
                    </p:cTn>
                  </p:par>
                  <p:par>
                    <p:cTn id="17" fill="hold">
                      <p:stCondLst>
                        <p:cond delay="indefinite"/>
                      </p:stCondLst>
                      <p:childTnLst>
                        <p:par>
                          <p:cTn id="18" fill="hold">
                            <p:stCondLst>
                              <p:cond delay="0"/>
                            </p:stCondLst>
                            <p:childTnLst>
                              <p:par>
                                <p:cTn id="19" presetID="27" presetClass="entr" presetSubtype="0" fill="hold" grpId="0" nodeType="clickEffect">
                                  <p:stCondLst>
                                    <p:cond delay="0"/>
                                  </p:stCondLst>
                                  <p:iterate type="lt">
                                    <p:tmPct val="50000"/>
                                  </p:iterate>
                                  <p:childTnLst>
                                    <p:set>
                                      <p:cBhvr>
                                        <p:cTn id="20" dur="1" fill="hold">
                                          <p:stCondLst>
                                            <p:cond delay="0"/>
                                          </p:stCondLst>
                                        </p:cTn>
                                        <p:tgtEl>
                                          <p:spTgt spid="103"/>
                                        </p:tgtEl>
                                        <p:attrNameLst>
                                          <p:attrName>style.visibility</p:attrName>
                                        </p:attrNameLst>
                                      </p:cBhvr>
                                      <p:to>
                                        <p:strVal val="visible"/>
                                      </p:to>
                                    </p:set>
                                    <p:anim calcmode="discrete" valueType="clr">
                                      <p:cBhvr override="childStyle">
                                        <p:cTn id="21" dur="80"/>
                                        <p:tgtEl>
                                          <p:spTgt spid="103"/>
                                        </p:tgtEl>
                                        <p:attrNameLst>
                                          <p:attrName>style.color</p:attrName>
                                        </p:attrNameLst>
                                      </p:cBhvr>
                                      <p:tavLst>
                                        <p:tav tm="0">
                                          <p:val>
                                            <p:clrVal>
                                              <a:schemeClr val="accent2"/>
                                            </p:clrVal>
                                          </p:val>
                                        </p:tav>
                                        <p:tav tm="50000">
                                          <p:val>
                                            <p:clrVal>
                                              <a:schemeClr val="hlink"/>
                                            </p:clrVal>
                                          </p:val>
                                        </p:tav>
                                      </p:tavLst>
                                    </p:anim>
                                    <p:anim calcmode="discrete" valueType="clr">
                                      <p:cBhvr>
                                        <p:cTn id="22" dur="80"/>
                                        <p:tgtEl>
                                          <p:spTgt spid="103"/>
                                        </p:tgtEl>
                                        <p:attrNameLst>
                                          <p:attrName>fillcolor</p:attrName>
                                        </p:attrNameLst>
                                      </p:cBhvr>
                                      <p:tavLst>
                                        <p:tav tm="0">
                                          <p:val>
                                            <p:clrVal>
                                              <a:schemeClr val="accent2"/>
                                            </p:clrVal>
                                          </p:val>
                                        </p:tav>
                                        <p:tav tm="50000">
                                          <p:val>
                                            <p:clrVal>
                                              <a:schemeClr val="hlink"/>
                                            </p:clrVal>
                                          </p:val>
                                        </p:tav>
                                      </p:tavLst>
                                    </p:anim>
                                    <p:set>
                                      <p:cBhvr>
                                        <p:cTn id="23" dur="80"/>
                                        <p:tgtEl>
                                          <p:spTgt spid="103"/>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03"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组合 3"/>
          <p:cNvGrpSpPr/>
          <p:nvPr/>
        </p:nvGrpSpPr>
        <p:grpSpPr>
          <a:xfrm>
            <a:off x="-23495" y="-113665"/>
            <a:ext cx="4674235" cy="787861"/>
            <a:chOff x="201757" y="129906"/>
            <a:chExt cx="6264696" cy="1096834"/>
          </a:xfrm>
        </p:grpSpPr>
        <p:pic>
          <p:nvPicPr>
            <p:cNvPr id="19473" name="Picture 9" descr="F:\ppt素材\图标\我收集的图标\字体\3.png"/>
            <p:cNvPicPr>
              <a:picLocks noChangeAspect="1"/>
            </p:cNvPicPr>
            <p:nvPr/>
          </p:nvPicPr>
          <p:blipFill>
            <a:blip r:embed="rId2"/>
            <a:stretch>
              <a:fillRect/>
            </a:stretch>
          </p:blipFill>
          <p:spPr>
            <a:xfrm rot="5400000">
              <a:off x="2884210" y="-2418911"/>
              <a:ext cx="899790" cy="6264696"/>
            </a:xfrm>
            <a:prstGeom prst="rect">
              <a:avLst/>
            </a:prstGeom>
            <a:noFill/>
            <a:ln w="9525">
              <a:noFill/>
            </a:ln>
          </p:spPr>
        </p:pic>
        <p:pic>
          <p:nvPicPr>
            <p:cNvPr id="19474" name="Picture 6" descr="F:\超棒ppt模板\中国风\中国风物件\maobi.png"/>
            <p:cNvPicPr>
              <a:picLocks noChangeAspect="1"/>
            </p:cNvPicPr>
            <p:nvPr/>
          </p:nvPicPr>
          <p:blipFill>
            <a:blip r:embed="rId3"/>
            <a:stretch>
              <a:fillRect/>
            </a:stretch>
          </p:blipFill>
          <p:spPr>
            <a:xfrm>
              <a:off x="308134" y="129906"/>
              <a:ext cx="775209" cy="775006"/>
            </a:xfrm>
            <a:prstGeom prst="rect">
              <a:avLst/>
            </a:prstGeom>
            <a:noFill/>
            <a:ln w="9525">
              <a:noFill/>
            </a:ln>
          </p:spPr>
        </p:pic>
        <p:sp>
          <p:nvSpPr>
            <p:cNvPr id="19475" name="TextBox 2"/>
            <p:cNvSpPr txBox="1"/>
            <p:nvPr/>
          </p:nvSpPr>
          <p:spPr>
            <a:xfrm>
              <a:off x="1083609" y="500071"/>
              <a:ext cx="2844474" cy="726669"/>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eaLnBrk="1" hangingPunct="1">
                <a:lnSpc>
                  <a:spcPct val="100000"/>
                </a:lnSpc>
                <a:spcBef>
                  <a:spcPct val="0"/>
                </a:spcBef>
                <a:buNone/>
              </a:pPr>
              <a:r>
                <a:rPr lang="zh-CN" altLang="en-US" b="1" dirty="0">
                  <a:solidFill>
                    <a:schemeClr val="bg1"/>
                  </a:solidFill>
                  <a:latin typeface="楷体" panose="02010609060101010101" pitchFamily="1" charset="-122"/>
                  <a:ea typeface="楷体" panose="02010609060101010101" pitchFamily="1" charset="-122"/>
                </a:rPr>
                <a:t>字符串</a:t>
              </a:r>
            </a:p>
          </p:txBody>
        </p:sp>
      </p:grpSp>
      <p:pic>
        <p:nvPicPr>
          <p:cNvPr id="4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4835" y="4641215"/>
            <a:ext cx="965200" cy="50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框 2"/>
          <p:cNvSpPr txBox="1"/>
          <p:nvPr/>
        </p:nvSpPr>
        <p:spPr>
          <a:xfrm>
            <a:off x="471170" y="716280"/>
            <a:ext cx="4366260" cy="2245360"/>
          </a:xfrm>
          <a:prstGeom prst="rect">
            <a:avLst/>
          </a:prstGeom>
          <a:noFill/>
        </p:spPr>
        <p:txBody>
          <a:bodyPr wrap="square" rtlCol="0" anchor="t">
            <a:spAutoFit/>
          </a:bodyPr>
          <a:lstStyle/>
          <a:p>
            <a:r>
              <a:rPr lang="zh-CN" altLang="en-US" sz="2000" dirty="0" smtClean="0">
                <a:latin typeface="隶书" panose="02010509060101010101" charset="-122"/>
                <a:ea typeface="隶书" panose="02010509060101010101" charset="-122"/>
                <a:cs typeface="隶书" panose="02010509060101010101" charset="-122"/>
                <a:sym typeface="+mn-ea"/>
              </a:rPr>
              <a:t>分析：</a:t>
            </a:r>
          </a:p>
          <a:p>
            <a:r>
              <a:rPr lang="zh-CN" altLang="en-US" sz="2000" dirty="0" smtClean="0">
                <a:latin typeface="隶书" panose="02010509060101010101" charset="-122"/>
                <a:ea typeface="隶书" panose="02010509060101010101" charset="-122"/>
                <a:cs typeface="隶书" panose="02010509060101010101" charset="-122"/>
                <a:sym typeface="+mn-ea"/>
              </a:rPr>
              <a:t>1</a:t>
            </a:r>
            <a:r>
              <a:rPr lang="zh-CN" altLang="en-US" sz="2000" dirty="0">
                <a:latin typeface="隶书" panose="02010509060101010101" charset="-122"/>
                <a:ea typeface="隶书" panose="02010509060101010101" charset="-122"/>
                <a:cs typeface="隶书" panose="02010509060101010101" charset="-122"/>
                <a:sym typeface="+mn-ea"/>
              </a:rPr>
              <a:t>.将整数N转化成字符串s，可以用</a:t>
            </a:r>
            <a:r>
              <a:rPr lang="zh-CN" altLang="en-US" sz="2000" b="1" dirty="0">
                <a:solidFill>
                  <a:srgbClr val="FF0000"/>
                </a:solidFill>
                <a:latin typeface="隶书" panose="02010509060101010101" charset="-122"/>
                <a:ea typeface="隶书" panose="02010509060101010101" charset="-122"/>
                <a:cs typeface="隶书" panose="02010509060101010101" charset="-122"/>
                <a:sym typeface="+mn-ea"/>
              </a:rPr>
              <a:t>sprintf(s,"%d",N)</a:t>
            </a:r>
            <a:r>
              <a:rPr lang="zh-CN" altLang="en-US" sz="2000" dirty="0">
                <a:latin typeface="隶书" panose="02010509060101010101" charset="-122"/>
                <a:ea typeface="隶书" panose="02010509060101010101" charset="-122"/>
                <a:cs typeface="隶书" panose="02010509060101010101" charset="-122"/>
                <a:sym typeface="+mn-ea"/>
              </a:rPr>
              <a:t>来实现；</a:t>
            </a:r>
            <a:endParaRPr lang="zh-CN" altLang="en-US" sz="2000" dirty="0">
              <a:latin typeface="隶书" panose="02010509060101010101" charset="-122"/>
              <a:ea typeface="隶书" panose="02010509060101010101" charset="-122"/>
              <a:cs typeface="隶书" panose="02010509060101010101" charset="-122"/>
            </a:endParaRPr>
          </a:p>
          <a:p>
            <a:r>
              <a:rPr lang="zh-CN" altLang="en-US" sz="2000" dirty="0">
                <a:latin typeface="隶书" panose="02010509060101010101" charset="-122"/>
                <a:ea typeface="隶书" panose="02010509060101010101" charset="-122"/>
                <a:cs typeface="隶书" panose="02010509060101010101" charset="-122"/>
                <a:sym typeface="+mn-ea"/>
              </a:rPr>
              <a:t>2.对字符串进行反转操作；</a:t>
            </a:r>
            <a:endParaRPr lang="zh-CN" altLang="en-US" sz="2000" dirty="0">
              <a:latin typeface="隶书" panose="02010509060101010101" charset="-122"/>
              <a:ea typeface="隶书" panose="02010509060101010101" charset="-122"/>
              <a:cs typeface="隶书" panose="02010509060101010101" charset="-122"/>
            </a:endParaRPr>
          </a:p>
          <a:p>
            <a:r>
              <a:rPr lang="zh-CN" altLang="en-US" sz="2000" dirty="0">
                <a:latin typeface="隶书" panose="02010509060101010101" charset="-122"/>
                <a:ea typeface="隶书" panose="02010509060101010101" charset="-122"/>
                <a:cs typeface="隶书" panose="02010509060101010101" charset="-122"/>
                <a:sym typeface="+mn-ea"/>
              </a:rPr>
              <a:t>3.将字符串s转换成数字N,可以用</a:t>
            </a:r>
            <a:r>
              <a:rPr lang="zh-CN" altLang="en-US" sz="2000" b="1" dirty="0">
                <a:solidFill>
                  <a:srgbClr val="FF0000"/>
                </a:solidFill>
                <a:latin typeface="隶书" panose="02010509060101010101" charset="-122"/>
                <a:ea typeface="隶书" panose="02010509060101010101" charset="-122"/>
                <a:cs typeface="隶书" panose="02010509060101010101" charset="-122"/>
                <a:sym typeface="+mn-ea"/>
              </a:rPr>
              <a:t>sscanf(s,"%d",&amp;N)</a:t>
            </a:r>
            <a:r>
              <a:rPr lang="zh-CN" altLang="en-US" sz="2000" dirty="0">
                <a:latin typeface="隶书" panose="02010509060101010101" charset="-122"/>
                <a:ea typeface="隶书" panose="02010509060101010101" charset="-122"/>
                <a:cs typeface="隶书" panose="02010509060101010101" charset="-122"/>
                <a:sym typeface="+mn-ea"/>
              </a:rPr>
              <a:t>来实现。</a:t>
            </a:r>
            <a:endParaRPr lang="zh-CN" altLang="en-US" sz="2000" dirty="0">
              <a:latin typeface="隶书" panose="02010509060101010101" charset="-122"/>
              <a:ea typeface="隶书" panose="02010509060101010101" charset="-122"/>
              <a:cs typeface="隶书" panose="02010509060101010101" charset="-122"/>
            </a:endParaRPr>
          </a:p>
          <a:p>
            <a:r>
              <a:rPr lang="zh-CN" altLang="en-US" sz="2000" dirty="0">
                <a:latin typeface="隶书" panose="02010509060101010101" charset="-122"/>
                <a:ea typeface="隶书" panose="02010509060101010101" charset="-122"/>
                <a:cs typeface="隶书" panose="02010509060101010101" charset="-122"/>
                <a:sym typeface="+mn-ea"/>
              </a:rPr>
              <a:t>4.输出数字N</a:t>
            </a:r>
            <a:r>
              <a:rPr lang="zh-CN" altLang="en-US" sz="2000" dirty="0" smtClean="0">
                <a:latin typeface="隶书" panose="02010509060101010101" charset="-122"/>
                <a:ea typeface="隶书" panose="02010509060101010101" charset="-122"/>
                <a:cs typeface="隶书" panose="02010509060101010101" charset="-122"/>
                <a:sym typeface="+mn-ea"/>
              </a:rPr>
              <a:t>。</a:t>
            </a:r>
            <a:endParaRPr lang="zh-CN" altLang="en-US" sz="2000" dirty="0">
              <a:latin typeface="隶书" panose="02010509060101010101" charset="-122"/>
              <a:ea typeface="隶书" panose="02010509060101010101" charset="-122"/>
              <a:cs typeface="隶书" panose="02010509060101010101" charset="-122"/>
            </a:endParaRPr>
          </a:p>
        </p:txBody>
      </p:sp>
      <p:pic>
        <p:nvPicPr>
          <p:cNvPr id="4" name="图片 3"/>
          <p:cNvPicPr>
            <a:picLocks noChangeAspect="1"/>
          </p:cNvPicPr>
          <p:nvPr/>
        </p:nvPicPr>
        <p:blipFill>
          <a:blip r:embed="rId5"/>
          <a:stretch>
            <a:fillRect/>
          </a:stretch>
        </p:blipFill>
        <p:spPr>
          <a:xfrm>
            <a:off x="4993640" y="776605"/>
            <a:ext cx="3256280" cy="4016375"/>
          </a:xfrm>
          <a:prstGeom prst="rect">
            <a:avLst/>
          </a:prstGeom>
        </p:spPr>
      </p:pic>
    </p:spTree>
    <p:extLst>
      <p:ext uri="{BB962C8B-B14F-4D97-AF65-F5344CB8AC3E}">
        <p14:creationId xmlns:p14="http://schemas.microsoft.com/office/powerpoint/2010/main" val="4073739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3"/>
                                        </p:tgtEl>
                                        <p:attrNameLst>
                                          <p:attrName>style.visibility</p:attrName>
                                        </p:attrNameLst>
                                      </p:cBhvr>
                                      <p:to>
                                        <p:strVal val="visible"/>
                                      </p:to>
                                    </p:set>
                                    <p:anim calcmode="discrete" valueType="clr">
                                      <p:cBhvr override="childStyle">
                                        <p:cTn id="7" dur="80"/>
                                        <p:tgtEl>
                                          <p:spTgt spid="3"/>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3"/>
                                        </p:tgtEl>
                                        <p:attrNameLst>
                                          <p:attrName>fillcolor</p:attrName>
                                        </p:attrNameLst>
                                      </p:cBhvr>
                                      <p:tavLst>
                                        <p:tav tm="0">
                                          <p:val>
                                            <p:clrVal>
                                              <a:schemeClr val="accent2"/>
                                            </p:clrVal>
                                          </p:val>
                                        </p:tav>
                                        <p:tav tm="50000">
                                          <p:val>
                                            <p:clrVal>
                                              <a:schemeClr val="hlink"/>
                                            </p:clrVal>
                                          </p:val>
                                        </p:tav>
                                      </p:tavLst>
                                    </p:anim>
                                    <p:set>
                                      <p:cBhvr>
                                        <p:cTn id="9" dur="80"/>
                                        <p:tgtEl>
                                          <p:spTgt spid="3"/>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4"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 to="" calcmode="lin" valueType="num">
                                      <p:cBhvr>
                                        <p:cTn id="14" dur="1" fill="hold"/>
                                        <p:tgtEl>
                                          <p:spTgt spid="4"/>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组合 3"/>
          <p:cNvGrpSpPr/>
          <p:nvPr/>
        </p:nvGrpSpPr>
        <p:grpSpPr>
          <a:xfrm>
            <a:off x="-23495" y="-113665"/>
            <a:ext cx="4674235" cy="787861"/>
            <a:chOff x="201757" y="129906"/>
            <a:chExt cx="6264696" cy="1096834"/>
          </a:xfrm>
        </p:grpSpPr>
        <p:pic>
          <p:nvPicPr>
            <p:cNvPr id="19473" name="Picture 9" descr="F:\ppt素材\图标\我收集的图标\字体\3.png"/>
            <p:cNvPicPr>
              <a:picLocks noChangeAspect="1"/>
            </p:cNvPicPr>
            <p:nvPr/>
          </p:nvPicPr>
          <p:blipFill>
            <a:blip r:embed="rId2"/>
            <a:stretch>
              <a:fillRect/>
            </a:stretch>
          </p:blipFill>
          <p:spPr>
            <a:xfrm rot="5400000">
              <a:off x="2884210" y="-2418911"/>
              <a:ext cx="899790" cy="6264696"/>
            </a:xfrm>
            <a:prstGeom prst="rect">
              <a:avLst/>
            </a:prstGeom>
            <a:noFill/>
            <a:ln w="9525">
              <a:noFill/>
            </a:ln>
          </p:spPr>
        </p:pic>
        <p:pic>
          <p:nvPicPr>
            <p:cNvPr id="19474" name="Picture 6" descr="F:\超棒ppt模板\中国风\中国风物件\maobi.png"/>
            <p:cNvPicPr>
              <a:picLocks noChangeAspect="1"/>
            </p:cNvPicPr>
            <p:nvPr/>
          </p:nvPicPr>
          <p:blipFill>
            <a:blip r:embed="rId3"/>
            <a:stretch>
              <a:fillRect/>
            </a:stretch>
          </p:blipFill>
          <p:spPr>
            <a:xfrm>
              <a:off x="308134" y="129906"/>
              <a:ext cx="775209" cy="775006"/>
            </a:xfrm>
            <a:prstGeom prst="rect">
              <a:avLst/>
            </a:prstGeom>
            <a:noFill/>
            <a:ln w="9525">
              <a:noFill/>
            </a:ln>
          </p:spPr>
        </p:pic>
        <p:sp>
          <p:nvSpPr>
            <p:cNvPr id="19475" name="TextBox 2"/>
            <p:cNvSpPr txBox="1"/>
            <p:nvPr/>
          </p:nvSpPr>
          <p:spPr>
            <a:xfrm>
              <a:off x="1083609" y="500071"/>
              <a:ext cx="2844474" cy="726669"/>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eaLnBrk="1" hangingPunct="1">
                <a:lnSpc>
                  <a:spcPct val="100000"/>
                </a:lnSpc>
                <a:spcBef>
                  <a:spcPct val="0"/>
                </a:spcBef>
                <a:buNone/>
              </a:pPr>
              <a:r>
                <a:rPr lang="zh-CN" altLang="en-US" b="1" dirty="0">
                  <a:solidFill>
                    <a:schemeClr val="bg1"/>
                  </a:solidFill>
                  <a:latin typeface="楷体" panose="02010609060101010101" pitchFamily="1" charset="-122"/>
                  <a:ea typeface="楷体" panose="02010609060101010101" pitchFamily="1" charset="-122"/>
                </a:rPr>
                <a:t>字符串</a:t>
              </a:r>
            </a:p>
          </p:txBody>
        </p:sp>
      </p:grpSp>
      <p:pic>
        <p:nvPicPr>
          <p:cNvPr id="4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4835" y="4641215"/>
            <a:ext cx="965200" cy="50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文本框 1"/>
          <p:cNvSpPr txBox="1"/>
          <p:nvPr/>
        </p:nvSpPr>
        <p:spPr>
          <a:xfrm>
            <a:off x="461010" y="737870"/>
            <a:ext cx="2098040" cy="398780"/>
          </a:xfrm>
          <a:prstGeom prst="rect">
            <a:avLst/>
          </a:prstGeom>
          <a:noFill/>
        </p:spPr>
        <p:txBody>
          <a:bodyPr wrap="none" rtlCol="0" anchor="t">
            <a:spAutoFit/>
          </a:bodyPr>
          <a:lstStyle/>
          <a:p>
            <a:r>
              <a:rPr lang="zh-CN" altLang="zh-CN" sz="2000" b="1" dirty="0" smtClean="0">
                <a:solidFill>
                  <a:schemeClr val="tx1"/>
                </a:solidFill>
                <a:latin typeface="隶书" panose="02010509060101010101" charset="-122"/>
                <a:ea typeface="隶书" panose="02010509060101010101" charset="-122"/>
                <a:cs typeface="隶书" panose="02010509060101010101" charset="-122"/>
                <a:sym typeface="+mn-ea"/>
              </a:rPr>
              <a:t>例</a:t>
            </a:r>
            <a:r>
              <a:rPr lang="en-US" altLang="zh-CN" sz="2000" b="1" dirty="0" smtClean="0">
                <a:solidFill>
                  <a:schemeClr val="tx1"/>
                </a:solidFill>
                <a:latin typeface="隶书" panose="02010509060101010101" charset="-122"/>
                <a:ea typeface="隶书" panose="02010509060101010101" charset="-122"/>
                <a:cs typeface="隶书" panose="02010509060101010101" charset="-122"/>
                <a:sym typeface="+mn-ea"/>
              </a:rPr>
              <a:t>8</a:t>
            </a:r>
            <a:r>
              <a:rPr lang="zh-CN" altLang="zh-CN" sz="2000" b="1" dirty="0" smtClean="0">
                <a:solidFill>
                  <a:schemeClr val="tx1"/>
                </a:solidFill>
                <a:latin typeface="隶书" panose="02010509060101010101" charset="-122"/>
                <a:ea typeface="隶书" panose="02010509060101010101" charset="-122"/>
                <a:cs typeface="隶书" panose="02010509060101010101" charset="-122"/>
                <a:sym typeface="+mn-ea"/>
              </a:rPr>
              <a:t>：</a:t>
            </a:r>
            <a:r>
              <a:rPr lang="zh-CN" altLang="en-US" sz="2000" b="1" dirty="0" smtClean="0">
                <a:solidFill>
                  <a:schemeClr val="tx1"/>
                </a:solidFill>
                <a:latin typeface="隶书" panose="02010509060101010101" charset="-122"/>
                <a:ea typeface="隶书" panose="02010509060101010101" charset="-122"/>
                <a:cs typeface="隶书" panose="02010509060101010101" charset="-122"/>
                <a:sym typeface="+mn-ea"/>
              </a:rPr>
              <a:t>回文字符串</a:t>
            </a:r>
          </a:p>
        </p:txBody>
      </p:sp>
      <p:sp>
        <p:nvSpPr>
          <p:cNvPr id="3" name="文本框 2"/>
          <p:cNvSpPr txBox="1"/>
          <p:nvPr/>
        </p:nvSpPr>
        <p:spPr>
          <a:xfrm>
            <a:off x="461010" y="1136650"/>
            <a:ext cx="8103870" cy="2799715"/>
          </a:xfrm>
          <a:prstGeom prst="rect">
            <a:avLst/>
          </a:prstGeom>
          <a:noFill/>
        </p:spPr>
        <p:txBody>
          <a:bodyPr wrap="square" rtlCol="0" anchor="t">
            <a:spAutoFit/>
          </a:bodyPr>
          <a:lstStyle/>
          <a:p>
            <a:pPr>
              <a:lnSpc>
                <a:spcPct val="80000"/>
              </a:lnSpc>
            </a:pPr>
            <a:r>
              <a:rPr lang="zh-CN" altLang="en-US" sz="2000" dirty="0" smtClean="0">
                <a:latin typeface="隶书" panose="02010509060101010101" charset="-122"/>
                <a:ea typeface="隶书" panose="02010509060101010101" charset="-122"/>
                <a:cs typeface="隶书" panose="02010509060101010101" charset="-122"/>
                <a:sym typeface="+mn-ea"/>
              </a:rPr>
              <a:t>输入</a:t>
            </a:r>
            <a:r>
              <a:rPr lang="zh-CN" altLang="en-US" sz="2000" dirty="0">
                <a:latin typeface="隶书" panose="02010509060101010101" charset="-122"/>
                <a:ea typeface="隶书" panose="02010509060101010101" charset="-122"/>
                <a:cs typeface="隶书" panose="02010509060101010101" charset="-122"/>
                <a:sym typeface="+mn-ea"/>
              </a:rPr>
              <a:t>一个字符串，输出该字符串是否回文。回文是指顺读和倒读都一样的字符串。</a:t>
            </a:r>
            <a:endParaRPr lang="zh-CN" altLang="en-US" sz="2000" dirty="0">
              <a:latin typeface="隶书" panose="02010509060101010101" charset="-122"/>
              <a:ea typeface="隶书" panose="02010509060101010101" charset="-122"/>
              <a:cs typeface="隶书" panose="02010509060101010101" charset="-122"/>
            </a:endParaRPr>
          </a:p>
          <a:p>
            <a:pPr>
              <a:lnSpc>
                <a:spcPct val="80000"/>
              </a:lnSpc>
            </a:pPr>
            <a:r>
              <a:rPr lang="zh-CN" altLang="en-US" sz="2000" dirty="0">
                <a:latin typeface="隶书" panose="02010509060101010101" charset="-122"/>
                <a:ea typeface="隶书" panose="02010509060101010101" charset="-122"/>
                <a:cs typeface="隶书" panose="02010509060101010101" charset="-122"/>
                <a:sym typeface="+mn-ea"/>
              </a:rPr>
              <a:t>输入</a:t>
            </a:r>
            <a:r>
              <a:rPr lang="en-US" altLang="zh-CN" sz="2000" dirty="0">
                <a:latin typeface="隶书" panose="02010509060101010101" charset="-122"/>
                <a:ea typeface="隶书" panose="02010509060101010101" charset="-122"/>
                <a:cs typeface="隶书" panose="02010509060101010101" charset="-122"/>
                <a:sym typeface="+mn-ea"/>
              </a:rPr>
              <a:t>:</a:t>
            </a:r>
            <a:endParaRPr lang="en-US" altLang="zh-CN" sz="2000" dirty="0">
              <a:latin typeface="隶书" panose="02010509060101010101" charset="-122"/>
              <a:ea typeface="隶书" panose="02010509060101010101" charset="-122"/>
              <a:cs typeface="隶书" panose="02010509060101010101" charset="-122"/>
            </a:endParaRPr>
          </a:p>
          <a:p>
            <a:pPr>
              <a:lnSpc>
                <a:spcPct val="80000"/>
              </a:lnSpc>
            </a:pPr>
            <a:r>
              <a:rPr lang="en-US" altLang="zh-CN" sz="2000" dirty="0">
                <a:latin typeface="隶书" panose="02010509060101010101" charset="-122"/>
                <a:ea typeface="隶书" panose="02010509060101010101" charset="-122"/>
                <a:cs typeface="隶书" panose="02010509060101010101" charset="-122"/>
                <a:sym typeface="+mn-ea"/>
              </a:rPr>
              <a:t>    </a:t>
            </a:r>
            <a:r>
              <a:rPr lang="zh-CN" altLang="en-US" sz="2000" dirty="0">
                <a:latin typeface="隶书" panose="02010509060101010101" charset="-122"/>
                <a:ea typeface="隶书" panose="02010509060101010101" charset="-122"/>
                <a:cs typeface="隶书" panose="02010509060101010101" charset="-122"/>
                <a:sym typeface="+mn-ea"/>
              </a:rPr>
              <a:t>输入为一行字符串（字符串中没有空白字符，字符串长度不超过</a:t>
            </a:r>
            <a:r>
              <a:rPr lang="en-US" altLang="zh-CN" sz="2000" dirty="0">
                <a:latin typeface="隶书" panose="02010509060101010101" charset="-122"/>
                <a:ea typeface="隶书" panose="02010509060101010101" charset="-122"/>
                <a:cs typeface="隶书" panose="02010509060101010101" charset="-122"/>
                <a:sym typeface="+mn-ea"/>
              </a:rPr>
              <a:t>100</a:t>
            </a:r>
            <a:r>
              <a:rPr lang="zh-CN" altLang="en-US" sz="2000" dirty="0">
                <a:latin typeface="隶书" panose="02010509060101010101" charset="-122"/>
                <a:ea typeface="隶书" panose="02010509060101010101" charset="-122"/>
                <a:cs typeface="隶书" panose="02010509060101010101" charset="-122"/>
                <a:sym typeface="+mn-ea"/>
              </a:rPr>
              <a:t>）。</a:t>
            </a:r>
            <a:endParaRPr lang="zh-CN" altLang="en-US" sz="2000" dirty="0">
              <a:latin typeface="隶书" panose="02010509060101010101" charset="-122"/>
              <a:ea typeface="隶书" panose="02010509060101010101" charset="-122"/>
              <a:cs typeface="隶书" panose="02010509060101010101" charset="-122"/>
            </a:endParaRPr>
          </a:p>
          <a:p>
            <a:pPr>
              <a:lnSpc>
                <a:spcPct val="80000"/>
              </a:lnSpc>
            </a:pPr>
            <a:r>
              <a:rPr lang="zh-CN" altLang="en-US" sz="2000" dirty="0">
                <a:latin typeface="隶书" panose="02010509060101010101" charset="-122"/>
                <a:ea typeface="隶书" panose="02010509060101010101" charset="-122"/>
                <a:cs typeface="隶书" panose="02010509060101010101" charset="-122"/>
                <a:sym typeface="+mn-ea"/>
              </a:rPr>
              <a:t>输出</a:t>
            </a:r>
            <a:r>
              <a:rPr lang="en-US" altLang="zh-CN" sz="2000" dirty="0">
                <a:latin typeface="隶书" panose="02010509060101010101" charset="-122"/>
                <a:ea typeface="隶书" panose="02010509060101010101" charset="-122"/>
                <a:cs typeface="隶书" panose="02010509060101010101" charset="-122"/>
                <a:sym typeface="+mn-ea"/>
              </a:rPr>
              <a:t>:</a:t>
            </a:r>
            <a:endParaRPr lang="en-US" altLang="zh-CN" sz="2000" dirty="0">
              <a:latin typeface="隶书" panose="02010509060101010101" charset="-122"/>
              <a:ea typeface="隶书" panose="02010509060101010101" charset="-122"/>
              <a:cs typeface="隶书" panose="02010509060101010101" charset="-122"/>
            </a:endParaRPr>
          </a:p>
          <a:p>
            <a:pPr>
              <a:lnSpc>
                <a:spcPct val="80000"/>
              </a:lnSpc>
            </a:pPr>
            <a:r>
              <a:rPr lang="en-US" altLang="zh-CN" sz="2000" dirty="0">
                <a:latin typeface="隶书" panose="02010509060101010101" charset="-122"/>
                <a:ea typeface="隶书" panose="02010509060101010101" charset="-122"/>
                <a:cs typeface="隶书" panose="02010509060101010101" charset="-122"/>
                <a:sym typeface="+mn-ea"/>
              </a:rPr>
              <a:t>    </a:t>
            </a:r>
            <a:r>
              <a:rPr lang="zh-CN" altLang="en-US" sz="2000" dirty="0">
                <a:latin typeface="隶书" panose="02010509060101010101" charset="-122"/>
                <a:ea typeface="隶书" panose="02010509060101010101" charset="-122"/>
                <a:cs typeface="隶书" panose="02010509060101010101" charset="-122"/>
                <a:sym typeface="+mn-ea"/>
              </a:rPr>
              <a:t>如果字符串是回文，输出</a:t>
            </a:r>
            <a:r>
              <a:rPr lang="en-US" altLang="zh-CN" sz="2000" dirty="0">
                <a:latin typeface="隶书" panose="02010509060101010101" charset="-122"/>
                <a:ea typeface="隶书" panose="02010509060101010101" charset="-122"/>
                <a:cs typeface="隶书" panose="02010509060101010101" charset="-122"/>
                <a:sym typeface="+mn-ea"/>
              </a:rPr>
              <a:t>yes</a:t>
            </a:r>
            <a:r>
              <a:rPr lang="zh-CN" altLang="en-US" sz="2000" dirty="0">
                <a:latin typeface="隶书" panose="02010509060101010101" charset="-122"/>
                <a:ea typeface="隶书" panose="02010509060101010101" charset="-122"/>
                <a:cs typeface="隶书" panose="02010509060101010101" charset="-122"/>
                <a:sym typeface="+mn-ea"/>
              </a:rPr>
              <a:t>；否则，输出</a:t>
            </a:r>
            <a:r>
              <a:rPr lang="en-US" altLang="zh-CN" sz="2000" dirty="0">
                <a:latin typeface="隶书" panose="02010509060101010101" charset="-122"/>
                <a:ea typeface="隶书" panose="02010509060101010101" charset="-122"/>
                <a:cs typeface="隶书" panose="02010509060101010101" charset="-122"/>
                <a:sym typeface="+mn-ea"/>
              </a:rPr>
              <a:t>no</a:t>
            </a:r>
            <a:r>
              <a:rPr lang="zh-CN" altLang="en-US" sz="2000" dirty="0">
                <a:latin typeface="隶书" panose="02010509060101010101" charset="-122"/>
                <a:ea typeface="隶书" panose="02010509060101010101" charset="-122"/>
                <a:cs typeface="隶书" panose="02010509060101010101" charset="-122"/>
                <a:sym typeface="+mn-ea"/>
              </a:rPr>
              <a:t>。</a:t>
            </a:r>
            <a:endParaRPr lang="zh-CN" altLang="en-US" sz="2000" dirty="0">
              <a:latin typeface="隶书" panose="02010509060101010101" charset="-122"/>
              <a:ea typeface="隶书" panose="02010509060101010101" charset="-122"/>
              <a:cs typeface="隶书" panose="02010509060101010101" charset="-122"/>
            </a:endParaRPr>
          </a:p>
          <a:p>
            <a:pPr>
              <a:lnSpc>
                <a:spcPct val="80000"/>
              </a:lnSpc>
            </a:pPr>
            <a:r>
              <a:rPr lang="zh-CN" altLang="en-US" sz="2000" dirty="0">
                <a:latin typeface="隶书" panose="02010509060101010101" charset="-122"/>
                <a:ea typeface="隶书" panose="02010509060101010101" charset="-122"/>
                <a:cs typeface="隶书" panose="02010509060101010101" charset="-122"/>
                <a:sym typeface="+mn-ea"/>
              </a:rPr>
              <a:t>样例输入</a:t>
            </a:r>
            <a:r>
              <a:rPr lang="en-US" altLang="zh-CN" sz="2000" dirty="0">
                <a:latin typeface="隶书" panose="02010509060101010101" charset="-122"/>
                <a:ea typeface="隶书" panose="02010509060101010101" charset="-122"/>
                <a:cs typeface="隶书" panose="02010509060101010101" charset="-122"/>
                <a:sym typeface="+mn-ea"/>
              </a:rPr>
              <a:t>:</a:t>
            </a:r>
            <a:endParaRPr lang="en-US" altLang="zh-CN" sz="2000" dirty="0">
              <a:latin typeface="隶书" panose="02010509060101010101" charset="-122"/>
              <a:ea typeface="隶书" panose="02010509060101010101" charset="-122"/>
              <a:cs typeface="隶书" panose="02010509060101010101" charset="-122"/>
            </a:endParaRPr>
          </a:p>
          <a:p>
            <a:pPr>
              <a:lnSpc>
                <a:spcPct val="80000"/>
              </a:lnSpc>
            </a:pPr>
            <a:r>
              <a:rPr lang="en-US" altLang="zh-CN" sz="2000" dirty="0">
                <a:latin typeface="隶书" panose="02010509060101010101" charset="-122"/>
                <a:ea typeface="隶书" panose="02010509060101010101" charset="-122"/>
                <a:cs typeface="隶书" panose="02010509060101010101" charset="-122"/>
                <a:sym typeface="+mn-ea"/>
              </a:rPr>
              <a:t>    </a:t>
            </a:r>
            <a:r>
              <a:rPr lang="en-US" altLang="zh-CN" sz="2000" dirty="0" err="1">
                <a:latin typeface="隶书" panose="02010509060101010101" charset="-122"/>
                <a:ea typeface="隶书" panose="02010509060101010101" charset="-122"/>
                <a:cs typeface="隶书" panose="02010509060101010101" charset="-122"/>
                <a:sym typeface="+mn-ea"/>
              </a:rPr>
              <a:t>abcdedcba</a:t>
            </a:r>
            <a:endParaRPr lang="en-US" altLang="zh-CN" sz="2000" dirty="0">
              <a:latin typeface="隶书" panose="02010509060101010101" charset="-122"/>
              <a:ea typeface="隶书" panose="02010509060101010101" charset="-122"/>
              <a:cs typeface="隶书" panose="02010509060101010101" charset="-122"/>
            </a:endParaRPr>
          </a:p>
          <a:p>
            <a:pPr>
              <a:lnSpc>
                <a:spcPct val="80000"/>
              </a:lnSpc>
            </a:pPr>
            <a:r>
              <a:rPr lang="zh-CN" altLang="en-US" sz="2000" dirty="0">
                <a:latin typeface="隶书" panose="02010509060101010101" charset="-122"/>
                <a:ea typeface="隶书" panose="02010509060101010101" charset="-122"/>
                <a:cs typeface="隶书" panose="02010509060101010101" charset="-122"/>
                <a:sym typeface="+mn-ea"/>
              </a:rPr>
              <a:t>样例输出</a:t>
            </a:r>
            <a:r>
              <a:rPr lang="en-US" altLang="zh-CN" sz="2000" dirty="0">
                <a:latin typeface="隶书" panose="02010509060101010101" charset="-122"/>
                <a:ea typeface="隶书" panose="02010509060101010101" charset="-122"/>
                <a:cs typeface="隶书" panose="02010509060101010101" charset="-122"/>
                <a:sym typeface="+mn-ea"/>
              </a:rPr>
              <a:t>:</a:t>
            </a:r>
            <a:endParaRPr lang="en-US" altLang="zh-CN" sz="2000" dirty="0">
              <a:latin typeface="隶书" panose="02010509060101010101" charset="-122"/>
              <a:ea typeface="隶书" panose="02010509060101010101" charset="-122"/>
              <a:cs typeface="隶书" panose="02010509060101010101" charset="-122"/>
            </a:endParaRPr>
          </a:p>
          <a:p>
            <a:pPr>
              <a:lnSpc>
                <a:spcPct val="80000"/>
              </a:lnSpc>
            </a:pPr>
            <a:r>
              <a:rPr lang="en-US" altLang="zh-CN" sz="2000" dirty="0">
                <a:latin typeface="隶书" panose="02010509060101010101" charset="-122"/>
                <a:ea typeface="隶书" panose="02010509060101010101" charset="-122"/>
                <a:cs typeface="隶书" panose="02010509060101010101" charset="-122"/>
                <a:sym typeface="+mn-ea"/>
              </a:rPr>
              <a:t>    yes</a:t>
            </a:r>
            <a:endParaRPr lang="zh-CN" altLang="en-US" sz="2000">
              <a:latin typeface="隶书" panose="02010509060101010101" charset="-122"/>
              <a:ea typeface="隶书" panose="02010509060101010101" charset="-122"/>
              <a:cs typeface="隶书" panose="02010509060101010101" charset="-122"/>
            </a:endParaRPr>
          </a:p>
        </p:txBody>
      </p:sp>
      <p:graphicFrame>
        <p:nvGraphicFramePr>
          <p:cNvPr id="9" name="表格 8"/>
          <p:cNvGraphicFramePr>
            <a:graphicFrameLocks noGrp="1"/>
          </p:cNvGraphicFramePr>
          <p:nvPr>
            <p:extLst>
              <p:ext uri="{D42A27DB-BD31-4B8C-83A1-F6EECF244321}">
                <p14:modId xmlns:p14="http://schemas.microsoft.com/office/powerpoint/2010/main" val="790062045"/>
              </p:ext>
            </p:extLst>
          </p:nvPr>
        </p:nvGraphicFramePr>
        <p:xfrm>
          <a:off x="3059832" y="4001110"/>
          <a:ext cx="5486400" cy="370840"/>
        </p:xfrm>
        <a:graphic>
          <a:graphicData uri="http://schemas.openxmlformats.org/drawingml/2006/table">
            <a:tbl>
              <a:tblPr firstRow="1" bandRow="1">
                <a:tableStyleId>{5C22544A-7EE6-4342-B048-85BDC9FD1C3A}</a:tableStyleId>
              </a:tblPr>
              <a:tblGrid>
                <a:gridCol w="609600">
                  <a:extLst>
                    <a:ext uri="{9D8B030D-6E8A-4147-A177-3AD203B41FA5}">
                      <a16:colId xmlns="" xmlns:a16="http://schemas.microsoft.com/office/drawing/2014/main" val="20000"/>
                    </a:ext>
                  </a:extLst>
                </a:gridCol>
                <a:gridCol w="609600">
                  <a:extLst>
                    <a:ext uri="{9D8B030D-6E8A-4147-A177-3AD203B41FA5}">
                      <a16:colId xmlns="" xmlns:a16="http://schemas.microsoft.com/office/drawing/2014/main" val="20001"/>
                    </a:ext>
                  </a:extLst>
                </a:gridCol>
                <a:gridCol w="609600">
                  <a:extLst>
                    <a:ext uri="{9D8B030D-6E8A-4147-A177-3AD203B41FA5}">
                      <a16:colId xmlns="" xmlns:a16="http://schemas.microsoft.com/office/drawing/2014/main" val="20002"/>
                    </a:ext>
                  </a:extLst>
                </a:gridCol>
                <a:gridCol w="609600">
                  <a:extLst>
                    <a:ext uri="{9D8B030D-6E8A-4147-A177-3AD203B41FA5}">
                      <a16:colId xmlns="" xmlns:a16="http://schemas.microsoft.com/office/drawing/2014/main" val="20003"/>
                    </a:ext>
                  </a:extLst>
                </a:gridCol>
                <a:gridCol w="609600">
                  <a:extLst>
                    <a:ext uri="{9D8B030D-6E8A-4147-A177-3AD203B41FA5}">
                      <a16:colId xmlns="" xmlns:a16="http://schemas.microsoft.com/office/drawing/2014/main" val="20004"/>
                    </a:ext>
                  </a:extLst>
                </a:gridCol>
                <a:gridCol w="609600">
                  <a:extLst>
                    <a:ext uri="{9D8B030D-6E8A-4147-A177-3AD203B41FA5}">
                      <a16:colId xmlns="" xmlns:a16="http://schemas.microsoft.com/office/drawing/2014/main" val="20005"/>
                    </a:ext>
                  </a:extLst>
                </a:gridCol>
                <a:gridCol w="609600">
                  <a:extLst>
                    <a:ext uri="{9D8B030D-6E8A-4147-A177-3AD203B41FA5}">
                      <a16:colId xmlns="" xmlns:a16="http://schemas.microsoft.com/office/drawing/2014/main" val="20006"/>
                    </a:ext>
                  </a:extLst>
                </a:gridCol>
                <a:gridCol w="609600">
                  <a:extLst>
                    <a:ext uri="{9D8B030D-6E8A-4147-A177-3AD203B41FA5}">
                      <a16:colId xmlns="" xmlns:a16="http://schemas.microsoft.com/office/drawing/2014/main" val="20007"/>
                    </a:ext>
                  </a:extLst>
                </a:gridCol>
                <a:gridCol w="609600">
                  <a:extLst>
                    <a:ext uri="{9D8B030D-6E8A-4147-A177-3AD203B41FA5}">
                      <a16:colId xmlns="" xmlns:a16="http://schemas.microsoft.com/office/drawing/2014/main" val="20008"/>
                    </a:ext>
                  </a:extLst>
                </a:gridCol>
              </a:tblGrid>
              <a:tr h="370840">
                <a:tc>
                  <a:txBody>
                    <a:bodyPr/>
                    <a:lstStyle/>
                    <a:p>
                      <a:r>
                        <a:rPr lang="en-US" altLang="zh-CN" dirty="0" smtClean="0">
                          <a:solidFill>
                            <a:schemeClr val="tx1"/>
                          </a:solidFill>
                        </a:rPr>
                        <a:t>a</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smtClean="0">
                          <a:solidFill>
                            <a:schemeClr val="tx1"/>
                          </a:solidFill>
                        </a:rPr>
                        <a:t>b</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smtClean="0">
                          <a:solidFill>
                            <a:schemeClr val="tx1"/>
                          </a:solidFill>
                        </a:rPr>
                        <a:t>c</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smtClean="0">
                          <a:solidFill>
                            <a:schemeClr val="tx1"/>
                          </a:solidFill>
                        </a:rPr>
                        <a:t>d</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smtClean="0">
                          <a:solidFill>
                            <a:schemeClr val="tx1"/>
                          </a:solidFill>
                        </a:rPr>
                        <a:t>e</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smtClean="0">
                          <a:solidFill>
                            <a:schemeClr val="tx1"/>
                          </a:solidFill>
                        </a:rPr>
                        <a:t>d</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smtClean="0">
                          <a:solidFill>
                            <a:schemeClr val="tx1"/>
                          </a:solidFill>
                        </a:rPr>
                        <a:t>c</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smtClean="0">
                          <a:solidFill>
                            <a:schemeClr val="tx1"/>
                          </a:solidFill>
                        </a:rPr>
                        <a:t>b</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smtClean="0">
                          <a:solidFill>
                            <a:schemeClr val="tx1"/>
                          </a:solidFill>
                        </a:rPr>
                        <a:t>a</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0000"/>
                  </a:ext>
                </a:extLst>
              </a:tr>
            </a:tbl>
          </a:graphicData>
        </a:graphic>
      </p:graphicFrame>
      <p:cxnSp>
        <p:nvCxnSpPr>
          <p:cNvPr id="10" name="直接箭头连接符 9"/>
          <p:cNvCxnSpPr/>
          <p:nvPr/>
        </p:nvCxnSpPr>
        <p:spPr>
          <a:xfrm>
            <a:off x="3275856" y="3651870"/>
            <a:ext cx="0" cy="360040"/>
          </a:xfrm>
          <a:prstGeom prst="straightConnector1">
            <a:avLst/>
          </a:prstGeom>
          <a:ln w="2540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a:off x="8204835" y="3651870"/>
            <a:ext cx="0" cy="360040"/>
          </a:xfrm>
          <a:prstGeom prst="straightConnector1">
            <a:avLst/>
          </a:prstGeom>
          <a:ln w="25400">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3148257" y="3262213"/>
            <a:ext cx="255198" cy="461665"/>
          </a:xfrm>
          <a:prstGeom prst="rect">
            <a:avLst/>
          </a:prstGeom>
          <a:noFill/>
        </p:spPr>
        <p:txBody>
          <a:bodyPr wrap="none" rtlCol="0">
            <a:spAutoFit/>
          </a:bodyPr>
          <a:lstStyle/>
          <a:p>
            <a:r>
              <a:rPr lang="en-US" altLang="zh-CN" sz="2400" dirty="0" smtClean="0">
                <a:solidFill>
                  <a:srgbClr val="FF0000"/>
                </a:solidFill>
              </a:rPr>
              <a:t>i</a:t>
            </a:r>
            <a:endParaRPr lang="zh-CN" altLang="en-US" sz="2400" dirty="0">
              <a:solidFill>
                <a:srgbClr val="FF0000"/>
              </a:solidFill>
            </a:endParaRPr>
          </a:p>
        </p:txBody>
      </p:sp>
      <p:sp>
        <p:nvSpPr>
          <p:cNvPr id="13" name="TextBox 12"/>
          <p:cNvSpPr txBox="1"/>
          <p:nvPr/>
        </p:nvSpPr>
        <p:spPr>
          <a:xfrm>
            <a:off x="8058012" y="3262213"/>
            <a:ext cx="258404" cy="461665"/>
          </a:xfrm>
          <a:prstGeom prst="rect">
            <a:avLst/>
          </a:prstGeom>
          <a:noFill/>
        </p:spPr>
        <p:txBody>
          <a:bodyPr wrap="none" rtlCol="0">
            <a:spAutoFit/>
          </a:bodyPr>
          <a:lstStyle/>
          <a:p>
            <a:r>
              <a:rPr lang="en-US" altLang="zh-CN" sz="2400" dirty="0" smtClean="0">
                <a:solidFill>
                  <a:srgbClr val="FF0000"/>
                </a:solidFill>
              </a:rPr>
              <a:t>j</a:t>
            </a:r>
            <a:endParaRPr lang="zh-CN" altLang="en-US" sz="2400" dirty="0">
              <a:solidFill>
                <a:srgbClr val="FF0000"/>
              </a:solidFill>
            </a:endParaRPr>
          </a:p>
        </p:txBody>
      </p:sp>
      <p:cxnSp>
        <p:nvCxnSpPr>
          <p:cNvPr id="14" name="直接箭头连接符 13"/>
          <p:cNvCxnSpPr/>
          <p:nvPr/>
        </p:nvCxnSpPr>
        <p:spPr>
          <a:xfrm>
            <a:off x="3547471" y="3831890"/>
            <a:ext cx="376457" cy="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p:nvPr/>
        </p:nvCxnSpPr>
        <p:spPr>
          <a:xfrm flipH="1">
            <a:off x="7452320" y="3831890"/>
            <a:ext cx="432048" cy="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9163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2"/>
                                        </p:tgtEl>
                                        <p:attrNameLst>
                                          <p:attrName>style.visibility</p:attrName>
                                        </p:attrNameLst>
                                      </p:cBhvr>
                                      <p:to>
                                        <p:strVal val="visible"/>
                                      </p:to>
                                    </p:set>
                                    <p:anim calcmode="discrete" valueType="clr">
                                      <p:cBhvr override="childStyle">
                                        <p:cTn id="7" dur="80"/>
                                        <p:tgtEl>
                                          <p:spTgt spid="2"/>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
                                        </p:tgtEl>
                                        <p:attrNameLst>
                                          <p:attrName>fillcolor</p:attrName>
                                        </p:attrNameLst>
                                      </p:cBhvr>
                                      <p:tavLst>
                                        <p:tav tm="0">
                                          <p:val>
                                            <p:clrVal>
                                              <a:schemeClr val="accent2"/>
                                            </p:clrVal>
                                          </p:val>
                                        </p:tav>
                                        <p:tav tm="50000">
                                          <p:val>
                                            <p:clrVal>
                                              <a:schemeClr val="hlink"/>
                                            </p:clrVal>
                                          </p:val>
                                        </p:tav>
                                      </p:tavLst>
                                    </p:anim>
                                    <p:set>
                                      <p:cBhvr>
                                        <p:cTn id="9" dur="80"/>
                                        <p:tgtEl>
                                          <p:spTgt spid="2"/>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grpId="0" nodeType="clickEffect">
                                  <p:stCondLst>
                                    <p:cond delay="0"/>
                                  </p:stCondLst>
                                  <p:iterate type="lt">
                                    <p:tmPct val="50000"/>
                                  </p:iterate>
                                  <p:childTnLst>
                                    <p:set>
                                      <p:cBhvr>
                                        <p:cTn id="13" dur="1" fill="hold">
                                          <p:stCondLst>
                                            <p:cond delay="0"/>
                                          </p:stCondLst>
                                        </p:cTn>
                                        <p:tgtEl>
                                          <p:spTgt spid="3"/>
                                        </p:tgtEl>
                                        <p:attrNameLst>
                                          <p:attrName>style.visibility</p:attrName>
                                        </p:attrNameLst>
                                      </p:cBhvr>
                                      <p:to>
                                        <p:strVal val="visible"/>
                                      </p:to>
                                    </p:set>
                                    <p:anim calcmode="discrete" valueType="clr">
                                      <p:cBhvr override="childStyle">
                                        <p:cTn id="14" dur="80"/>
                                        <p:tgtEl>
                                          <p:spTgt spid="3"/>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3"/>
                                        </p:tgtEl>
                                        <p:attrNameLst>
                                          <p:attrName>fillcolor</p:attrName>
                                        </p:attrNameLst>
                                      </p:cBhvr>
                                      <p:tavLst>
                                        <p:tav tm="0">
                                          <p:val>
                                            <p:clrVal>
                                              <a:schemeClr val="accent2"/>
                                            </p:clrVal>
                                          </p:val>
                                        </p:tav>
                                        <p:tav tm="50000">
                                          <p:val>
                                            <p:clrVal>
                                              <a:schemeClr val="hlink"/>
                                            </p:clrVal>
                                          </p:val>
                                        </p:tav>
                                      </p:tavLst>
                                    </p:anim>
                                    <p:set>
                                      <p:cBhvr>
                                        <p:cTn id="16" dur="80"/>
                                        <p:tgtEl>
                                          <p:spTgt spid="3"/>
                                        </p:tgtEl>
                                        <p:attrNameLst>
                                          <p:attrName>fill.type</p:attrName>
                                        </p:attrNameLst>
                                      </p:cBhvr>
                                      <p:to>
                                        <p:strVal val="solid"/>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2" grpId="0"/>
      <p:bldP spid="13"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组合 3"/>
          <p:cNvGrpSpPr/>
          <p:nvPr/>
        </p:nvGrpSpPr>
        <p:grpSpPr>
          <a:xfrm>
            <a:off x="-23495" y="-113665"/>
            <a:ext cx="4674235" cy="787861"/>
            <a:chOff x="201757" y="129906"/>
            <a:chExt cx="6264696" cy="1096834"/>
          </a:xfrm>
        </p:grpSpPr>
        <p:pic>
          <p:nvPicPr>
            <p:cNvPr id="19473" name="Picture 9" descr="F:\ppt素材\图标\我收集的图标\字体\3.png"/>
            <p:cNvPicPr>
              <a:picLocks noChangeAspect="1"/>
            </p:cNvPicPr>
            <p:nvPr/>
          </p:nvPicPr>
          <p:blipFill>
            <a:blip r:embed="rId2"/>
            <a:stretch>
              <a:fillRect/>
            </a:stretch>
          </p:blipFill>
          <p:spPr>
            <a:xfrm rot="5400000">
              <a:off x="2884210" y="-2418911"/>
              <a:ext cx="899790" cy="6264696"/>
            </a:xfrm>
            <a:prstGeom prst="rect">
              <a:avLst/>
            </a:prstGeom>
            <a:noFill/>
            <a:ln w="9525">
              <a:noFill/>
            </a:ln>
          </p:spPr>
        </p:pic>
        <p:pic>
          <p:nvPicPr>
            <p:cNvPr id="19474" name="Picture 6" descr="F:\超棒ppt模板\中国风\中国风物件\maobi.png"/>
            <p:cNvPicPr>
              <a:picLocks noChangeAspect="1"/>
            </p:cNvPicPr>
            <p:nvPr/>
          </p:nvPicPr>
          <p:blipFill>
            <a:blip r:embed="rId3"/>
            <a:stretch>
              <a:fillRect/>
            </a:stretch>
          </p:blipFill>
          <p:spPr>
            <a:xfrm>
              <a:off x="308134" y="129906"/>
              <a:ext cx="775209" cy="775006"/>
            </a:xfrm>
            <a:prstGeom prst="rect">
              <a:avLst/>
            </a:prstGeom>
            <a:noFill/>
            <a:ln w="9525">
              <a:noFill/>
            </a:ln>
          </p:spPr>
        </p:pic>
        <p:sp>
          <p:nvSpPr>
            <p:cNvPr id="19475" name="TextBox 2"/>
            <p:cNvSpPr txBox="1"/>
            <p:nvPr/>
          </p:nvSpPr>
          <p:spPr>
            <a:xfrm>
              <a:off x="1083609" y="500071"/>
              <a:ext cx="2844474" cy="726669"/>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eaLnBrk="1" hangingPunct="1">
                <a:lnSpc>
                  <a:spcPct val="100000"/>
                </a:lnSpc>
                <a:spcBef>
                  <a:spcPct val="0"/>
                </a:spcBef>
                <a:buNone/>
              </a:pPr>
              <a:r>
                <a:rPr lang="zh-CN" altLang="en-US" b="1" dirty="0">
                  <a:solidFill>
                    <a:schemeClr val="bg1"/>
                  </a:solidFill>
                  <a:latin typeface="楷体" panose="02010609060101010101" pitchFamily="1" charset="-122"/>
                  <a:ea typeface="楷体" panose="02010609060101010101" pitchFamily="1" charset="-122"/>
                </a:rPr>
                <a:t>字符串</a:t>
              </a:r>
            </a:p>
          </p:txBody>
        </p:sp>
      </p:grpSp>
      <p:pic>
        <p:nvPicPr>
          <p:cNvPr id="4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4835" y="4641215"/>
            <a:ext cx="965200" cy="50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框 2"/>
          <p:cNvSpPr txBox="1"/>
          <p:nvPr/>
        </p:nvSpPr>
        <p:spPr>
          <a:xfrm>
            <a:off x="391160" y="810260"/>
            <a:ext cx="4766945" cy="2861310"/>
          </a:xfrm>
          <a:prstGeom prst="rect">
            <a:avLst/>
          </a:prstGeom>
          <a:noFill/>
        </p:spPr>
        <p:txBody>
          <a:bodyPr wrap="square" rtlCol="0">
            <a:spAutoFit/>
          </a:bodyPr>
          <a:lstStyle/>
          <a:p>
            <a:r>
              <a:rPr lang="zh-CN" altLang="en-US" sz="2000" dirty="0">
                <a:latin typeface="隶书" panose="02010509060101010101" charset="-122"/>
                <a:ea typeface="隶书" panose="02010509060101010101" charset="-122"/>
                <a:cs typeface="隶书" panose="02010509060101010101" charset="-122"/>
                <a:sym typeface="+mn-ea"/>
              </a:rPr>
              <a:t>分析：</a:t>
            </a:r>
          </a:p>
          <a:p>
            <a:r>
              <a:rPr lang="zh-CN" altLang="en-US" sz="2000" dirty="0">
                <a:latin typeface="隶书" panose="02010509060101010101" charset="-122"/>
                <a:ea typeface="隶书" panose="02010509060101010101" charset="-122"/>
                <a:cs typeface="隶书" panose="02010509060101010101" charset="-122"/>
                <a:sym typeface="+mn-ea"/>
              </a:rPr>
              <a:t>设置三个变量表示：</a:t>
            </a:r>
            <a:r>
              <a:rPr lang="en-US" altLang="zh-CN" sz="2000" dirty="0" err="1">
                <a:latin typeface="隶书" panose="02010509060101010101" charset="-122"/>
                <a:ea typeface="隶书" panose="02010509060101010101" charset="-122"/>
                <a:cs typeface="隶书" panose="02010509060101010101" charset="-122"/>
                <a:sym typeface="+mn-ea"/>
              </a:rPr>
              <a:t>i</a:t>
            </a:r>
            <a:r>
              <a:rPr lang="zh-CN" altLang="en-US" sz="2000" dirty="0">
                <a:latin typeface="隶书" panose="02010509060101010101" charset="-122"/>
                <a:ea typeface="隶书" panose="02010509060101010101" charset="-122"/>
                <a:cs typeface="隶书" panose="02010509060101010101" charset="-122"/>
                <a:sym typeface="+mn-ea"/>
              </a:rPr>
              <a:t>字串的头指针，其从字串的第一个字符依次后移，其值依次增大；</a:t>
            </a:r>
            <a:r>
              <a:rPr lang="en-US" altLang="zh-CN" sz="2000" dirty="0">
                <a:latin typeface="隶书" panose="02010509060101010101" charset="-122"/>
                <a:ea typeface="隶书" panose="02010509060101010101" charset="-122"/>
                <a:cs typeface="隶书" panose="02010509060101010101" charset="-122"/>
                <a:sym typeface="+mn-ea"/>
              </a:rPr>
              <a:t>j</a:t>
            </a:r>
            <a:r>
              <a:rPr lang="zh-CN" altLang="en-US" sz="2000" dirty="0">
                <a:latin typeface="隶书" panose="02010509060101010101" charset="-122"/>
                <a:ea typeface="隶书" panose="02010509060101010101" charset="-122"/>
                <a:cs typeface="隶书" panose="02010509060101010101" charset="-122"/>
                <a:sym typeface="+mn-ea"/>
              </a:rPr>
              <a:t>字串尾指针，其从字串尾向前</a:t>
            </a:r>
            <a:r>
              <a:rPr lang="zh-CN" altLang="en-US" sz="2000" dirty="0" smtClean="0">
                <a:latin typeface="隶书" panose="02010509060101010101" charset="-122"/>
                <a:ea typeface="隶书" panose="02010509060101010101" charset="-122"/>
                <a:cs typeface="隶书" panose="02010509060101010101" charset="-122"/>
                <a:sym typeface="+mn-ea"/>
              </a:rPr>
              <a:t>依次前移，</a:t>
            </a:r>
            <a:r>
              <a:rPr lang="zh-CN" altLang="en-US" sz="2000" dirty="0">
                <a:latin typeface="隶书" panose="02010509060101010101" charset="-122"/>
                <a:ea typeface="隶书" panose="02010509060101010101" charset="-122"/>
                <a:cs typeface="隶书" panose="02010509060101010101" charset="-122"/>
                <a:sym typeface="+mn-ea"/>
              </a:rPr>
              <a:t>其值逐渐减小；</a:t>
            </a:r>
            <a:r>
              <a:rPr lang="en-US" altLang="zh-CN" sz="2000" dirty="0">
                <a:latin typeface="隶书" panose="02010509060101010101" charset="-122"/>
                <a:ea typeface="隶书" panose="02010509060101010101" charset="-122"/>
                <a:cs typeface="隶书" panose="02010509060101010101" charset="-122"/>
                <a:sym typeface="+mn-ea"/>
              </a:rPr>
              <a:t>s</a:t>
            </a:r>
            <a:r>
              <a:rPr lang="zh-CN" altLang="en-US" sz="2000" dirty="0">
                <a:latin typeface="隶书" panose="02010509060101010101" charset="-122"/>
                <a:ea typeface="隶书" panose="02010509060101010101" charset="-122"/>
                <a:cs typeface="隶书" panose="02010509060101010101" charset="-122"/>
                <a:sym typeface="+mn-ea"/>
              </a:rPr>
              <a:t>标志其是否为回文串，其初始值为</a:t>
            </a:r>
            <a:r>
              <a:rPr lang="en-US" altLang="zh-CN" sz="2000" dirty="0">
                <a:latin typeface="隶书" panose="02010509060101010101" charset="-122"/>
                <a:ea typeface="隶书" panose="02010509060101010101" charset="-122"/>
                <a:cs typeface="隶书" panose="02010509060101010101" charset="-122"/>
                <a:sym typeface="+mn-ea"/>
              </a:rPr>
              <a:t>true</a:t>
            </a:r>
            <a:r>
              <a:rPr lang="zh-CN" altLang="en-US" sz="2000" dirty="0">
                <a:latin typeface="隶书" panose="02010509060101010101" charset="-122"/>
                <a:ea typeface="隶书" panose="02010509060101010101" charset="-122"/>
                <a:cs typeface="隶书" panose="02010509060101010101" charset="-122"/>
                <a:sym typeface="+mn-ea"/>
              </a:rPr>
              <a:t>，一旦发现字串从首尾开始相对的字符不一致了，其值就变化为</a:t>
            </a:r>
            <a:r>
              <a:rPr lang="en-US" altLang="zh-CN" sz="2000" dirty="0">
                <a:latin typeface="隶书" panose="02010509060101010101" charset="-122"/>
                <a:ea typeface="隶书" panose="02010509060101010101" charset="-122"/>
                <a:cs typeface="隶书" panose="02010509060101010101" charset="-122"/>
                <a:sym typeface="+mn-ea"/>
              </a:rPr>
              <a:t>false</a:t>
            </a:r>
            <a:r>
              <a:rPr lang="zh-CN" altLang="en-US" sz="2000" dirty="0">
                <a:latin typeface="隶书" panose="02010509060101010101" charset="-122"/>
                <a:ea typeface="隶书" panose="02010509060101010101" charset="-122"/>
                <a:cs typeface="隶书" panose="02010509060101010101" charset="-122"/>
                <a:sym typeface="+mn-ea"/>
              </a:rPr>
              <a:t>，最后根据</a:t>
            </a:r>
            <a:r>
              <a:rPr lang="en-US" altLang="zh-CN" sz="2000" dirty="0">
                <a:latin typeface="隶书" panose="02010509060101010101" charset="-122"/>
                <a:ea typeface="隶书" panose="02010509060101010101" charset="-122"/>
                <a:cs typeface="隶书" panose="02010509060101010101" charset="-122"/>
                <a:sym typeface="+mn-ea"/>
              </a:rPr>
              <a:t>s</a:t>
            </a:r>
            <a:r>
              <a:rPr lang="zh-CN" altLang="en-US" sz="2000" dirty="0">
                <a:latin typeface="隶书" panose="02010509060101010101" charset="-122"/>
                <a:ea typeface="隶书" panose="02010509060101010101" charset="-122"/>
                <a:cs typeface="隶书" panose="02010509060101010101" charset="-122"/>
                <a:sym typeface="+mn-ea"/>
              </a:rPr>
              <a:t>的取值即可判断是否为回文串。</a:t>
            </a:r>
            <a:endParaRPr lang="zh-CN" altLang="en-US"/>
          </a:p>
        </p:txBody>
      </p:sp>
      <p:graphicFrame>
        <p:nvGraphicFramePr>
          <p:cNvPr id="9" name="表格 8"/>
          <p:cNvGraphicFramePr>
            <a:graphicFrameLocks noGrp="1"/>
          </p:cNvGraphicFramePr>
          <p:nvPr>
            <p:extLst>
              <p:ext uri="{D42A27DB-BD31-4B8C-83A1-F6EECF244321}">
                <p14:modId xmlns:p14="http://schemas.microsoft.com/office/powerpoint/2010/main" val="3260579091"/>
              </p:ext>
            </p:extLst>
          </p:nvPr>
        </p:nvGraphicFramePr>
        <p:xfrm>
          <a:off x="35496" y="4606791"/>
          <a:ext cx="5486400" cy="370840"/>
        </p:xfrm>
        <a:graphic>
          <a:graphicData uri="http://schemas.openxmlformats.org/drawingml/2006/table">
            <a:tbl>
              <a:tblPr firstRow="1" bandRow="1">
                <a:tableStyleId>{5C22544A-7EE6-4342-B048-85BDC9FD1C3A}</a:tableStyleId>
              </a:tblPr>
              <a:tblGrid>
                <a:gridCol w="609600">
                  <a:extLst>
                    <a:ext uri="{9D8B030D-6E8A-4147-A177-3AD203B41FA5}">
                      <a16:colId xmlns="" xmlns:a16="http://schemas.microsoft.com/office/drawing/2014/main" val="20000"/>
                    </a:ext>
                  </a:extLst>
                </a:gridCol>
                <a:gridCol w="609600">
                  <a:extLst>
                    <a:ext uri="{9D8B030D-6E8A-4147-A177-3AD203B41FA5}">
                      <a16:colId xmlns="" xmlns:a16="http://schemas.microsoft.com/office/drawing/2014/main" val="20001"/>
                    </a:ext>
                  </a:extLst>
                </a:gridCol>
                <a:gridCol w="609600">
                  <a:extLst>
                    <a:ext uri="{9D8B030D-6E8A-4147-A177-3AD203B41FA5}">
                      <a16:colId xmlns="" xmlns:a16="http://schemas.microsoft.com/office/drawing/2014/main" val="20002"/>
                    </a:ext>
                  </a:extLst>
                </a:gridCol>
                <a:gridCol w="609600">
                  <a:extLst>
                    <a:ext uri="{9D8B030D-6E8A-4147-A177-3AD203B41FA5}">
                      <a16:colId xmlns="" xmlns:a16="http://schemas.microsoft.com/office/drawing/2014/main" val="20003"/>
                    </a:ext>
                  </a:extLst>
                </a:gridCol>
                <a:gridCol w="609600">
                  <a:extLst>
                    <a:ext uri="{9D8B030D-6E8A-4147-A177-3AD203B41FA5}">
                      <a16:colId xmlns="" xmlns:a16="http://schemas.microsoft.com/office/drawing/2014/main" val="20004"/>
                    </a:ext>
                  </a:extLst>
                </a:gridCol>
                <a:gridCol w="609600">
                  <a:extLst>
                    <a:ext uri="{9D8B030D-6E8A-4147-A177-3AD203B41FA5}">
                      <a16:colId xmlns="" xmlns:a16="http://schemas.microsoft.com/office/drawing/2014/main" val="20005"/>
                    </a:ext>
                  </a:extLst>
                </a:gridCol>
                <a:gridCol w="609600">
                  <a:extLst>
                    <a:ext uri="{9D8B030D-6E8A-4147-A177-3AD203B41FA5}">
                      <a16:colId xmlns="" xmlns:a16="http://schemas.microsoft.com/office/drawing/2014/main" val="20006"/>
                    </a:ext>
                  </a:extLst>
                </a:gridCol>
                <a:gridCol w="609600">
                  <a:extLst>
                    <a:ext uri="{9D8B030D-6E8A-4147-A177-3AD203B41FA5}">
                      <a16:colId xmlns="" xmlns:a16="http://schemas.microsoft.com/office/drawing/2014/main" val="20007"/>
                    </a:ext>
                  </a:extLst>
                </a:gridCol>
                <a:gridCol w="609600">
                  <a:extLst>
                    <a:ext uri="{9D8B030D-6E8A-4147-A177-3AD203B41FA5}">
                      <a16:colId xmlns="" xmlns:a16="http://schemas.microsoft.com/office/drawing/2014/main" val="20008"/>
                    </a:ext>
                  </a:extLst>
                </a:gridCol>
              </a:tblGrid>
              <a:tr h="370840">
                <a:tc>
                  <a:txBody>
                    <a:bodyPr/>
                    <a:lstStyle/>
                    <a:p>
                      <a:r>
                        <a:rPr lang="en-US" altLang="zh-CN" dirty="0" smtClean="0">
                          <a:solidFill>
                            <a:schemeClr val="tx1"/>
                          </a:solidFill>
                        </a:rPr>
                        <a:t>a</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smtClean="0">
                          <a:solidFill>
                            <a:schemeClr val="tx1"/>
                          </a:solidFill>
                        </a:rPr>
                        <a:t>b</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smtClean="0">
                          <a:solidFill>
                            <a:schemeClr val="tx1"/>
                          </a:solidFill>
                        </a:rPr>
                        <a:t>c</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smtClean="0">
                          <a:solidFill>
                            <a:schemeClr val="tx1"/>
                          </a:solidFill>
                        </a:rPr>
                        <a:t>d</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smtClean="0">
                          <a:solidFill>
                            <a:schemeClr val="tx1"/>
                          </a:solidFill>
                        </a:rPr>
                        <a:t>e</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smtClean="0">
                          <a:solidFill>
                            <a:schemeClr val="tx1"/>
                          </a:solidFill>
                        </a:rPr>
                        <a:t>d</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smtClean="0">
                          <a:solidFill>
                            <a:schemeClr val="tx1"/>
                          </a:solidFill>
                        </a:rPr>
                        <a:t>c</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smtClean="0">
                          <a:solidFill>
                            <a:schemeClr val="tx1"/>
                          </a:solidFill>
                        </a:rPr>
                        <a:t>b</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smtClean="0">
                          <a:solidFill>
                            <a:schemeClr val="tx1"/>
                          </a:solidFill>
                        </a:rPr>
                        <a:t>a</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0000"/>
                  </a:ext>
                </a:extLst>
              </a:tr>
            </a:tbl>
          </a:graphicData>
        </a:graphic>
      </p:graphicFrame>
      <p:cxnSp>
        <p:nvCxnSpPr>
          <p:cNvPr id="10" name="直接箭头连接符 9"/>
          <p:cNvCxnSpPr/>
          <p:nvPr/>
        </p:nvCxnSpPr>
        <p:spPr>
          <a:xfrm>
            <a:off x="251520" y="4257551"/>
            <a:ext cx="0" cy="360040"/>
          </a:xfrm>
          <a:prstGeom prst="straightConnector1">
            <a:avLst/>
          </a:prstGeom>
          <a:ln w="2540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a:off x="5180499" y="4257551"/>
            <a:ext cx="0" cy="360040"/>
          </a:xfrm>
          <a:prstGeom prst="straightConnector1">
            <a:avLst/>
          </a:prstGeom>
          <a:ln w="25400">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123921" y="3867894"/>
            <a:ext cx="255198" cy="461665"/>
          </a:xfrm>
          <a:prstGeom prst="rect">
            <a:avLst/>
          </a:prstGeom>
          <a:noFill/>
        </p:spPr>
        <p:txBody>
          <a:bodyPr wrap="none" rtlCol="0">
            <a:spAutoFit/>
          </a:bodyPr>
          <a:lstStyle/>
          <a:p>
            <a:r>
              <a:rPr lang="en-US" altLang="zh-CN" sz="2400" dirty="0" smtClean="0">
                <a:solidFill>
                  <a:srgbClr val="FF0000"/>
                </a:solidFill>
              </a:rPr>
              <a:t>i</a:t>
            </a:r>
            <a:endParaRPr lang="zh-CN" altLang="en-US" sz="2400" dirty="0">
              <a:solidFill>
                <a:srgbClr val="FF0000"/>
              </a:solidFill>
            </a:endParaRPr>
          </a:p>
        </p:txBody>
      </p:sp>
      <p:sp>
        <p:nvSpPr>
          <p:cNvPr id="13" name="TextBox 12"/>
          <p:cNvSpPr txBox="1"/>
          <p:nvPr/>
        </p:nvSpPr>
        <p:spPr>
          <a:xfrm>
            <a:off x="5033676" y="3867894"/>
            <a:ext cx="258404" cy="461665"/>
          </a:xfrm>
          <a:prstGeom prst="rect">
            <a:avLst/>
          </a:prstGeom>
          <a:noFill/>
        </p:spPr>
        <p:txBody>
          <a:bodyPr wrap="none" rtlCol="0">
            <a:spAutoFit/>
          </a:bodyPr>
          <a:lstStyle/>
          <a:p>
            <a:r>
              <a:rPr lang="en-US" altLang="zh-CN" sz="2400" dirty="0" smtClean="0">
                <a:solidFill>
                  <a:srgbClr val="FF0000"/>
                </a:solidFill>
              </a:rPr>
              <a:t>j</a:t>
            </a:r>
            <a:endParaRPr lang="zh-CN" altLang="en-US" sz="2400" dirty="0">
              <a:solidFill>
                <a:srgbClr val="FF0000"/>
              </a:solidFill>
            </a:endParaRPr>
          </a:p>
        </p:txBody>
      </p:sp>
      <p:pic>
        <p:nvPicPr>
          <p:cNvPr id="6146" name="Picture 2"/>
          <p:cNvPicPr>
            <a:picLocks noChangeAspect="1" noChangeArrowheads="1"/>
          </p:cNvPicPr>
          <p:nvPr/>
        </p:nvPicPr>
        <p:blipFill rotWithShape="1">
          <a:blip r:embed="rId5">
            <a:extLst>
              <a:ext uri="{28A0092B-C50C-407E-A947-70E740481C1C}">
                <a14:useLocalDpi xmlns:a14="http://schemas.microsoft.com/office/drawing/2010/main" val="0"/>
              </a:ext>
            </a:extLst>
          </a:blip>
          <a:srcRect l="49259" t="20722" r="24093" b="27476"/>
          <a:stretch/>
        </p:blipFill>
        <p:spPr bwMode="auto">
          <a:xfrm>
            <a:off x="5315946" y="187274"/>
            <a:ext cx="3577137" cy="39114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63265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3"/>
                                        </p:tgtEl>
                                        <p:attrNameLst>
                                          <p:attrName>style.visibility</p:attrName>
                                        </p:attrNameLst>
                                      </p:cBhvr>
                                      <p:to>
                                        <p:strVal val="visible"/>
                                      </p:to>
                                    </p:set>
                                    <p:anim calcmode="discrete" valueType="clr">
                                      <p:cBhvr override="childStyle">
                                        <p:cTn id="7" dur="80"/>
                                        <p:tgtEl>
                                          <p:spTgt spid="3"/>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3"/>
                                        </p:tgtEl>
                                        <p:attrNameLst>
                                          <p:attrName>fillcolor</p:attrName>
                                        </p:attrNameLst>
                                      </p:cBhvr>
                                      <p:tavLst>
                                        <p:tav tm="0">
                                          <p:val>
                                            <p:clrVal>
                                              <a:schemeClr val="accent2"/>
                                            </p:clrVal>
                                          </p:val>
                                        </p:tav>
                                        <p:tav tm="50000">
                                          <p:val>
                                            <p:clrVal>
                                              <a:schemeClr val="hlink"/>
                                            </p:clrVal>
                                          </p:val>
                                        </p:tav>
                                      </p:tavLst>
                                    </p:anim>
                                    <p:set>
                                      <p:cBhvr>
                                        <p:cTn id="9" dur="80"/>
                                        <p:tgtEl>
                                          <p:spTgt spid="3"/>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grpId="1" nodeType="clickEffect">
                                  <p:stCondLst>
                                    <p:cond delay="0"/>
                                  </p:stCondLst>
                                  <p:iterate type="lt">
                                    <p:tmPct val="50000"/>
                                  </p:iterate>
                                  <p:childTnLst>
                                    <p:set>
                                      <p:cBhvr>
                                        <p:cTn id="13" dur="1" fill="hold">
                                          <p:stCondLst>
                                            <p:cond delay="0"/>
                                          </p:stCondLst>
                                        </p:cTn>
                                        <p:tgtEl>
                                          <p:spTgt spid="3"/>
                                        </p:tgtEl>
                                        <p:attrNameLst>
                                          <p:attrName>style.visibility</p:attrName>
                                        </p:attrNameLst>
                                      </p:cBhvr>
                                      <p:to>
                                        <p:strVal val="visible"/>
                                      </p:to>
                                    </p:set>
                                    <p:anim calcmode="discrete" valueType="clr">
                                      <p:cBhvr override="childStyle">
                                        <p:cTn id="14" dur="80"/>
                                        <p:tgtEl>
                                          <p:spTgt spid="3"/>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3"/>
                                        </p:tgtEl>
                                        <p:attrNameLst>
                                          <p:attrName>fillcolor</p:attrName>
                                        </p:attrNameLst>
                                      </p:cBhvr>
                                      <p:tavLst>
                                        <p:tav tm="0">
                                          <p:val>
                                            <p:clrVal>
                                              <a:schemeClr val="accent2"/>
                                            </p:clrVal>
                                          </p:val>
                                        </p:tav>
                                        <p:tav tm="50000">
                                          <p:val>
                                            <p:clrVal>
                                              <a:schemeClr val="hlink"/>
                                            </p:clrVal>
                                          </p:val>
                                        </p:tav>
                                      </p:tavLst>
                                    </p:anim>
                                    <p:set>
                                      <p:cBhvr>
                                        <p:cTn id="16" dur="80"/>
                                        <p:tgtEl>
                                          <p:spTgt spid="3"/>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组合 3"/>
          <p:cNvGrpSpPr/>
          <p:nvPr/>
        </p:nvGrpSpPr>
        <p:grpSpPr>
          <a:xfrm>
            <a:off x="-23495" y="-113665"/>
            <a:ext cx="4674235" cy="787861"/>
            <a:chOff x="201757" y="129906"/>
            <a:chExt cx="6264696" cy="1096834"/>
          </a:xfrm>
        </p:grpSpPr>
        <p:pic>
          <p:nvPicPr>
            <p:cNvPr id="19473" name="Picture 9" descr="F:\ppt素材\图标\我收集的图标\字体\3.png"/>
            <p:cNvPicPr>
              <a:picLocks noChangeAspect="1"/>
            </p:cNvPicPr>
            <p:nvPr/>
          </p:nvPicPr>
          <p:blipFill>
            <a:blip r:embed="rId2"/>
            <a:stretch>
              <a:fillRect/>
            </a:stretch>
          </p:blipFill>
          <p:spPr>
            <a:xfrm rot="5400000">
              <a:off x="2884210" y="-2418911"/>
              <a:ext cx="899790" cy="6264696"/>
            </a:xfrm>
            <a:prstGeom prst="rect">
              <a:avLst/>
            </a:prstGeom>
            <a:noFill/>
            <a:ln w="9525">
              <a:noFill/>
            </a:ln>
          </p:spPr>
        </p:pic>
        <p:pic>
          <p:nvPicPr>
            <p:cNvPr id="19474" name="Picture 6" descr="F:\超棒ppt模板\中国风\中国风物件\maobi.png"/>
            <p:cNvPicPr>
              <a:picLocks noChangeAspect="1"/>
            </p:cNvPicPr>
            <p:nvPr/>
          </p:nvPicPr>
          <p:blipFill>
            <a:blip r:embed="rId3"/>
            <a:stretch>
              <a:fillRect/>
            </a:stretch>
          </p:blipFill>
          <p:spPr>
            <a:xfrm>
              <a:off x="308134" y="129906"/>
              <a:ext cx="775209" cy="775006"/>
            </a:xfrm>
            <a:prstGeom prst="rect">
              <a:avLst/>
            </a:prstGeom>
            <a:noFill/>
            <a:ln w="9525">
              <a:noFill/>
            </a:ln>
          </p:spPr>
        </p:pic>
        <p:sp>
          <p:nvSpPr>
            <p:cNvPr id="19475" name="TextBox 2"/>
            <p:cNvSpPr txBox="1"/>
            <p:nvPr/>
          </p:nvSpPr>
          <p:spPr>
            <a:xfrm>
              <a:off x="1083609" y="500071"/>
              <a:ext cx="2844474" cy="726669"/>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eaLnBrk="1" hangingPunct="1">
                <a:lnSpc>
                  <a:spcPct val="100000"/>
                </a:lnSpc>
                <a:spcBef>
                  <a:spcPct val="0"/>
                </a:spcBef>
                <a:buNone/>
              </a:pPr>
              <a:r>
                <a:rPr lang="zh-CN" altLang="en-US" b="1" dirty="0">
                  <a:solidFill>
                    <a:schemeClr val="bg1"/>
                  </a:solidFill>
                  <a:latin typeface="楷体" panose="02010609060101010101" pitchFamily="1" charset="-122"/>
                  <a:ea typeface="楷体" panose="02010609060101010101" pitchFamily="1" charset="-122"/>
                </a:rPr>
                <a:t>字符串</a:t>
              </a:r>
            </a:p>
          </p:txBody>
        </p:sp>
      </p:grpSp>
      <p:pic>
        <p:nvPicPr>
          <p:cNvPr id="4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4835" y="4641215"/>
            <a:ext cx="965200" cy="50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文本框 1"/>
          <p:cNvSpPr txBox="1"/>
          <p:nvPr/>
        </p:nvSpPr>
        <p:spPr>
          <a:xfrm>
            <a:off x="461010" y="737870"/>
            <a:ext cx="2098040" cy="398780"/>
          </a:xfrm>
          <a:prstGeom prst="rect">
            <a:avLst/>
          </a:prstGeom>
          <a:noFill/>
        </p:spPr>
        <p:txBody>
          <a:bodyPr wrap="none" rtlCol="0" anchor="t">
            <a:spAutoFit/>
          </a:bodyPr>
          <a:lstStyle/>
          <a:p>
            <a:pPr algn="l"/>
            <a:r>
              <a:rPr lang="zh-CN" altLang="zh-CN" sz="2000" b="1" dirty="0" smtClean="0">
                <a:solidFill>
                  <a:schemeClr val="tx1"/>
                </a:solidFill>
                <a:latin typeface="隶书" panose="02010509060101010101" charset="-122"/>
                <a:ea typeface="隶书" panose="02010509060101010101" charset="-122"/>
                <a:cs typeface="隶书" panose="02010509060101010101" charset="-122"/>
                <a:sym typeface="+mn-ea"/>
              </a:rPr>
              <a:t>例</a:t>
            </a:r>
            <a:r>
              <a:rPr lang="en-US" altLang="zh-CN" sz="2000" b="1" dirty="0" smtClean="0">
                <a:solidFill>
                  <a:schemeClr val="tx1"/>
                </a:solidFill>
                <a:latin typeface="隶书" panose="02010509060101010101" charset="-122"/>
                <a:ea typeface="隶书" panose="02010509060101010101" charset="-122"/>
                <a:cs typeface="隶书" panose="02010509060101010101" charset="-122"/>
                <a:sym typeface="+mn-ea"/>
              </a:rPr>
              <a:t>9</a:t>
            </a:r>
            <a:r>
              <a:rPr lang="zh-CN" altLang="zh-CN" sz="2000" b="1" dirty="0" smtClean="0">
                <a:solidFill>
                  <a:schemeClr val="tx1"/>
                </a:solidFill>
                <a:latin typeface="隶书" panose="02010509060101010101" charset="-122"/>
                <a:ea typeface="隶书" panose="02010509060101010101" charset="-122"/>
                <a:cs typeface="隶书" panose="02010509060101010101" charset="-122"/>
                <a:sym typeface="+mn-ea"/>
              </a:rPr>
              <a:t>：</a:t>
            </a:r>
            <a:r>
              <a:rPr lang="zh-CN" altLang="en-US" sz="2000" b="1" dirty="0" smtClean="0">
                <a:solidFill>
                  <a:schemeClr val="tx1"/>
                </a:solidFill>
                <a:latin typeface="隶书" panose="02010509060101010101" charset="-122"/>
                <a:ea typeface="隶书" panose="02010509060101010101" charset="-122"/>
                <a:cs typeface="隶书" panose="02010509060101010101" charset="-122"/>
                <a:sym typeface="+mn-ea"/>
              </a:rPr>
              <a:t>字符串判等</a:t>
            </a:r>
          </a:p>
        </p:txBody>
      </p:sp>
      <p:sp>
        <p:nvSpPr>
          <p:cNvPr id="3" name="文本框 2"/>
          <p:cNvSpPr txBox="1"/>
          <p:nvPr/>
        </p:nvSpPr>
        <p:spPr>
          <a:xfrm>
            <a:off x="461010" y="1136650"/>
            <a:ext cx="8103870" cy="3046095"/>
          </a:xfrm>
          <a:prstGeom prst="rect">
            <a:avLst/>
          </a:prstGeom>
          <a:noFill/>
        </p:spPr>
        <p:txBody>
          <a:bodyPr wrap="square" rtlCol="0" anchor="t">
            <a:spAutoFit/>
          </a:bodyPr>
          <a:lstStyle/>
          <a:p>
            <a:pPr>
              <a:lnSpc>
                <a:spcPct val="80000"/>
              </a:lnSpc>
            </a:pPr>
            <a:r>
              <a:rPr lang="zh-CN" altLang="en-US" sz="2000" dirty="0">
                <a:latin typeface="隶书" panose="02010509060101010101" charset="-122"/>
                <a:ea typeface="隶书" panose="02010509060101010101" charset="-122"/>
                <a:cs typeface="隶书" panose="02010509060101010101" charset="-122"/>
                <a:sym typeface="+mn-ea"/>
              </a:rPr>
              <a:t>描述：</a:t>
            </a:r>
          </a:p>
          <a:p>
            <a:pPr>
              <a:lnSpc>
                <a:spcPct val="80000"/>
              </a:lnSpc>
            </a:pPr>
            <a:r>
              <a:rPr lang="zh-CN" altLang="en-US" sz="2000" dirty="0">
                <a:latin typeface="隶书" panose="02010509060101010101" charset="-122"/>
                <a:ea typeface="隶书" panose="02010509060101010101" charset="-122"/>
                <a:cs typeface="隶书" panose="02010509060101010101" charset="-122"/>
                <a:sym typeface="+mn-ea"/>
              </a:rPr>
              <a:t>判断两个由大小写字母和空格组成的字符串在忽略大小写，且忽略空格后是否相等。</a:t>
            </a:r>
          </a:p>
          <a:p>
            <a:pPr>
              <a:lnSpc>
                <a:spcPct val="80000"/>
              </a:lnSpc>
            </a:pPr>
            <a:r>
              <a:rPr lang="zh-CN" altLang="en-US" sz="2000" dirty="0">
                <a:latin typeface="隶书" panose="02010509060101010101" charset="-122"/>
                <a:ea typeface="隶书" panose="02010509060101010101" charset="-122"/>
                <a:cs typeface="隶书" panose="02010509060101010101" charset="-122"/>
                <a:sym typeface="+mn-ea"/>
              </a:rPr>
              <a:t>输入</a:t>
            </a:r>
          </a:p>
          <a:p>
            <a:pPr>
              <a:lnSpc>
                <a:spcPct val="80000"/>
              </a:lnSpc>
            </a:pPr>
            <a:r>
              <a:rPr lang="zh-CN" altLang="en-US" sz="2000" dirty="0">
                <a:latin typeface="隶书" panose="02010509060101010101" charset="-122"/>
                <a:ea typeface="隶书" panose="02010509060101010101" charset="-122"/>
                <a:cs typeface="隶书" panose="02010509060101010101" charset="-122"/>
                <a:sym typeface="+mn-ea"/>
              </a:rPr>
              <a:t>两行，每行包含一个字符串。</a:t>
            </a:r>
          </a:p>
          <a:p>
            <a:pPr>
              <a:lnSpc>
                <a:spcPct val="80000"/>
              </a:lnSpc>
            </a:pPr>
            <a:r>
              <a:rPr lang="zh-CN" altLang="en-US" sz="2000" dirty="0">
                <a:latin typeface="隶书" panose="02010509060101010101" charset="-122"/>
                <a:ea typeface="隶书" panose="02010509060101010101" charset="-122"/>
                <a:cs typeface="隶书" panose="02010509060101010101" charset="-122"/>
                <a:sym typeface="+mn-ea"/>
              </a:rPr>
              <a:t>输出</a:t>
            </a:r>
          </a:p>
          <a:p>
            <a:pPr>
              <a:lnSpc>
                <a:spcPct val="80000"/>
              </a:lnSpc>
            </a:pPr>
            <a:r>
              <a:rPr lang="zh-CN" altLang="en-US" sz="2000" dirty="0">
                <a:latin typeface="隶书" panose="02010509060101010101" charset="-122"/>
                <a:ea typeface="隶书" panose="02010509060101010101" charset="-122"/>
                <a:cs typeface="隶书" panose="02010509060101010101" charset="-122"/>
                <a:sym typeface="+mn-ea"/>
              </a:rPr>
              <a:t>若两个字符串相等，输出YES，否则输出NO。</a:t>
            </a:r>
          </a:p>
          <a:p>
            <a:pPr>
              <a:lnSpc>
                <a:spcPct val="80000"/>
              </a:lnSpc>
            </a:pPr>
            <a:r>
              <a:rPr lang="zh-CN" altLang="en-US" sz="2000" dirty="0">
                <a:latin typeface="隶书" panose="02010509060101010101" charset="-122"/>
                <a:ea typeface="隶书" panose="02010509060101010101" charset="-122"/>
                <a:cs typeface="隶书" panose="02010509060101010101" charset="-122"/>
                <a:sym typeface="+mn-ea"/>
              </a:rPr>
              <a:t>样例输入</a:t>
            </a:r>
          </a:p>
          <a:p>
            <a:pPr>
              <a:lnSpc>
                <a:spcPct val="80000"/>
              </a:lnSpc>
            </a:pPr>
            <a:r>
              <a:rPr lang="zh-CN" altLang="en-US" sz="2000" dirty="0">
                <a:latin typeface="隶书" panose="02010509060101010101" charset="-122"/>
                <a:ea typeface="隶书" panose="02010509060101010101" charset="-122"/>
                <a:cs typeface="隶书" panose="02010509060101010101" charset="-122"/>
                <a:sym typeface="+mn-ea"/>
              </a:rPr>
              <a:t>a A bb BB ccc CCC</a:t>
            </a:r>
          </a:p>
          <a:p>
            <a:pPr>
              <a:lnSpc>
                <a:spcPct val="80000"/>
              </a:lnSpc>
            </a:pPr>
            <a:r>
              <a:rPr lang="zh-CN" altLang="en-US" sz="2000" dirty="0">
                <a:latin typeface="隶书" panose="02010509060101010101" charset="-122"/>
                <a:ea typeface="隶书" panose="02010509060101010101" charset="-122"/>
                <a:cs typeface="隶书" panose="02010509060101010101" charset="-122"/>
                <a:sym typeface="+mn-ea"/>
              </a:rPr>
              <a:t>Aa BBbb CCCccc</a:t>
            </a:r>
          </a:p>
          <a:p>
            <a:pPr>
              <a:lnSpc>
                <a:spcPct val="80000"/>
              </a:lnSpc>
            </a:pPr>
            <a:r>
              <a:rPr lang="zh-CN" altLang="en-US" sz="2000" dirty="0">
                <a:latin typeface="隶书" panose="02010509060101010101" charset="-122"/>
                <a:ea typeface="隶书" panose="02010509060101010101" charset="-122"/>
                <a:cs typeface="隶书" panose="02010509060101010101" charset="-122"/>
                <a:sym typeface="+mn-ea"/>
              </a:rPr>
              <a:t>样例输出</a:t>
            </a:r>
          </a:p>
          <a:p>
            <a:pPr>
              <a:lnSpc>
                <a:spcPct val="80000"/>
              </a:lnSpc>
            </a:pPr>
            <a:r>
              <a:rPr lang="zh-CN" altLang="en-US" sz="2000" dirty="0">
                <a:latin typeface="隶书" panose="02010509060101010101" charset="-122"/>
                <a:ea typeface="隶书" panose="02010509060101010101" charset="-122"/>
                <a:cs typeface="隶书" panose="02010509060101010101" charset="-122"/>
                <a:sym typeface="+mn-ea"/>
              </a:rPr>
              <a:t>YES</a:t>
            </a:r>
          </a:p>
        </p:txBody>
      </p:sp>
    </p:spTree>
    <p:extLst>
      <p:ext uri="{BB962C8B-B14F-4D97-AF65-F5344CB8AC3E}">
        <p14:creationId xmlns:p14="http://schemas.microsoft.com/office/powerpoint/2010/main" val="165311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2"/>
                                        </p:tgtEl>
                                        <p:attrNameLst>
                                          <p:attrName>style.visibility</p:attrName>
                                        </p:attrNameLst>
                                      </p:cBhvr>
                                      <p:to>
                                        <p:strVal val="visible"/>
                                      </p:to>
                                    </p:set>
                                    <p:anim calcmode="discrete" valueType="clr">
                                      <p:cBhvr override="childStyle">
                                        <p:cTn id="7" dur="80"/>
                                        <p:tgtEl>
                                          <p:spTgt spid="2"/>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
                                        </p:tgtEl>
                                        <p:attrNameLst>
                                          <p:attrName>fillcolor</p:attrName>
                                        </p:attrNameLst>
                                      </p:cBhvr>
                                      <p:tavLst>
                                        <p:tav tm="0">
                                          <p:val>
                                            <p:clrVal>
                                              <a:schemeClr val="accent2"/>
                                            </p:clrVal>
                                          </p:val>
                                        </p:tav>
                                        <p:tav tm="50000">
                                          <p:val>
                                            <p:clrVal>
                                              <a:schemeClr val="hlink"/>
                                            </p:clrVal>
                                          </p:val>
                                        </p:tav>
                                      </p:tavLst>
                                    </p:anim>
                                    <p:set>
                                      <p:cBhvr>
                                        <p:cTn id="9" dur="80"/>
                                        <p:tgtEl>
                                          <p:spTgt spid="2"/>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grpId="0" nodeType="clickEffect">
                                  <p:stCondLst>
                                    <p:cond delay="0"/>
                                  </p:stCondLst>
                                  <p:iterate type="lt">
                                    <p:tmPct val="50000"/>
                                  </p:iterate>
                                  <p:childTnLst>
                                    <p:set>
                                      <p:cBhvr>
                                        <p:cTn id="13" dur="1" fill="hold">
                                          <p:stCondLst>
                                            <p:cond delay="0"/>
                                          </p:stCondLst>
                                        </p:cTn>
                                        <p:tgtEl>
                                          <p:spTgt spid="3"/>
                                        </p:tgtEl>
                                        <p:attrNameLst>
                                          <p:attrName>style.visibility</p:attrName>
                                        </p:attrNameLst>
                                      </p:cBhvr>
                                      <p:to>
                                        <p:strVal val="visible"/>
                                      </p:to>
                                    </p:set>
                                    <p:anim calcmode="discrete" valueType="clr">
                                      <p:cBhvr override="childStyle">
                                        <p:cTn id="14" dur="80"/>
                                        <p:tgtEl>
                                          <p:spTgt spid="3"/>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3"/>
                                        </p:tgtEl>
                                        <p:attrNameLst>
                                          <p:attrName>fillcolor</p:attrName>
                                        </p:attrNameLst>
                                      </p:cBhvr>
                                      <p:tavLst>
                                        <p:tav tm="0">
                                          <p:val>
                                            <p:clrVal>
                                              <a:schemeClr val="accent2"/>
                                            </p:clrVal>
                                          </p:val>
                                        </p:tav>
                                        <p:tav tm="50000">
                                          <p:val>
                                            <p:clrVal>
                                              <a:schemeClr val="hlink"/>
                                            </p:clrVal>
                                          </p:val>
                                        </p:tav>
                                      </p:tavLst>
                                    </p:anim>
                                    <p:set>
                                      <p:cBhvr>
                                        <p:cTn id="16" dur="80"/>
                                        <p:tgtEl>
                                          <p:spTgt spid="3"/>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组合 3"/>
          <p:cNvGrpSpPr/>
          <p:nvPr/>
        </p:nvGrpSpPr>
        <p:grpSpPr>
          <a:xfrm>
            <a:off x="-23495" y="-113665"/>
            <a:ext cx="4674235" cy="787861"/>
            <a:chOff x="201757" y="129906"/>
            <a:chExt cx="6264696" cy="1096834"/>
          </a:xfrm>
        </p:grpSpPr>
        <p:pic>
          <p:nvPicPr>
            <p:cNvPr id="19473" name="Picture 9" descr="F:\ppt素材\图标\我收集的图标\字体\3.png"/>
            <p:cNvPicPr>
              <a:picLocks noChangeAspect="1"/>
            </p:cNvPicPr>
            <p:nvPr/>
          </p:nvPicPr>
          <p:blipFill>
            <a:blip r:embed="rId2"/>
            <a:stretch>
              <a:fillRect/>
            </a:stretch>
          </p:blipFill>
          <p:spPr>
            <a:xfrm rot="5400000">
              <a:off x="2884210" y="-2418911"/>
              <a:ext cx="899790" cy="6264696"/>
            </a:xfrm>
            <a:prstGeom prst="rect">
              <a:avLst/>
            </a:prstGeom>
            <a:noFill/>
            <a:ln w="9525">
              <a:noFill/>
            </a:ln>
          </p:spPr>
        </p:pic>
        <p:pic>
          <p:nvPicPr>
            <p:cNvPr id="19474" name="Picture 6" descr="F:\超棒ppt模板\中国风\中国风物件\maobi.png"/>
            <p:cNvPicPr>
              <a:picLocks noChangeAspect="1"/>
            </p:cNvPicPr>
            <p:nvPr/>
          </p:nvPicPr>
          <p:blipFill>
            <a:blip r:embed="rId3"/>
            <a:stretch>
              <a:fillRect/>
            </a:stretch>
          </p:blipFill>
          <p:spPr>
            <a:xfrm>
              <a:off x="308134" y="129906"/>
              <a:ext cx="775209" cy="775006"/>
            </a:xfrm>
            <a:prstGeom prst="rect">
              <a:avLst/>
            </a:prstGeom>
            <a:noFill/>
            <a:ln w="9525">
              <a:noFill/>
            </a:ln>
          </p:spPr>
        </p:pic>
        <p:sp>
          <p:nvSpPr>
            <p:cNvPr id="19475" name="TextBox 2"/>
            <p:cNvSpPr txBox="1"/>
            <p:nvPr/>
          </p:nvSpPr>
          <p:spPr>
            <a:xfrm>
              <a:off x="1083609" y="500071"/>
              <a:ext cx="2844474" cy="726669"/>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eaLnBrk="1" hangingPunct="1">
                <a:lnSpc>
                  <a:spcPct val="100000"/>
                </a:lnSpc>
                <a:spcBef>
                  <a:spcPct val="0"/>
                </a:spcBef>
                <a:buNone/>
              </a:pPr>
              <a:r>
                <a:rPr lang="zh-CN" altLang="en-US" b="1" dirty="0">
                  <a:solidFill>
                    <a:schemeClr val="bg1"/>
                  </a:solidFill>
                  <a:latin typeface="楷体" panose="02010609060101010101" pitchFamily="1" charset="-122"/>
                  <a:ea typeface="楷体" panose="02010609060101010101" pitchFamily="1" charset="-122"/>
                </a:rPr>
                <a:t>字符串</a:t>
              </a:r>
            </a:p>
          </p:txBody>
        </p:sp>
      </p:grpSp>
      <p:pic>
        <p:nvPicPr>
          <p:cNvPr id="4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4835" y="4641215"/>
            <a:ext cx="965200" cy="50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框 2"/>
          <p:cNvSpPr txBox="1"/>
          <p:nvPr/>
        </p:nvSpPr>
        <p:spPr>
          <a:xfrm>
            <a:off x="391160" y="810260"/>
            <a:ext cx="4071620" cy="1014730"/>
          </a:xfrm>
          <a:prstGeom prst="rect">
            <a:avLst/>
          </a:prstGeom>
          <a:noFill/>
        </p:spPr>
        <p:txBody>
          <a:bodyPr wrap="square" rtlCol="0">
            <a:spAutoFit/>
          </a:bodyPr>
          <a:lstStyle/>
          <a:p>
            <a:r>
              <a:rPr lang="zh-CN" altLang="en-US" sz="2000" dirty="0">
                <a:latin typeface="隶书" panose="02010509060101010101" charset="-122"/>
                <a:ea typeface="隶书" panose="02010509060101010101" charset="-122"/>
                <a:cs typeface="隶书" panose="02010509060101010101" charset="-122"/>
                <a:sym typeface="+mn-ea"/>
              </a:rPr>
              <a:t>分析：</a:t>
            </a:r>
          </a:p>
          <a:p>
            <a:r>
              <a:rPr lang="zh-CN" altLang="en-US" sz="2000" dirty="0">
                <a:latin typeface="隶书" panose="02010509060101010101" charset="-122"/>
                <a:ea typeface="隶书" panose="02010509060101010101" charset="-122"/>
                <a:cs typeface="隶书" panose="02010509060101010101" charset="-122"/>
                <a:sym typeface="+mn-ea"/>
              </a:rPr>
              <a:t>把两个字符串的大写转小写，然后去掉空格进行比较。</a:t>
            </a:r>
          </a:p>
        </p:txBody>
      </p:sp>
      <p:pic>
        <p:nvPicPr>
          <p:cNvPr id="11" name="Picture 2"/>
          <p:cNvPicPr>
            <a:picLocks noChangeAspect="1" noChangeArrowheads="1"/>
          </p:cNvPicPr>
          <p:nvPr/>
        </p:nvPicPr>
        <p:blipFill rotWithShape="1">
          <a:blip r:embed="rId5">
            <a:extLst>
              <a:ext uri="{28A0092B-C50C-407E-A947-70E740481C1C}">
                <a14:useLocalDpi xmlns:a14="http://schemas.microsoft.com/office/drawing/2010/main" val="0"/>
              </a:ext>
            </a:extLst>
          </a:blip>
          <a:srcRect l="52279" t="14432" r="15929" b="19652"/>
          <a:stretch/>
        </p:blipFill>
        <p:spPr bwMode="auto">
          <a:xfrm>
            <a:off x="4650740" y="71969"/>
            <a:ext cx="4104174" cy="47865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20825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3"/>
                                        </p:tgtEl>
                                        <p:attrNameLst>
                                          <p:attrName>style.visibility</p:attrName>
                                        </p:attrNameLst>
                                      </p:cBhvr>
                                      <p:to>
                                        <p:strVal val="visible"/>
                                      </p:to>
                                    </p:set>
                                    <p:anim calcmode="discrete" valueType="clr">
                                      <p:cBhvr override="childStyle">
                                        <p:cTn id="7" dur="80"/>
                                        <p:tgtEl>
                                          <p:spTgt spid="3"/>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3"/>
                                        </p:tgtEl>
                                        <p:attrNameLst>
                                          <p:attrName>fillcolor</p:attrName>
                                        </p:attrNameLst>
                                      </p:cBhvr>
                                      <p:tavLst>
                                        <p:tav tm="0">
                                          <p:val>
                                            <p:clrVal>
                                              <a:schemeClr val="accent2"/>
                                            </p:clrVal>
                                          </p:val>
                                        </p:tav>
                                        <p:tav tm="50000">
                                          <p:val>
                                            <p:clrVal>
                                              <a:schemeClr val="hlink"/>
                                            </p:clrVal>
                                          </p:val>
                                        </p:tav>
                                      </p:tavLst>
                                    </p:anim>
                                    <p:set>
                                      <p:cBhvr>
                                        <p:cTn id="9" dur="80"/>
                                        <p:tgtEl>
                                          <p:spTgt spid="3"/>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组合 3"/>
          <p:cNvGrpSpPr/>
          <p:nvPr/>
        </p:nvGrpSpPr>
        <p:grpSpPr>
          <a:xfrm>
            <a:off x="-23495" y="-113665"/>
            <a:ext cx="4674235" cy="787861"/>
            <a:chOff x="201757" y="129906"/>
            <a:chExt cx="6264696" cy="1096834"/>
          </a:xfrm>
        </p:grpSpPr>
        <p:pic>
          <p:nvPicPr>
            <p:cNvPr id="19473" name="Picture 9" descr="F:\ppt素材\图标\我收集的图标\字体\3.png"/>
            <p:cNvPicPr>
              <a:picLocks noChangeAspect="1"/>
            </p:cNvPicPr>
            <p:nvPr/>
          </p:nvPicPr>
          <p:blipFill>
            <a:blip r:embed="rId2"/>
            <a:stretch>
              <a:fillRect/>
            </a:stretch>
          </p:blipFill>
          <p:spPr>
            <a:xfrm rot="5400000">
              <a:off x="2884210" y="-2418911"/>
              <a:ext cx="899790" cy="6264696"/>
            </a:xfrm>
            <a:prstGeom prst="rect">
              <a:avLst/>
            </a:prstGeom>
            <a:noFill/>
            <a:ln w="9525">
              <a:noFill/>
            </a:ln>
          </p:spPr>
        </p:pic>
        <p:pic>
          <p:nvPicPr>
            <p:cNvPr id="19474" name="Picture 6" descr="F:\超棒ppt模板\中国风\中国风物件\maobi.png"/>
            <p:cNvPicPr>
              <a:picLocks noChangeAspect="1"/>
            </p:cNvPicPr>
            <p:nvPr/>
          </p:nvPicPr>
          <p:blipFill>
            <a:blip r:embed="rId3"/>
            <a:stretch>
              <a:fillRect/>
            </a:stretch>
          </p:blipFill>
          <p:spPr>
            <a:xfrm>
              <a:off x="308134" y="129906"/>
              <a:ext cx="775209" cy="775006"/>
            </a:xfrm>
            <a:prstGeom prst="rect">
              <a:avLst/>
            </a:prstGeom>
            <a:noFill/>
            <a:ln w="9525">
              <a:noFill/>
            </a:ln>
          </p:spPr>
        </p:pic>
        <p:sp>
          <p:nvSpPr>
            <p:cNvPr id="19475" name="TextBox 2"/>
            <p:cNvSpPr txBox="1"/>
            <p:nvPr/>
          </p:nvSpPr>
          <p:spPr>
            <a:xfrm>
              <a:off x="1083609" y="500071"/>
              <a:ext cx="2844474" cy="726669"/>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eaLnBrk="1" hangingPunct="1">
                <a:lnSpc>
                  <a:spcPct val="100000"/>
                </a:lnSpc>
                <a:spcBef>
                  <a:spcPct val="0"/>
                </a:spcBef>
                <a:buNone/>
              </a:pPr>
              <a:r>
                <a:rPr lang="zh-CN" altLang="en-US" b="1" dirty="0">
                  <a:solidFill>
                    <a:schemeClr val="bg1"/>
                  </a:solidFill>
                  <a:latin typeface="楷体" panose="02010609060101010101" pitchFamily="1" charset="-122"/>
                  <a:ea typeface="楷体" panose="02010609060101010101" pitchFamily="1" charset="-122"/>
                </a:rPr>
                <a:t>字符串</a:t>
              </a:r>
            </a:p>
          </p:txBody>
        </p:sp>
      </p:grpSp>
      <p:pic>
        <p:nvPicPr>
          <p:cNvPr id="4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4835" y="4641215"/>
            <a:ext cx="965200" cy="50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框 2"/>
          <p:cNvSpPr txBox="1"/>
          <p:nvPr/>
        </p:nvSpPr>
        <p:spPr>
          <a:xfrm>
            <a:off x="391160" y="810260"/>
            <a:ext cx="4071620" cy="1014730"/>
          </a:xfrm>
          <a:prstGeom prst="rect">
            <a:avLst/>
          </a:prstGeom>
          <a:noFill/>
        </p:spPr>
        <p:txBody>
          <a:bodyPr wrap="square" rtlCol="0">
            <a:spAutoFit/>
          </a:bodyPr>
          <a:lstStyle/>
          <a:p>
            <a:r>
              <a:rPr lang="zh-CN" altLang="en-US" sz="2000" dirty="0">
                <a:latin typeface="隶书" panose="02010509060101010101" charset="-122"/>
                <a:ea typeface="隶书" panose="02010509060101010101" charset="-122"/>
                <a:cs typeface="隶书" panose="02010509060101010101" charset="-122"/>
                <a:sym typeface="+mn-ea"/>
              </a:rPr>
              <a:t>分析：</a:t>
            </a:r>
          </a:p>
          <a:p>
            <a:r>
              <a:rPr lang="zh-CN" altLang="en-US" sz="2000" dirty="0">
                <a:latin typeface="隶书" panose="02010509060101010101" charset="-122"/>
                <a:ea typeface="隶书" panose="02010509060101010101" charset="-122"/>
                <a:cs typeface="隶书" panose="02010509060101010101" charset="-122"/>
                <a:sym typeface="+mn-ea"/>
              </a:rPr>
              <a:t>把两个字符串的大写转小写，然后去掉空格进行比较。</a:t>
            </a:r>
          </a:p>
        </p:txBody>
      </p:sp>
      <p:pic>
        <p:nvPicPr>
          <p:cNvPr id="13" name="Picture 2"/>
          <p:cNvPicPr>
            <a:picLocks noChangeAspect="1" noChangeArrowheads="1"/>
          </p:cNvPicPr>
          <p:nvPr/>
        </p:nvPicPr>
        <p:blipFill rotWithShape="1">
          <a:blip r:embed="rId5">
            <a:extLst>
              <a:ext uri="{28A0092B-C50C-407E-A947-70E740481C1C}">
                <a14:useLocalDpi xmlns:a14="http://schemas.microsoft.com/office/drawing/2010/main" val="0"/>
              </a:ext>
            </a:extLst>
          </a:blip>
          <a:srcRect l="7198" t="25781" r="54278" b="7635"/>
          <a:stretch/>
        </p:blipFill>
        <p:spPr bwMode="auto">
          <a:xfrm>
            <a:off x="179512" y="176845"/>
            <a:ext cx="4120780" cy="47101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4" name="Picture 2"/>
          <p:cNvPicPr>
            <a:picLocks noChangeAspect="1" noChangeArrowheads="1"/>
          </p:cNvPicPr>
          <p:nvPr/>
        </p:nvPicPr>
        <p:blipFill rotWithShape="1">
          <a:blip r:embed="rId6">
            <a:extLst>
              <a:ext uri="{28A0092B-C50C-407E-A947-70E740481C1C}">
                <a14:useLocalDpi xmlns:a14="http://schemas.microsoft.com/office/drawing/2010/main" val="0"/>
              </a:ext>
            </a:extLst>
          </a:blip>
          <a:srcRect l="52279" t="14432" r="15929" b="19652"/>
          <a:stretch/>
        </p:blipFill>
        <p:spPr bwMode="auto">
          <a:xfrm>
            <a:off x="4650740" y="176845"/>
            <a:ext cx="4104174" cy="47865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85778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组合 3"/>
          <p:cNvGrpSpPr/>
          <p:nvPr/>
        </p:nvGrpSpPr>
        <p:grpSpPr>
          <a:xfrm>
            <a:off x="-23495" y="-113665"/>
            <a:ext cx="4674235" cy="787861"/>
            <a:chOff x="201757" y="129906"/>
            <a:chExt cx="6264696" cy="1096834"/>
          </a:xfrm>
        </p:grpSpPr>
        <p:pic>
          <p:nvPicPr>
            <p:cNvPr id="19473" name="Picture 9" descr="F:\ppt素材\图标\我收集的图标\字体\3.png"/>
            <p:cNvPicPr>
              <a:picLocks noChangeAspect="1"/>
            </p:cNvPicPr>
            <p:nvPr/>
          </p:nvPicPr>
          <p:blipFill>
            <a:blip r:embed="rId2"/>
            <a:stretch>
              <a:fillRect/>
            </a:stretch>
          </p:blipFill>
          <p:spPr>
            <a:xfrm rot="5400000">
              <a:off x="2884210" y="-2418911"/>
              <a:ext cx="899790" cy="6264696"/>
            </a:xfrm>
            <a:prstGeom prst="rect">
              <a:avLst/>
            </a:prstGeom>
            <a:noFill/>
            <a:ln w="9525">
              <a:noFill/>
            </a:ln>
          </p:spPr>
        </p:pic>
        <p:pic>
          <p:nvPicPr>
            <p:cNvPr id="19474" name="Picture 6" descr="F:\超棒ppt模板\中国风\中国风物件\maobi.png"/>
            <p:cNvPicPr>
              <a:picLocks noChangeAspect="1"/>
            </p:cNvPicPr>
            <p:nvPr/>
          </p:nvPicPr>
          <p:blipFill>
            <a:blip r:embed="rId3"/>
            <a:stretch>
              <a:fillRect/>
            </a:stretch>
          </p:blipFill>
          <p:spPr>
            <a:xfrm>
              <a:off x="308134" y="129906"/>
              <a:ext cx="775209" cy="775006"/>
            </a:xfrm>
            <a:prstGeom prst="rect">
              <a:avLst/>
            </a:prstGeom>
            <a:noFill/>
            <a:ln w="9525">
              <a:noFill/>
            </a:ln>
          </p:spPr>
        </p:pic>
        <p:sp>
          <p:nvSpPr>
            <p:cNvPr id="19475" name="TextBox 2"/>
            <p:cNvSpPr txBox="1"/>
            <p:nvPr/>
          </p:nvSpPr>
          <p:spPr>
            <a:xfrm>
              <a:off x="1083609" y="500071"/>
              <a:ext cx="2844474" cy="726669"/>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eaLnBrk="1" hangingPunct="1">
                <a:lnSpc>
                  <a:spcPct val="100000"/>
                </a:lnSpc>
                <a:spcBef>
                  <a:spcPct val="0"/>
                </a:spcBef>
                <a:buNone/>
              </a:pPr>
              <a:r>
                <a:rPr lang="zh-CN" altLang="en-US" b="1" dirty="0">
                  <a:solidFill>
                    <a:schemeClr val="bg1"/>
                  </a:solidFill>
                  <a:latin typeface="楷体" panose="02010609060101010101" pitchFamily="1" charset="-122"/>
                  <a:ea typeface="楷体" panose="02010609060101010101" pitchFamily="1" charset="-122"/>
                </a:rPr>
                <a:t>字符串</a:t>
              </a:r>
            </a:p>
          </p:txBody>
        </p:sp>
      </p:grpSp>
      <p:pic>
        <p:nvPicPr>
          <p:cNvPr id="4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4835" y="4641215"/>
            <a:ext cx="965200" cy="50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框 2"/>
          <p:cNvSpPr txBox="1"/>
          <p:nvPr/>
        </p:nvSpPr>
        <p:spPr>
          <a:xfrm>
            <a:off x="386715" y="784225"/>
            <a:ext cx="8289925" cy="4246245"/>
          </a:xfrm>
          <a:prstGeom prst="rect">
            <a:avLst/>
          </a:prstGeom>
          <a:noFill/>
        </p:spPr>
        <p:txBody>
          <a:bodyPr wrap="square" rtlCol="0">
            <a:spAutoFit/>
          </a:bodyPr>
          <a:lstStyle/>
          <a:p>
            <a:r>
              <a:rPr lang="zh-CN" altLang="en-US">
                <a:latin typeface="隶书" panose="02010509060101010101" charset="-122"/>
                <a:ea typeface="隶书" panose="02010509060101010101" charset="-122"/>
                <a:cs typeface="隶书" panose="02010509060101010101" charset="-122"/>
              </a:rPr>
              <a:t>练习</a:t>
            </a:r>
            <a:r>
              <a:rPr lang="en-US" altLang="zh-CN">
                <a:latin typeface="隶书" panose="02010509060101010101" charset="-122"/>
                <a:ea typeface="隶书" panose="02010509060101010101" charset="-122"/>
                <a:cs typeface="隶书" panose="02010509060101010101" charset="-122"/>
              </a:rPr>
              <a:t>2</a:t>
            </a:r>
            <a:r>
              <a:rPr lang="zh-CN" altLang="en-US">
                <a:latin typeface="隶书" panose="02010509060101010101" charset="-122"/>
                <a:ea typeface="隶书" panose="02010509060101010101" charset="-122"/>
                <a:cs typeface="隶书" panose="02010509060101010101" charset="-122"/>
              </a:rPr>
              <a:t>：配对碱基链</a:t>
            </a:r>
          </a:p>
          <a:p>
            <a:r>
              <a:rPr lang="zh-CN" altLang="en-US">
                <a:latin typeface="隶书" panose="02010509060101010101" charset="-122"/>
                <a:ea typeface="隶书" panose="02010509060101010101" charset="-122"/>
                <a:cs typeface="隶书" panose="02010509060101010101" charset="-122"/>
              </a:rPr>
              <a:t>描述：脱氧核糖核酸（DNA）由两条互补的碱基链以双螺旋的方式结合而成。而构成DNA的碱基共有4种，分别为腺瞟呤（A）、鸟嘌呤（G）、胸腺嘧啶（T）和胞嘧啶（C）。我们知道，在两条互补碱基链的对应位置上，腺瞟呤总是和胸腺嘧啶配对，鸟嘌呤总是和胞嘧啶配对。你的任务就是根据一条单链上的碱基序列，给出对应的互补链上的碱基序列。</a:t>
            </a:r>
          </a:p>
          <a:p>
            <a:r>
              <a:rPr lang="zh-CN" altLang="en-US">
                <a:latin typeface="隶书" panose="02010509060101010101" charset="-122"/>
                <a:ea typeface="隶书" panose="02010509060101010101" charset="-122"/>
                <a:cs typeface="隶书" panose="02010509060101010101" charset="-122"/>
              </a:rPr>
              <a:t>输入</a:t>
            </a:r>
          </a:p>
          <a:p>
            <a:r>
              <a:rPr lang="zh-CN" altLang="en-US">
                <a:latin typeface="隶书" panose="02010509060101010101" charset="-122"/>
                <a:ea typeface="隶书" panose="02010509060101010101" charset="-122"/>
                <a:cs typeface="隶书" panose="02010509060101010101" charset="-122"/>
              </a:rPr>
              <a:t>一个字符串，表示一条碱基链。这个字符串只含有大写字母A、T、G、C，分别表示腺瞟呤、胸腺嘧啶、鸟嘌呤和胞嘧啶。字符串长度不超过255。</a:t>
            </a:r>
          </a:p>
          <a:p>
            <a:r>
              <a:rPr lang="zh-CN" altLang="en-US">
                <a:latin typeface="隶书" panose="02010509060101010101" charset="-122"/>
                <a:ea typeface="隶书" panose="02010509060101010101" charset="-122"/>
                <a:cs typeface="隶书" panose="02010509060101010101" charset="-122"/>
              </a:rPr>
              <a:t>输出</a:t>
            </a:r>
          </a:p>
          <a:p>
            <a:r>
              <a:rPr lang="zh-CN" altLang="en-US">
                <a:latin typeface="隶书" panose="02010509060101010101" charset="-122"/>
                <a:ea typeface="隶书" panose="02010509060101010101" charset="-122"/>
                <a:cs typeface="隶书" panose="02010509060101010101" charset="-122"/>
              </a:rPr>
              <a:t>一个只含有大写字母A、T、G、C的字符串，为与输入的碱基链互补的碱基链。</a:t>
            </a:r>
          </a:p>
          <a:p>
            <a:r>
              <a:rPr lang="zh-CN" altLang="en-US">
                <a:latin typeface="隶书" panose="02010509060101010101" charset="-122"/>
                <a:ea typeface="隶书" panose="02010509060101010101" charset="-122"/>
                <a:cs typeface="隶书" panose="02010509060101010101" charset="-122"/>
              </a:rPr>
              <a:t>样例输入</a:t>
            </a:r>
          </a:p>
          <a:p>
            <a:r>
              <a:rPr lang="zh-CN" altLang="en-US">
                <a:latin typeface="隶书" panose="02010509060101010101" charset="-122"/>
                <a:ea typeface="隶书" panose="02010509060101010101" charset="-122"/>
                <a:cs typeface="隶书" panose="02010509060101010101" charset="-122"/>
              </a:rPr>
              <a:t>ATATGGATGGTGTTTGGCTCTG</a:t>
            </a:r>
          </a:p>
          <a:p>
            <a:r>
              <a:rPr lang="zh-CN" altLang="en-US">
                <a:latin typeface="隶书" panose="02010509060101010101" charset="-122"/>
                <a:ea typeface="隶书" panose="02010509060101010101" charset="-122"/>
                <a:cs typeface="隶书" panose="02010509060101010101" charset="-122"/>
              </a:rPr>
              <a:t>样例输出</a:t>
            </a:r>
          </a:p>
          <a:p>
            <a:r>
              <a:rPr lang="zh-CN" altLang="en-US">
                <a:latin typeface="隶书" panose="02010509060101010101" charset="-122"/>
                <a:ea typeface="隶书" panose="02010509060101010101" charset="-122"/>
                <a:cs typeface="隶书" panose="02010509060101010101" charset="-122"/>
              </a:rPr>
              <a:t>TATACCTACCACAAACCGAGAC</a:t>
            </a:r>
          </a:p>
        </p:txBody>
      </p:sp>
    </p:spTree>
    <p:extLst>
      <p:ext uri="{BB962C8B-B14F-4D97-AF65-F5344CB8AC3E}">
        <p14:creationId xmlns:p14="http://schemas.microsoft.com/office/powerpoint/2010/main" val="1752612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3"/>
                                        </p:tgtEl>
                                        <p:attrNameLst>
                                          <p:attrName>style.visibility</p:attrName>
                                        </p:attrNameLst>
                                      </p:cBhvr>
                                      <p:to>
                                        <p:strVal val="visible"/>
                                      </p:to>
                                    </p:set>
                                    <p:anim calcmode="discrete" valueType="clr">
                                      <p:cBhvr override="childStyle">
                                        <p:cTn id="7" dur="80"/>
                                        <p:tgtEl>
                                          <p:spTgt spid="3"/>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3"/>
                                        </p:tgtEl>
                                        <p:attrNameLst>
                                          <p:attrName>fillcolor</p:attrName>
                                        </p:attrNameLst>
                                      </p:cBhvr>
                                      <p:tavLst>
                                        <p:tav tm="0">
                                          <p:val>
                                            <p:clrVal>
                                              <a:schemeClr val="accent2"/>
                                            </p:clrVal>
                                          </p:val>
                                        </p:tav>
                                        <p:tav tm="50000">
                                          <p:val>
                                            <p:clrVal>
                                              <a:schemeClr val="hlink"/>
                                            </p:clrVal>
                                          </p:val>
                                        </p:tav>
                                      </p:tavLst>
                                    </p:anim>
                                    <p:set>
                                      <p:cBhvr>
                                        <p:cTn id="9" dur="80"/>
                                        <p:tgtEl>
                                          <p:spTgt spid="3"/>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45504" t="17199" r="32672" b="46176"/>
          <a:stretch/>
        </p:blipFill>
        <p:spPr bwMode="auto">
          <a:xfrm>
            <a:off x="1907704" y="195486"/>
            <a:ext cx="4824536" cy="4554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04761442"/>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组合 3"/>
          <p:cNvGrpSpPr/>
          <p:nvPr/>
        </p:nvGrpSpPr>
        <p:grpSpPr>
          <a:xfrm>
            <a:off x="-23495" y="-113665"/>
            <a:ext cx="4674235" cy="787861"/>
            <a:chOff x="201757" y="129906"/>
            <a:chExt cx="6264696" cy="1096834"/>
          </a:xfrm>
        </p:grpSpPr>
        <p:pic>
          <p:nvPicPr>
            <p:cNvPr id="19473" name="Picture 9" descr="F:\ppt素材\图标\我收集的图标\字体\3.png"/>
            <p:cNvPicPr>
              <a:picLocks noChangeAspect="1"/>
            </p:cNvPicPr>
            <p:nvPr/>
          </p:nvPicPr>
          <p:blipFill>
            <a:blip r:embed="rId3"/>
            <a:stretch>
              <a:fillRect/>
            </a:stretch>
          </p:blipFill>
          <p:spPr>
            <a:xfrm rot="5400000">
              <a:off x="2884210" y="-2418911"/>
              <a:ext cx="899790" cy="6264696"/>
            </a:xfrm>
            <a:prstGeom prst="rect">
              <a:avLst/>
            </a:prstGeom>
            <a:noFill/>
            <a:ln w="9525">
              <a:noFill/>
            </a:ln>
          </p:spPr>
        </p:pic>
        <p:pic>
          <p:nvPicPr>
            <p:cNvPr id="19474" name="Picture 6" descr="F:\超棒ppt模板\中国风\中国风物件\maobi.png"/>
            <p:cNvPicPr>
              <a:picLocks noChangeAspect="1"/>
            </p:cNvPicPr>
            <p:nvPr/>
          </p:nvPicPr>
          <p:blipFill>
            <a:blip r:embed="rId4"/>
            <a:stretch>
              <a:fillRect/>
            </a:stretch>
          </p:blipFill>
          <p:spPr>
            <a:xfrm>
              <a:off x="308134" y="129906"/>
              <a:ext cx="775209" cy="775006"/>
            </a:xfrm>
            <a:prstGeom prst="rect">
              <a:avLst/>
            </a:prstGeom>
            <a:noFill/>
            <a:ln w="9525">
              <a:noFill/>
            </a:ln>
          </p:spPr>
        </p:pic>
        <p:sp>
          <p:nvSpPr>
            <p:cNvPr id="19475" name="TextBox 2"/>
            <p:cNvSpPr txBox="1"/>
            <p:nvPr/>
          </p:nvSpPr>
          <p:spPr>
            <a:xfrm>
              <a:off x="1083609" y="500071"/>
              <a:ext cx="2844474" cy="726669"/>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eaLnBrk="1" hangingPunct="1">
                <a:lnSpc>
                  <a:spcPct val="100000"/>
                </a:lnSpc>
                <a:spcBef>
                  <a:spcPct val="0"/>
                </a:spcBef>
                <a:buNone/>
              </a:pPr>
              <a:r>
                <a:rPr lang="en-US" altLang="zh-CN" b="1" dirty="0">
                  <a:solidFill>
                    <a:schemeClr val="bg1"/>
                  </a:solidFill>
                  <a:latin typeface="楷体" panose="02010609060101010101" pitchFamily="1" charset="-122"/>
                  <a:ea typeface="楷体" panose="02010609060101010101" pitchFamily="1" charset="-122"/>
                </a:rPr>
                <a:t>C++</a:t>
              </a:r>
              <a:r>
                <a:rPr lang="zh-CN" altLang="en-US" b="1" dirty="0">
                  <a:solidFill>
                    <a:schemeClr val="bg1"/>
                  </a:solidFill>
                  <a:latin typeface="楷体" panose="02010609060101010101" pitchFamily="1" charset="-122"/>
                  <a:ea typeface="楷体" panose="02010609060101010101" pitchFamily="1" charset="-122"/>
                </a:rPr>
                <a:t>字符串</a:t>
              </a:r>
            </a:p>
          </p:txBody>
        </p:sp>
      </p:grpSp>
      <p:pic>
        <p:nvPicPr>
          <p:cNvPr id="46" name="Picture 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204835" y="4641215"/>
            <a:ext cx="965200" cy="50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2" name="表格 1"/>
          <p:cNvGraphicFramePr/>
          <p:nvPr>
            <p:custDataLst>
              <p:tags r:id="rId1"/>
            </p:custDataLst>
          </p:nvPr>
        </p:nvGraphicFramePr>
        <p:xfrm>
          <a:off x="587375" y="859790"/>
          <a:ext cx="7584440" cy="3554095"/>
        </p:xfrm>
        <a:graphic>
          <a:graphicData uri="http://schemas.openxmlformats.org/drawingml/2006/table">
            <a:tbl>
              <a:tblPr firstRow="1" bandRow="1">
                <a:tableStyleId>{5940675A-B579-460E-94D1-54222C63F5DA}</a:tableStyleId>
              </a:tblPr>
              <a:tblGrid>
                <a:gridCol w="1975485">
                  <a:extLst>
                    <a:ext uri="{9D8B030D-6E8A-4147-A177-3AD203B41FA5}">
                      <a16:colId xmlns="" xmlns:a16="http://schemas.microsoft.com/office/drawing/2014/main" val="20000"/>
                    </a:ext>
                  </a:extLst>
                </a:gridCol>
                <a:gridCol w="5608955">
                  <a:extLst>
                    <a:ext uri="{9D8B030D-6E8A-4147-A177-3AD203B41FA5}">
                      <a16:colId xmlns="" xmlns:a16="http://schemas.microsoft.com/office/drawing/2014/main" val="20001"/>
                    </a:ext>
                  </a:extLst>
                </a:gridCol>
              </a:tblGrid>
              <a:tr h="191135">
                <a:tc>
                  <a:txBody>
                    <a:bodyPr/>
                    <a:lstStyle/>
                    <a:p>
                      <a:pPr indent="0">
                        <a:buNone/>
                      </a:pPr>
                      <a:r>
                        <a:rPr lang="en-US" sz="1000" b="1" dirty="0" err="1">
                          <a:latin typeface="宋体" panose="02010600030101010101" pitchFamily="2" charset="-122"/>
                          <a:ea typeface="宋体" panose="02010600030101010101" pitchFamily="2" charset="-122"/>
                          <a:cs typeface="宋体" panose="02010600030101010101" pitchFamily="2" charset="-122"/>
                        </a:rPr>
                        <a:t>函数格式</a:t>
                      </a:r>
                      <a:endParaRPr lang="en-US" altLang="en-US" sz="1000" b="1" dirty="0">
                        <a:latin typeface="宋体" panose="02010600030101010101" pitchFamily="2" charset="-122"/>
                        <a:ea typeface="宋体" panose="02010600030101010101" pitchFamily="2" charset="-122"/>
                        <a:cs typeface="宋体" panose="02010600030101010101" pitchFamily="2" charset="-122"/>
                      </a:endParaRPr>
                    </a:p>
                  </a:txBody>
                  <a:tcPr marL="0" marR="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000" b="1" dirty="0" err="1">
                          <a:latin typeface="宋体" panose="02010600030101010101" pitchFamily="2" charset="-122"/>
                          <a:ea typeface="宋体" panose="02010600030101010101" pitchFamily="2" charset="-122"/>
                          <a:cs typeface="宋体" panose="02010600030101010101" pitchFamily="2" charset="-122"/>
                        </a:rPr>
                        <a:t>函数功能</a:t>
                      </a:r>
                      <a:endParaRPr lang="en-US" altLang="en-US" sz="1000" b="1" dirty="0">
                        <a:latin typeface="宋体" panose="02010600030101010101" pitchFamily="2" charset="-122"/>
                        <a:ea typeface="宋体" panose="02010600030101010101" pitchFamily="2" charset="-122"/>
                        <a:cs typeface="宋体" panose="02010600030101010101" pitchFamily="2" charset="-122"/>
                      </a:endParaRPr>
                    </a:p>
                  </a:txBody>
                  <a:tcPr marL="0" marR="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309880">
                <a:tc>
                  <a:txBody>
                    <a:bodyPr/>
                    <a:lstStyle/>
                    <a:p>
                      <a:pPr indent="0">
                        <a:buNone/>
                      </a:pPr>
                      <a:r>
                        <a:rPr lang="en-US" sz="1000" b="1">
                          <a:latin typeface="宋体" panose="02010600030101010101" pitchFamily="2" charset="-122"/>
                          <a:ea typeface="宋体" panose="02010600030101010101" pitchFamily="2" charset="-122"/>
                          <a:cs typeface="宋体" panose="02010600030101010101" pitchFamily="2" charset="-122"/>
                        </a:rPr>
                        <a:t>s.empty()</a:t>
                      </a:r>
                      <a:endParaRPr lang="en-US" altLang="en-US" sz="1000" b="1">
                        <a:latin typeface="宋体" panose="02010600030101010101" pitchFamily="2" charset="-122"/>
                        <a:ea typeface="宋体" panose="02010600030101010101" pitchFamily="2" charset="-122"/>
                        <a:cs typeface="宋体" panose="02010600030101010101" pitchFamily="2" charset="-122"/>
                      </a:endParaRPr>
                    </a:p>
                  </a:txBody>
                  <a:tcPr marL="0" marR="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000" b="1">
                          <a:latin typeface="宋体" panose="02010600030101010101" pitchFamily="2" charset="-122"/>
                          <a:ea typeface="宋体" panose="02010600030101010101" pitchFamily="2" charset="-122"/>
                          <a:cs typeface="宋体" panose="02010600030101010101" pitchFamily="2" charset="-122"/>
                        </a:rPr>
                        <a:t>若s为空串，则返回true,否则返回false</a:t>
                      </a:r>
                      <a:endParaRPr lang="en-US" altLang="en-US" sz="1000" b="1">
                        <a:latin typeface="宋体" panose="02010600030101010101" pitchFamily="2" charset="-122"/>
                        <a:ea typeface="宋体" panose="02010600030101010101" pitchFamily="2" charset="-122"/>
                        <a:cs typeface="宋体" panose="02010600030101010101" pitchFamily="2" charset="-122"/>
                      </a:endParaRPr>
                    </a:p>
                  </a:txBody>
                  <a:tcPr marL="0" marR="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309880">
                <a:tc>
                  <a:txBody>
                    <a:bodyPr/>
                    <a:lstStyle/>
                    <a:p>
                      <a:pPr indent="0">
                        <a:buNone/>
                      </a:pPr>
                      <a:r>
                        <a:rPr lang="en-US" sz="1000" b="1" dirty="0" err="1">
                          <a:latin typeface="宋体" panose="02010600030101010101" pitchFamily="2" charset="-122"/>
                          <a:ea typeface="宋体" panose="02010600030101010101" pitchFamily="2" charset="-122"/>
                          <a:cs typeface="宋体" panose="02010600030101010101" pitchFamily="2" charset="-122"/>
                        </a:rPr>
                        <a:t>s.size</a:t>
                      </a:r>
                      <a:r>
                        <a:rPr lang="en-US" sz="1000" b="1" dirty="0">
                          <a:latin typeface="宋体" panose="02010600030101010101" pitchFamily="2" charset="-122"/>
                          <a:ea typeface="宋体" panose="02010600030101010101" pitchFamily="2" charset="-122"/>
                          <a:cs typeface="宋体" panose="02010600030101010101" pitchFamily="2" charset="-122"/>
                        </a:rPr>
                        <a:t>()</a:t>
                      </a:r>
                      <a:endParaRPr lang="en-US" altLang="en-US" sz="1000" b="1" dirty="0">
                        <a:latin typeface="宋体" panose="02010600030101010101" pitchFamily="2" charset="-122"/>
                        <a:ea typeface="宋体" panose="02010600030101010101" pitchFamily="2" charset="-122"/>
                        <a:cs typeface="宋体" panose="02010600030101010101" pitchFamily="2" charset="-122"/>
                      </a:endParaRPr>
                    </a:p>
                  </a:txBody>
                  <a:tcPr marL="0" marR="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000" b="1">
                          <a:latin typeface="宋体" panose="02010600030101010101" pitchFamily="2" charset="-122"/>
                          <a:ea typeface="宋体" panose="02010600030101010101" pitchFamily="2" charset="-122"/>
                          <a:cs typeface="宋体" panose="02010600030101010101" pitchFamily="2" charset="-122"/>
                        </a:rPr>
                        <a:t>返回s中字符的个数，s.length()用法与s.size()相同</a:t>
                      </a:r>
                      <a:endParaRPr lang="en-US" altLang="en-US" sz="1000" b="1">
                        <a:latin typeface="宋体" panose="02010600030101010101" pitchFamily="2" charset="-122"/>
                        <a:ea typeface="宋体" panose="02010600030101010101" pitchFamily="2" charset="-122"/>
                        <a:cs typeface="宋体" panose="02010600030101010101" pitchFamily="2" charset="-122"/>
                      </a:endParaRPr>
                    </a:p>
                  </a:txBody>
                  <a:tcPr marL="0" marR="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309880">
                <a:tc>
                  <a:txBody>
                    <a:bodyPr/>
                    <a:lstStyle/>
                    <a:p>
                      <a:pPr indent="0">
                        <a:buNone/>
                      </a:pPr>
                      <a:r>
                        <a:rPr lang="en-US" sz="1000" b="1">
                          <a:latin typeface="宋体" panose="02010600030101010101" pitchFamily="2" charset="-122"/>
                          <a:ea typeface="宋体" panose="02010600030101010101" pitchFamily="2" charset="-122"/>
                          <a:cs typeface="宋体" panose="02010600030101010101" pitchFamily="2" charset="-122"/>
                        </a:rPr>
                        <a:t>S[n]</a:t>
                      </a:r>
                      <a:endParaRPr lang="en-US" altLang="en-US" sz="1000" b="1">
                        <a:latin typeface="宋体" panose="02010600030101010101" pitchFamily="2" charset="-122"/>
                        <a:ea typeface="宋体" panose="02010600030101010101" pitchFamily="2" charset="-122"/>
                        <a:cs typeface="宋体" panose="02010600030101010101" pitchFamily="2" charset="-122"/>
                      </a:endParaRPr>
                    </a:p>
                  </a:txBody>
                  <a:tcPr marL="0" marR="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000" b="1">
                          <a:latin typeface="宋体" panose="02010600030101010101" pitchFamily="2" charset="-122"/>
                          <a:ea typeface="宋体" panose="02010600030101010101" pitchFamily="2" charset="-122"/>
                          <a:cs typeface="宋体" panose="02010600030101010101" pitchFamily="2" charset="-122"/>
                        </a:rPr>
                        <a:t>返回s中位置为n的字符，位置从0开始计数，可将值赋给s[n]</a:t>
                      </a:r>
                      <a:endParaRPr lang="en-US" altLang="en-US" sz="1000" b="1">
                        <a:latin typeface="宋体" panose="02010600030101010101" pitchFamily="2" charset="-122"/>
                        <a:ea typeface="宋体" panose="02010600030101010101" pitchFamily="2" charset="-122"/>
                        <a:cs typeface="宋体" panose="02010600030101010101" pitchFamily="2" charset="-122"/>
                      </a:endParaRPr>
                    </a:p>
                  </a:txBody>
                  <a:tcPr marL="0" marR="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r h="309880">
                <a:tc>
                  <a:txBody>
                    <a:bodyPr/>
                    <a:lstStyle/>
                    <a:p>
                      <a:pPr indent="0">
                        <a:buNone/>
                      </a:pPr>
                      <a:r>
                        <a:rPr lang="en-US" sz="1000" b="1">
                          <a:latin typeface="宋体" panose="02010600030101010101" pitchFamily="2" charset="-122"/>
                          <a:ea typeface="宋体" panose="02010600030101010101" pitchFamily="2" charset="-122"/>
                          <a:cs typeface="宋体" panose="02010600030101010101" pitchFamily="2" charset="-122"/>
                        </a:rPr>
                        <a:t>S1+s2</a:t>
                      </a:r>
                      <a:endParaRPr lang="en-US" altLang="en-US" sz="1000" b="1">
                        <a:latin typeface="宋体" panose="02010600030101010101" pitchFamily="2" charset="-122"/>
                        <a:ea typeface="宋体" panose="02010600030101010101" pitchFamily="2" charset="-122"/>
                        <a:cs typeface="宋体" panose="02010600030101010101" pitchFamily="2" charset="-122"/>
                      </a:endParaRPr>
                    </a:p>
                  </a:txBody>
                  <a:tcPr marL="0" marR="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000" b="1">
                          <a:latin typeface="宋体" panose="02010600030101010101" pitchFamily="2" charset="-122"/>
                          <a:ea typeface="宋体" panose="02010600030101010101" pitchFamily="2" charset="-122"/>
                          <a:cs typeface="宋体" panose="02010600030101010101" pitchFamily="2" charset="-122"/>
                        </a:rPr>
                        <a:t>把s2和s2连接成一个新字符串，返回新生成的字符串。</a:t>
                      </a:r>
                      <a:endParaRPr lang="en-US" altLang="en-US" sz="1000" b="1">
                        <a:latin typeface="宋体" panose="02010600030101010101" pitchFamily="2" charset="-122"/>
                        <a:ea typeface="宋体" panose="02010600030101010101" pitchFamily="2" charset="-122"/>
                        <a:cs typeface="宋体" panose="02010600030101010101" pitchFamily="2" charset="-122"/>
                      </a:endParaRPr>
                    </a:p>
                  </a:txBody>
                  <a:tcPr marL="0" marR="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4"/>
                  </a:ext>
                </a:extLst>
              </a:tr>
              <a:tr h="398145">
                <a:tc>
                  <a:txBody>
                    <a:bodyPr/>
                    <a:lstStyle/>
                    <a:p>
                      <a:pPr indent="0">
                        <a:buNone/>
                      </a:pPr>
                      <a:r>
                        <a:rPr lang="en-US" sz="1000" b="1">
                          <a:latin typeface="宋体" panose="02010600030101010101" pitchFamily="2" charset="-122"/>
                          <a:ea typeface="宋体" panose="02010600030101010101" pitchFamily="2" charset="-122"/>
                          <a:cs typeface="宋体" panose="02010600030101010101" pitchFamily="2" charset="-122"/>
                        </a:rPr>
                        <a:t>V1==v2</a:t>
                      </a:r>
                      <a:endParaRPr lang="en-US" altLang="en-US" sz="1000" b="1">
                        <a:latin typeface="宋体" panose="02010600030101010101" pitchFamily="2" charset="-122"/>
                        <a:ea typeface="宋体" panose="02010600030101010101" pitchFamily="2" charset="-122"/>
                        <a:cs typeface="宋体" panose="02010600030101010101" pitchFamily="2" charset="-122"/>
                      </a:endParaRPr>
                    </a:p>
                  </a:txBody>
                  <a:tcPr marL="0" marR="0"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000" b="1">
                          <a:latin typeface="宋体" panose="02010600030101010101" pitchFamily="2" charset="-122"/>
                          <a:ea typeface="宋体" panose="02010600030101010101" pitchFamily="2" charset="-122"/>
                          <a:cs typeface="宋体" panose="02010600030101010101" pitchFamily="2" charset="-122"/>
                        </a:rPr>
                        <a:t>比较v1与v2的内容，相等则返回true，否则返回false</a:t>
                      </a:r>
                      <a:endParaRPr lang="en-US" altLang="en-US" sz="1000" b="1">
                        <a:latin typeface="宋体" panose="02010600030101010101" pitchFamily="2" charset="-122"/>
                        <a:ea typeface="宋体" panose="02010600030101010101" pitchFamily="2" charset="-122"/>
                        <a:cs typeface="宋体" panose="02010600030101010101" pitchFamily="2" charset="-122"/>
                      </a:endParaRPr>
                    </a:p>
                  </a:txBody>
                  <a:tcPr marL="0" marR="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5"/>
                  </a:ext>
                </a:extLst>
              </a:tr>
              <a:tr h="309245">
                <a:tc>
                  <a:txBody>
                    <a:bodyPr/>
                    <a:lstStyle/>
                    <a:p>
                      <a:pPr indent="0">
                        <a:buNone/>
                      </a:pPr>
                      <a:r>
                        <a:rPr lang="en-US" sz="1000" b="1">
                          <a:latin typeface="宋体" panose="02010600030101010101" pitchFamily="2" charset="-122"/>
                          <a:ea typeface="宋体" panose="02010600030101010101" pitchFamily="2" charset="-122"/>
                          <a:cs typeface="宋体" panose="02010600030101010101" pitchFamily="2" charset="-122"/>
                        </a:rPr>
                        <a:t>!=,&lt;,&lt;=,&gt;,&gt;=,==</a:t>
                      </a:r>
                      <a:endParaRPr lang="en-US" altLang="en-US" sz="1000" b="1">
                        <a:latin typeface="宋体" panose="02010600030101010101" pitchFamily="2" charset="-122"/>
                        <a:ea typeface="宋体" panose="02010600030101010101" pitchFamily="2" charset="-122"/>
                        <a:cs typeface="宋体" panose="02010600030101010101" pitchFamily="2" charset="-122"/>
                      </a:endParaRPr>
                    </a:p>
                  </a:txBody>
                  <a:tcPr marL="0" marR="0"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000" b="1" dirty="0" err="1">
                          <a:latin typeface="宋体" panose="02010600030101010101" pitchFamily="2" charset="-122"/>
                          <a:ea typeface="宋体" panose="02010600030101010101" pitchFamily="2" charset="-122"/>
                          <a:cs typeface="宋体" panose="02010600030101010101" pitchFamily="2" charset="-122"/>
                        </a:rPr>
                        <a:t>保持这些操作符惯有的含义</a:t>
                      </a:r>
                      <a:endParaRPr lang="en-US" altLang="en-US" sz="1000" b="1" dirty="0">
                        <a:latin typeface="宋体" panose="02010600030101010101" pitchFamily="2" charset="-122"/>
                        <a:ea typeface="宋体" panose="02010600030101010101" pitchFamily="2" charset="-122"/>
                        <a:cs typeface="宋体" panose="02010600030101010101" pitchFamily="2" charset="-122"/>
                      </a:endParaRPr>
                    </a:p>
                  </a:txBody>
                  <a:tcPr marL="0" marR="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6"/>
                  </a:ext>
                </a:extLst>
              </a:tr>
              <a:tr h="309880">
                <a:tc>
                  <a:txBody>
                    <a:bodyPr/>
                    <a:lstStyle/>
                    <a:p>
                      <a:pPr indent="0">
                        <a:buNone/>
                      </a:pPr>
                      <a:r>
                        <a:rPr lang="en-US" sz="1000" b="1">
                          <a:latin typeface="宋体" panose="02010600030101010101" pitchFamily="2" charset="-122"/>
                          <a:ea typeface="宋体" panose="02010600030101010101" pitchFamily="2" charset="-122"/>
                          <a:cs typeface="宋体" panose="02010600030101010101" pitchFamily="2" charset="-122"/>
                        </a:rPr>
                        <a:t>s.insert(pos,s2)</a:t>
                      </a:r>
                      <a:endParaRPr lang="en-US" altLang="en-US" sz="1000" b="1">
                        <a:latin typeface="宋体" panose="02010600030101010101" pitchFamily="2" charset="-122"/>
                        <a:ea typeface="宋体" panose="02010600030101010101" pitchFamily="2" charset="-122"/>
                        <a:cs typeface="宋体" panose="02010600030101010101" pitchFamily="2" charset="-122"/>
                      </a:endParaRPr>
                    </a:p>
                  </a:txBody>
                  <a:tcPr marL="0" marR="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000" b="1">
                          <a:latin typeface="宋体" panose="02010600030101010101" pitchFamily="2" charset="-122"/>
                          <a:ea typeface="宋体" panose="02010600030101010101" pitchFamily="2" charset="-122"/>
                          <a:cs typeface="宋体" panose="02010600030101010101" pitchFamily="2" charset="-122"/>
                        </a:rPr>
                        <a:t>在s下标为pos的元素前插入string类型s2</a:t>
                      </a:r>
                      <a:endParaRPr lang="en-US" altLang="en-US" sz="1000" b="1">
                        <a:latin typeface="宋体" panose="02010600030101010101" pitchFamily="2" charset="-122"/>
                        <a:ea typeface="宋体" panose="02010600030101010101" pitchFamily="2" charset="-122"/>
                        <a:cs typeface="宋体" panose="02010600030101010101" pitchFamily="2" charset="-122"/>
                      </a:endParaRPr>
                    </a:p>
                  </a:txBody>
                  <a:tcPr marL="0" marR="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7"/>
                  </a:ext>
                </a:extLst>
              </a:tr>
              <a:tr h="221615">
                <a:tc>
                  <a:txBody>
                    <a:bodyPr/>
                    <a:lstStyle/>
                    <a:p>
                      <a:pPr indent="0">
                        <a:buNone/>
                      </a:pPr>
                      <a:r>
                        <a:rPr lang="en-US" sz="1000" b="1">
                          <a:latin typeface="宋体" panose="02010600030101010101" pitchFamily="2" charset="-122"/>
                          <a:ea typeface="宋体" panose="02010600030101010101" pitchFamily="2" charset="-122"/>
                          <a:cs typeface="宋体" panose="02010600030101010101" pitchFamily="2" charset="-122"/>
                        </a:rPr>
                        <a:t>s.substr(pos,len)</a:t>
                      </a:r>
                      <a:endParaRPr lang="en-US" altLang="en-US" sz="1000" b="1">
                        <a:latin typeface="宋体" panose="02010600030101010101" pitchFamily="2" charset="-122"/>
                        <a:ea typeface="宋体" panose="02010600030101010101" pitchFamily="2" charset="-122"/>
                        <a:cs typeface="宋体" panose="02010600030101010101" pitchFamily="2" charset="-122"/>
                      </a:endParaRPr>
                    </a:p>
                  </a:txBody>
                  <a:tcPr marL="0" marR="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000" b="1">
                          <a:latin typeface="宋体" panose="02010600030101010101" pitchFamily="2" charset="-122"/>
                          <a:ea typeface="宋体" panose="02010600030101010101" pitchFamily="2" charset="-122"/>
                          <a:cs typeface="宋体" panose="02010600030101010101" pitchFamily="2" charset="-122"/>
                        </a:rPr>
                        <a:t>返回一个string类型，它包含s中下标为pos起的len个字符</a:t>
                      </a:r>
                      <a:endParaRPr lang="en-US" altLang="en-US" sz="1000" b="1">
                        <a:latin typeface="宋体" panose="02010600030101010101" pitchFamily="2" charset="-122"/>
                        <a:ea typeface="宋体" panose="02010600030101010101" pitchFamily="2" charset="-122"/>
                        <a:cs typeface="宋体" panose="02010600030101010101" pitchFamily="2" charset="-122"/>
                      </a:endParaRPr>
                    </a:p>
                  </a:txBody>
                  <a:tcPr marL="0" marR="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8"/>
                  </a:ext>
                </a:extLst>
              </a:tr>
              <a:tr h="220980">
                <a:tc>
                  <a:txBody>
                    <a:bodyPr/>
                    <a:lstStyle/>
                    <a:p>
                      <a:pPr indent="0">
                        <a:buNone/>
                      </a:pPr>
                      <a:r>
                        <a:rPr lang="en-US" sz="1000" b="1">
                          <a:latin typeface="宋体" panose="02010600030101010101" pitchFamily="2" charset="-122"/>
                          <a:ea typeface="宋体" panose="02010600030101010101" pitchFamily="2" charset="-122"/>
                          <a:cs typeface="宋体" panose="02010600030101010101" pitchFamily="2" charset="-122"/>
                        </a:rPr>
                        <a:t>S.erase(pos,len)</a:t>
                      </a:r>
                      <a:endParaRPr lang="en-US" altLang="en-US" sz="1000" b="1">
                        <a:latin typeface="宋体" panose="02010600030101010101" pitchFamily="2" charset="-122"/>
                        <a:ea typeface="宋体" panose="02010600030101010101" pitchFamily="2" charset="-122"/>
                        <a:cs typeface="宋体" panose="02010600030101010101" pitchFamily="2" charset="-122"/>
                      </a:endParaRPr>
                    </a:p>
                  </a:txBody>
                  <a:tcPr marL="0" marR="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000" b="1">
                          <a:latin typeface="宋体" panose="02010600030101010101" pitchFamily="2" charset="-122"/>
                          <a:ea typeface="宋体" panose="02010600030101010101" pitchFamily="2" charset="-122"/>
                          <a:cs typeface="宋体" panose="02010600030101010101" pitchFamily="2" charset="-122"/>
                        </a:rPr>
                        <a:t>删除s中下标为pos开始的len个字符。</a:t>
                      </a:r>
                      <a:endParaRPr lang="en-US" altLang="en-US" sz="1000" b="1">
                        <a:latin typeface="宋体" panose="02010600030101010101" pitchFamily="2" charset="-122"/>
                        <a:ea typeface="宋体" panose="02010600030101010101" pitchFamily="2" charset="-122"/>
                        <a:cs typeface="宋体" panose="02010600030101010101" pitchFamily="2" charset="-122"/>
                      </a:endParaRPr>
                    </a:p>
                  </a:txBody>
                  <a:tcPr marL="0" marR="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09"/>
                  </a:ext>
                </a:extLst>
              </a:tr>
              <a:tr h="220980">
                <a:tc>
                  <a:txBody>
                    <a:bodyPr/>
                    <a:lstStyle/>
                    <a:p>
                      <a:pPr indent="0">
                        <a:buNone/>
                      </a:pPr>
                      <a:r>
                        <a:rPr lang="en-US" sz="1000" b="1">
                          <a:latin typeface="宋体" panose="02010600030101010101" pitchFamily="2" charset="-122"/>
                          <a:ea typeface="宋体" panose="02010600030101010101" pitchFamily="2" charset="-122"/>
                          <a:cs typeface="宋体" panose="02010600030101010101" pitchFamily="2" charset="-122"/>
                        </a:rPr>
                        <a:t>s.replace(pos,len,s2)</a:t>
                      </a:r>
                      <a:endParaRPr lang="en-US" altLang="en-US" sz="1000" b="1">
                        <a:latin typeface="宋体" panose="02010600030101010101" pitchFamily="2" charset="-122"/>
                        <a:ea typeface="宋体" panose="02010600030101010101" pitchFamily="2" charset="-122"/>
                        <a:cs typeface="宋体" panose="02010600030101010101" pitchFamily="2" charset="-122"/>
                      </a:endParaRPr>
                    </a:p>
                  </a:txBody>
                  <a:tcPr marL="0" marR="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000" b="1">
                          <a:latin typeface="宋体" panose="02010600030101010101" pitchFamily="2" charset="-122"/>
                          <a:ea typeface="宋体" panose="02010600030101010101" pitchFamily="2" charset="-122"/>
                          <a:cs typeface="宋体" panose="02010600030101010101" pitchFamily="2" charset="-122"/>
                        </a:rPr>
                        <a:t>删除s中下标为pos的len个字符，并在下标为pos处插入s2</a:t>
                      </a:r>
                      <a:endParaRPr lang="en-US" altLang="en-US" sz="1000" b="1">
                        <a:latin typeface="宋体" panose="02010600030101010101" pitchFamily="2" charset="-122"/>
                        <a:ea typeface="宋体" panose="02010600030101010101" pitchFamily="2" charset="-122"/>
                        <a:cs typeface="宋体" panose="02010600030101010101" pitchFamily="2" charset="-122"/>
                      </a:endParaRPr>
                    </a:p>
                  </a:txBody>
                  <a:tcPr marL="0" marR="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10"/>
                  </a:ext>
                </a:extLst>
              </a:tr>
              <a:tr h="220980">
                <a:tc>
                  <a:txBody>
                    <a:bodyPr/>
                    <a:lstStyle/>
                    <a:p>
                      <a:pPr indent="0">
                        <a:buNone/>
                      </a:pPr>
                      <a:r>
                        <a:rPr lang="en-US" sz="1000" b="1">
                          <a:latin typeface="宋体" panose="02010600030101010101" pitchFamily="2" charset="-122"/>
                          <a:ea typeface="宋体" panose="02010600030101010101" pitchFamily="2" charset="-122"/>
                          <a:cs typeface="宋体" panose="02010600030101010101" pitchFamily="2" charset="-122"/>
                        </a:rPr>
                        <a:t>s.find(s2,pos)</a:t>
                      </a:r>
                      <a:endParaRPr lang="en-US" altLang="en-US" sz="1000" b="1">
                        <a:latin typeface="宋体" panose="02010600030101010101" pitchFamily="2" charset="-122"/>
                        <a:ea typeface="宋体" panose="02010600030101010101" pitchFamily="2" charset="-122"/>
                        <a:cs typeface="宋体" panose="02010600030101010101" pitchFamily="2" charset="-122"/>
                      </a:endParaRPr>
                    </a:p>
                  </a:txBody>
                  <a:tcPr marL="0" marR="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000" b="1">
                          <a:latin typeface="宋体" panose="02010600030101010101" pitchFamily="2" charset="-122"/>
                          <a:ea typeface="宋体" panose="02010600030101010101" pitchFamily="2" charset="-122"/>
                          <a:cs typeface="宋体" panose="02010600030101010101" pitchFamily="2" charset="-122"/>
                        </a:rPr>
                        <a:t>在s中以pos位置起查找s2第一次出现的位置，若查找不到返回string::npos</a:t>
                      </a:r>
                      <a:endParaRPr lang="en-US" altLang="en-US" sz="1000" b="1">
                        <a:latin typeface="宋体" panose="02010600030101010101" pitchFamily="2" charset="-122"/>
                        <a:ea typeface="宋体" panose="02010600030101010101" pitchFamily="2" charset="-122"/>
                        <a:cs typeface="宋体" panose="02010600030101010101" pitchFamily="2" charset="-122"/>
                      </a:endParaRPr>
                    </a:p>
                  </a:txBody>
                  <a:tcPr marL="0" marR="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11"/>
                  </a:ext>
                </a:extLst>
              </a:tr>
              <a:tr h="221615">
                <a:tc>
                  <a:txBody>
                    <a:bodyPr/>
                    <a:lstStyle/>
                    <a:p>
                      <a:pPr indent="0">
                        <a:buNone/>
                      </a:pPr>
                      <a:r>
                        <a:rPr lang="en-US" sz="1000" b="1">
                          <a:latin typeface="宋体" panose="02010600030101010101" pitchFamily="2" charset="-122"/>
                          <a:ea typeface="宋体" panose="02010600030101010101" pitchFamily="2" charset="-122"/>
                          <a:cs typeface="宋体" panose="02010600030101010101" pitchFamily="2" charset="-122"/>
                        </a:rPr>
                        <a:t>s.c_str()</a:t>
                      </a:r>
                      <a:endParaRPr lang="en-US" altLang="en-US" sz="1000" b="1">
                        <a:latin typeface="宋体" panose="02010600030101010101" pitchFamily="2" charset="-122"/>
                        <a:ea typeface="宋体" panose="02010600030101010101" pitchFamily="2" charset="-122"/>
                        <a:cs typeface="宋体" panose="02010600030101010101" pitchFamily="2" charset="-122"/>
                      </a:endParaRPr>
                    </a:p>
                  </a:txBody>
                  <a:tcPr marL="0" marR="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000" b="1">
                          <a:latin typeface="宋体" panose="02010600030101010101" pitchFamily="2" charset="-122"/>
                          <a:ea typeface="宋体" panose="02010600030101010101" pitchFamily="2" charset="-122"/>
                          <a:cs typeface="宋体" panose="02010600030101010101" pitchFamily="2" charset="-122"/>
                        </a:rPr>
                        <a:t>返回一个与s字面值相同的C风格的字符串临时指针。</a:t>
                      </a:r>
                      <a:endParaRPr lang="en-US" altLang="en-US" sz="1000" b="1">
                        <a:latin typeface="宋体" panose="02010600030101010101" pitchFamily="2" charset="-122"/>
                        <a:ea typeface="宋体" panose="02010600030101010101" pitchFamily="2" charset="-122"/>
                        <a:cs typeface="宋体" panose="02010600030101010101" pitchFamily="2" charset="-122"/>
                      </a:endParaRPr>
                    </a:p>
                  </a:txBody>
                  <a:tcPr marL="0" marR="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 xmlns:a16="http://schemas.microsoft.com/office/drawing/2014/main" val="10012"/>
                  </a:ext>
                </a:extLst>
              </a:tr>
            </a:tbl>
          </a:graphicData>
        </a:graphic>
      </p:graphicFrame>
    </p:spTree>
    <p:extLst>
      <p:ext uri="{BB962C8B-B14F-4D97-AF65-F5344CB8AC3E}">
        <p14:creationId xmlns:p14="http://schemas.microsoft.com/office/powerpoint/2010/main" val="2970752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to="" calcmode="lin" valueType="num">
                                      <p:cBhvr>
                                        <p:cTn id="7" dur="1" fill="hold"/>
                                        <p:tgtEl>
                                          <p:spTgt spid="2"/>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组合 3"/>
          <p:cNvGrpSpPr/>
          <p:nvPr/>
        </p:nvGrpSpPr>
        <p:grpSpPr>
          <a:xfrm>
            <a:off x="-23495" y="-113665"/>
            <a:ext cx="4674235" cy="787861"/>
            <a:chOff x="201757" y="129906"/>
            <a:chExt cx="6264696" cy="1096834"/>
          </a:xfrm>
        </p:grpSpPr>
        <p:pic>
          <p:nvPicPr>
            <p:cNvPr id="19473" name="Picture 9" descr="F:\ppt素材\图标\我收集的图标\字体\3.png"/>
            <p:cNvPicPr>
              <a:picLocks noChangeAspect="1"/>
            </p:cNvPicPr>
            <p:nvPr/>
          </p:nvPicPr>
          <p:blipFill>
            <a:blip r:embed="rId2"/>
            <a:stretch>
              <a:fillRect/>
            </a:stretch>
          </p:blipFill>
          <p:spPr>
            <a:xfrm rot="5400000">
              <a:off x="2884210" y="-2418911"/>
              <a:ext cx="899790" cy="6264696"/>
            </a:xfrm>
            <a:prstGeom prst="rect">
              <a:avLst/>
            </a:prstGeom>
            <a:noFill/>
            <a:ln w="9525">
              <a:noFill/>
            </a:ln>
          </p:spPr>
        </p:pic>
        <p:pic>
          <p:nvPicPr>
            <p:cNvPr id="19474" name="Picture 6" descr="F:\超棒ppt模板\中国风\中国风物件\maobi.png"/>
            <p:cNvPicPr>
              <a:picLocks noChangeAspect="1"/>
            </p:cNvPicPr>
            <p:nvPr/>
          </p:nvPicPr>
          <p:blipFill>
            <a:blip r:embed="rId3"/>
            <a:stretch>
              <a:fillRect/>
            </a:stretch>
          </p:blipFill>
          <p:spPr>
            <a:xfrm>
              <a:off x="308134" y="129906"/>
              <a:ext cx="775209" cy="775006"/>
            </a:xfrm>
            <a:prstGeom prst="rect">
              <a:avLst/>
            </a:prstGeom>
            <a:noFill/>
            <a:ln w="9525">
              <a:noFill/>
            </a:ln>
          </p:spPr>
        </p:pic>
        <p:sp>
          <p:nvSpPr>
            <p:cNvPr id="19475" name="TextBox 2"/>
            <p:cNvSpPr txBox="1"/>
            <p:nvPr/>
          </p:nvSpPr>
          <p:spPr>
            <a:xfrm>
              <a:off x="1083609" y="500071"/>
              <a:ext cx="2844474" cy="726669"/>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eaLnBrk="1" hangingPunct="1">
                <a:lnSpc>
                  <a:spcPct val="100000"/>
                </a:lnSpc>
                <a:spcBef>
                  <a:spcPct val="0"/>
                </a:spcBef>
                <a:buNone/>
              </a:pPr>
              <a:r>
                <a:rPr lang="en-US" altLang="zh-CN" b="1" dirty="0">
                  <a:solidFill>
                    <a:schemeClr val="bg1"/>
                  </a:solidFill>
                  <a:latin typeface="楷体" panose="02010609060101010101" pitchFamily="1" charset="-122"/>
                  <a:ea typeface="楷体" panose="02010609060101010101" pitchFamily="1" charset="-122"/>
                </a:rPr>
                <a:t>C++</a:t>
              </a:r>
              <a:r>
                <a:rPr lang="zh-CN" altLang="en-US" b="1" dirty="0">
                  <a:solidFill>
                    <a:schemeClr val="bg1"/>
                  </a:solidFill>
                  <a:latin typeface="楷体" panose="02010609060101010101" pitchFamily="1" charset="-122"/>
                  <a:ea typeface="楷体" panose="02010609060101010101" pitchFamily="1" charset="-122"/>
                </a:rPr>
                <a:t>字符串</a:t>
              </a:r>
            </a:p>
          </p:txBody>
        </p:sp>
      </p:grpSp>
      <p:pic>
        <p:nvPicPr>
          <p:cNvPr id="4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4835" y="4641215"/>
            <a:ext cx="965200" cy="50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文本框 3"/>
          <p:cNvSpPr txBox="1"/>
          <p:nvPr/>
        </p:nvSpPr>
        <p:spPr>
          <a:xfrm>
            <a:off x="369570" y="719455"/>
            <a:ext cx="8162925" cy="398780"/>
          </a:xfrm>
          <a:prstGeom prst="rect">
            <a:avLst/>
          </a:prstGeom>
          <a:noFill/>
        </p:spPr>
        <p:txBody>
          <a:bodyPr wrap="square" rtlCol="0">
            <a:spAutoFit/>
          </a:bodyPr>
          <a:lstStyle/>
          <a:p>
            <a:pPr algn="l"/>
            <a:r>
              <a:rPr lang="en-US" altLang="zh-CN" sz="2000" b="1">
                <a:latin typeface="隶书" panose="02010509060101010101" charset="-122"/>
                <a:ea typeface="隶书" panose="02010509060101010101" charset="-122"/>
                <a:cs typeface="隶书" panose="02010509060101010101" charset="-122"/>
              </a:rPr>
              <a:t>string常见函数</a:t>
            </a:r>
          </a:p>
        </p:txBody>
      </p:sp>
      <p:sp>
        <p:nvSpPr>
          <p:cNvPr id="2" name="文本框 1"/>
          <p:cNvSpPr txBox="1"/>
          <p:nvPr/>
        </p:nvSpPr>
        <p:spPr>
          <a:xfrm>
            <a:off x="330200" y="1153795"/>
            <a:ext cx="8162925" cy="398780"/>
          </a:xfrm>
          <a:prstGeom prst="rect">
            <a:avLst/>
          </a:prstGeom>
          <a:noFill/>
        </p:spPr>
        <p:txBody>
          <a:bodyPr wrap="square" rtlCol="0">
            <a:spAutoFit/>
          </a:bodyPr>
          <a:lstStyle/>
          <a:p>
            <a:pPr algn="l"/>
            <a:r>
              <a:rPr lang="en-US" altLang="zh-CN" sz="2000" b="1">
                <a:latin typeface="隶书" panose="02010509060101010101" charset="-122"/>
                <a:ea typeface="隶书" panose="02010509060101010101" charset="-122"/>
                <a:cs typeface="隶书" panose="02010509060101010101" charset="-122"/>
              </a:rPr>
              <a:t>插入字符串:insert(pos,string)</a:t>
            </a:r>
          </a:p>
        </p:txBody>
      </p:sp>
      <p:pic>
        <p:nvPicPr>
          <p:cNvPr id="6" name="图片 5"/>
          <p:cNvPicPr>
            <a:picLocks noChangeAspect="1"/>
          </p:cNvPicPr>
          <p:nvPr/>
        </p:nvPicPr>
        <p:blipFill>
          <a:blip r:embed="rId5"/>
          <a:stretch>
            <a:fillRect/>
          </a:stretch>
        </p:blipFill>
        <p:spPr>
          <a:xfrm>
            <a:off x="207645" y="1581785"/>
            <a:ext cx="3652520" cy="3513455"/>
          </a:xfrm>
          <a:prstGeom prst="rect">
            <a:avLst/>
          </a:prstGeom>
          <a:ln>
            <a:solidFill>
              <a:schemeClr val="accent1"/>
            </a:solidFill>
          </a:ln>
        </p:spPr>
      </p:pic>
      <p:pic>
        <p:nvPicPr>
          <p:cNvPr id="7" name="图片 6"/>
          <p:cNvPicPr>
            <a:picLocks noChangeAspect="1"/>
          </p:cNvPicPr>
          <p:nvPr/>
        </p:nvPicPr>
        <p:blipFill>
          <a:blip r:embed="rId6"/>
          <a:stretch>
            <a:fillRect/>
          </a:stretch>
        </p:blipFill>
        <p:spPr>
          <a:xfrm>
            <a:off x="4147185" y="2092325"/>
            <a:ext cx="4899660" cy="2044065"/>
          </a:xfrm>
          <a:prstGeom prst="rect">
            <a:avLst/>
          </a:prstGeom>
          <a:ln>
            <a:solidFill>
              <a:schemeClr val="accent1"/>
            </a:solidFill>
          </a:ln>
        </p:spPr>
      </p:pic>
      <p:sp>
        <p:nvSpPr>
          <p:cNvPr id="8" name="文本框 7"/>
          <p:cNvSpPr txBox="1"/>
          <p:nvPr/>
        </p:nvSpPr>
        <p:spPr>
          <a:xfrm>
            <a:off x="4558665" y="989965"/>
            <a:ext cx="4488180" cy="1014730"/>
          </a:xfrm>
          <a:prstGeom prst="rect">
            <a:avLst/>
          </a:prstGeom>
          <a:noFill/>
        </p:spPr>
        <p:txBody>
          <a:bodyPr wrap="square" rtlCol="0" anchor="t">
            <a:spAutoFit/>
          </a:bodyPr>
          <a:lstStyle/>
          <a:p>
            <a:r>
              <a:rPr lang="en-US" altLang="zh-CN" sz="2000" b="1">
                <a:latin typeface="隶书" panose="02010509060101010101" charset="-122"/>
                <a:ea typeface="隶书" panose="02010509060101010101" charset="-122"/>
                <a:cs typeface="隶书" panose="02010509060101010101" charset="-122"/>
              </a:rPr>
              <a:t>insert(it,it2,it3)</a:t>
            </a:r>
          </a:p>
          <a:p>
            <a:r>
              <a:rPr lang="en-US" altLang="zh-CN" sz="2000" b="1">
                <a:latin typeface="隶书" panose="02010509060101010101" charset="-122"/>
                <a:ea typeface="隶书" panose="02010509060101010101" charset="-122"/>
                <a:cs typeface="隶书" panose="02010509060101010101" charset="-122"/>
              </a:rPr>
              <a:t>it是要插入的位置</a:t>
            </a:r>
          </a:p>
          <a:p>
            <a:r>
              <a:rPr lang="en-US" altLang="zh-CN" sz="2000" b="1">
                <a:latin typeface="隶书" panose="02010509060101010101" charset="-122"/>
                <a:ea typeface="隶书" panose="02010509060101010101" charset="-122"/>
                <a:cs typeface="隶书" panose="02010509060101010101" charset="-122"/>
              </a:rPr>
              <a:t>it2，it3是要插入字符的首尾迭代器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2"/>
                                        </p:tgtEl>
                                        <p:attrNameLst>
                                          <p:attrName>style.visibility</p:attrName>
                                        </p:attrNameLst>
                                      </p:cBhvr>
                                      <p:to>
                                        <p:strVal val="visible"/>
                                      </p:to>
                                    </p:set>
                                    <p:anim calcmode="discrete" valueType="clr">
                                      <p:cBhvr override="childStyle">
                                        <p:cTn id="7" dur="80"/>
                                        <p:tgtEl>
                                          <p:spTgt spid="2"/>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
                                        </p:tgtEl>
                                        <p:attrNameLst>
                                          <p:attrName>fillcolor</p:attrName>
                                        </p:attrNameLst>
                                      </p:cBhvr>
                                      <p:tavLst>
                                        <p:tav tm="0">
                                          <p:val>
                                            <p:clrVal>
                                              <a:schemeClr val="accent2"/>
                                            </p:clrVal>
                                          </p:val>
                                        </p:tav>
                                        <p:tav tm="50000">
                                          <p:val>
                                            <p:clrVal>
                                              <a:schemeClr val="hlink"/>
                                            </p:clrVal>
                                          </p:val>
                                        </p:tav>
                                      </p:tavLst>
                                    </p:anim>
                                    <p:set>
                                      <p:cBhvr>
                                        <p:cTn id="9" dur="80"/>
                                        <p:tgtEl>
                                          <p:spTgt spid="2"/>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4"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 to="" calcmode="lin" valueType="num">
                                      <p:cBhvr>
                                        <p:cTn id="14" dur="1" fill="hold"/>
                                        <p:tgtEl>
                                          <p:spTgt spid="6"/>
                                        </p:tgtEl>
                                      </p:cBhvr>
                                    </p:anim>
                                  </p:childTnLst>
                                </p:cTn>
                              </p:par>
                            </p:childTnLst>
                          </p:cTn>
                        </p:par>
                      </p:childTnLst>
                    </p:cTn>
                  </p:par>
                  <p:par>
                    <p:cTn id="15" fill="hold">
                      <p:stCondLst>
                        <p:cond delay="indefinite"/>
                      </p:stCondLst>
                      <p:childTnLst>
                        <p:par>
                          <p:cTn id="16" fill="hold">
                            <p:stCondLst>
                              <p:cond delay="0"/>
                            </p:stCondLst>
                            <p:childTnLst>
                              <p:par>
                                <p:cTn id="17" presetID="27" presetClass="entr" presetSubtype="0" fill="hold" grpId="0" nodeType="clickEffect">
                                  <p:stCondLst>
                                    <p:cond delay="0"/>
                                  </p:stCondLst>
                                  <p:iterate type="lt">
                                    <p:tmPct val="50000"/>
                                  </p:iterate>
                                  <p:childTnLst>
                                    <p:set>
                                      <p:cBhvr>
                                        <p:cTn id="18" dur="1" fill="hold">
                                          <p:stCondLst>
                                            <p:cond delay="0"/>
                                          </p:stCondLst>
                                        </p:cTn>
                                        <p:tgtEl>
                                          <p:spTgt spid="8"/>
                                        </p:tgtEl>
                                        <p:attrNameLst>
                                          <p:attrName>style.visibility</p:attrName>
                                        </p:attrNameLst>
                                      </p:cBhvr>
                                      <p:to>
                                        <p:strVal val="visible"/>
                                      </p:to>
                                    </p:set>
                                    <p:anim calcmode="discrete" valueType="clr">
                                      <p:cBhvr override="childStyle">
                                        <p:cTn id="19" dur="80"/>
                                        <p:tgtEl>
                                          <p:spTgt spid="8"/>
                                        </p:tgtEl>
                                        <p:attrNameLst>
                                          <p:attrName>style.color</p:attrName>
                                        </p:attrNameLst>
                                      </p:cBhvr>
                                      <p:tavLst>
                                        <p:tav tm="0">
                                          <p:val>
                                            <p:clrVal>
                                              <a:schemeClr val="accent2"/>
                                            </p:clrVal>
                                          </p:val>
                                        </p:tav>
                                        <p:tav tm="50000">
                                          <p:val>
                                            <p:clrVal>
                                              <a:schemeClr val="hlink"/>
                                            </p:clrVal>
                                          </p:val>
                                        </p:tav>
                                      </p:tavLst>
                                    </p:anim>
                                    <p:anim calcmode="discrete" valueType="clr">
                                      <p:cBhvr>
                                        <p:cTn id="20" dur="80"/>
                                        <p:tgtEl>
                                          <p:spTgt spid="8"/>
                                        </p:tgtEl>
                                        <p:attrNameLst>
                                          <p:attrName>fillcolor</p:attrName>
                                        </p:attrNameLst>
                                      </p:cBhvr>
                                      <p:tavLst>
                                        <p:tav tm="0">
                                          <p:val>
                                            <p:clrVal>
                                              <a:schemeClr val="accent2"/>
                                            </p:clrVal>
                                          </p:val>
                                        </p:tav>
                                        <p:tav tm="50000">
                                          <p:val>
                                            <p:clrVal>
                                              <a:schemeClr val="hlink"/>
                                            </p:clrVal>
                                          </p:val>
                                        </p:tav>
                                      </p:tavLst>
                                    </p:anim>
                                    <p:set>
                                      <p:cBhvr>
                                        <p:cTn id="21" dur="80"/>
                                        <p:tgtEl>
                                          <p:spTgt spid="8"/>
                                        </p:tgtEl>
                                        <p:attrNameLst>
                                          <p:attrName>fill.type</p:attrName>
                                        </p:attrNameLst>
                                      </p:cBhvr>
                                      <p:to>
                                        <p:strVal val="solid"/>
                                      </p:to>
                                    </p:set>
                                  </p:childTnLst>
                                </p:cTn>
                              </p:par>
                            </p:childTnLst>
                          </p:cTn>
                        </p:par>
                      </p:childTnLst>
                    </p:cTn>
                  </p:par>
                  <p:par>
                    <p:cTn id="22" fill="hold">
                      <p:stCondLst>
                        <p:cond delay="indefinite"/>
                      </p:stCondLst>
                      <p:childTnLst>
                        <p:par>
                          <p:cTn id="23" fill="hold">
                            <p:stCondLst>
                              <p:cond delay="0"/>
                            </p:stCondLst>
                            <p:childTnLst>
                              <p:par>
                                <p:cTn id="24" presetID="24" presetClass="entr" presetSubtype="0" fill="hold" nodeType="clickEffect">
                                  <p:stCondLst>
                                    <p:cond delay="0"/>
                                  </p:stCondLst>
                                  <p:childTnLst>
                                    <p:set>
                                      <p:cBhvr>
                                        <p:cTn id="25" dur="1" fill="hold">
                                          <p:stCondLst>
                                            <p:cond delay="0"/>
                                          </p:stCondLst>
                                        </p:cTn>
                                        <p:tgtEl>
                                          <p:spTgt spid="7"/>
                                        </p:tgtEl>
                                        <p:attrNameLst>
                                          <p:attrName>style.visibility</p:attrName>
                                        </p:attrNameLst>
                                      </p:cBhvr>
                                      <p:to>
                                        <p:strVal val="visible"/>
                                      </p:to>
                                    </p:set>
                                    <p:anim to="" calcmode="lin" valueType="num">
                                      <p:cBhvr>
                                        <p:cTn id="26" dur="1" fill="hold"/>
                                        <p:tgtEl>
                                          <p:spTgt spid="7"/>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组合 3"/>
          <p:cNvGrpSpPr/>
          <p:nvPr/>
        </p:nvGrpSpPr>
        <p:grpSpPr>
          <a:xfrm>
            <a:off x="-23495" y="-113665"/>
            <a:ext cx="4674235" cy="787861"/>
            <a:chOff x="201757" y="129906"/>
            <a:chExt cx="6264696" cy="1096834"/>
          </a:xfrm>
        </p:grpSpPr>
        <p:pic>
          <p:nvPicPr>
            <p:cNvPr id="19473" name="Picture 9" descr="F:\ppt素材\图标\我收集的图标\字体\3.png"/>
            <p:cNvPicPr>
              <a:picLocks noChangeAspect="1"/>
            </p:cNvPicPr>
            <p:nvPr/>
          </p:nvPicPr>
          <p:blipFill>
            <a:blip r:embed="rId2"/>
            <a:stretch>
              <a:fillRect/>
            </a:stretch>
          </p:blipFill>
          <p:spPr>
            <a:xfrm rot="5400000">
              <a:off x="2884210" y="-2418911"/>
              <a:ext cx="899790" cy="6264696"/>
            </a:xfrm>
            <a:prstGeom prst="rect">
              <a:avLst/>
            </a:prstGeom>
            <a:noFill/>
            <a:ln w="9525">
              <a:noFill/>
            </a:ln>
          </p:spPr>
        </p:pic>
        <p:pic>
          <p:nvPicPr>
            <p:cNvPr id="19474" name="Picture 6" descr="F:\超棒ppt模板\中国风\中国风物件\maobi.png"/>
            <p:cNvPicPr>
              <a:picLocks noChangeAspect="1"/>
            </p:cNvPicPr>
            <p:nvPr/>
          </p:nvPicPr>
          <p:blipFill>
            <a:blip r:embed="rId3"/>
            <a:stretch>
              <a:fillRect/>
            </a:stretch>
          </p:blipFill>
          <p:spPr>
            <a:xfrm>
              <a:off x="308134" y="129906"/>
              <a:ext cx="775209" cy="775006"/>
            </a:xfrm>
            <a:prstGeom prst="rect">
              <a:avLst/>
            </a:prstGeom>
            <a:noFill/>
            <a:ln w="9525">
              <a:noFill/>
            </a:ln>
          </p:spPr>
        </p:pic>
        <p:sp>
          <p:nvSpPr>
            <p:cNvPr id="19475" name="TextBox 2"/>
            <p:cNvSpPr txBox="1"/>
            <p:nvPr/>
          </p:nvSpPr>
          <p:spPr>
            <a:xfrm>
              <a:off x="1083609" y="500071"/>
              <a:ext cx="2844474" cy="726669"/>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eaLnBrk="1" hangingPunct="1">
                <a:lnSpc>
                  <a:spcPct val="100000"/>
                </a:lnSpc>
                <a:spcBef>
                  <a:spcPct val="0"/>
                </a:spcBef>
                <a:buNone/>
              </a:pPr>
              <a:r>
                <a:rPr lang="en-US" altLang="zh-CN" b="1" dirty="0">
                  <a:solidFill>
                    <a:schemeClr val="bg1"/>
                  </a:solidFill>
                  <a:latin typeface="楷体" panose="02010609060101010101" pitchFamily="1" charset="-122"/>
                  <a:ea typeface="楷体" panose="02010609060101010101" pitchFamily="1" charset="-122"/>
                </a:rPr>
                <a:t>C++</a:t>
              </a:r>
              <a:r>
                <a:rPr lang="zh-CN" altLang="en-US" b="1" dirty="0">
                  <a:solidFill>
                    <a:schemeClr val="bg1"/>
                  </a:solidFill>
                  <a:latin typeface="楷体" panose="02010609060101010101" pitchFamily="1" charset="-122"/>
                  <a:ea typeface="楷体" panose="02010609060101010101" pitchFamily="1" charset="-122"/>
                </a:rPr>
                <a:t>字符串</a:t>
              </a:r>
            </a:p>
          </p:txBody>
        </p:sp>
      </p:grpSp>
      <p:pic>
        <p:nvPicPr>
          <p:cNvPr id="4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4835" y="4641215"/>
            <a:ext cx="965200" cy="50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文本框 3"/>
          <p:cNvSpPr txBox="1"/>
          <p:nvPr/>
        </p:nvSpPr>
        <p:spPr>
          <a:xfrm>
            <a:off x="369570" y="719455"/>
            <a:ext cx="8162925" cy="398780"/>
          </a:xfrm>
          <a:prstGeom prst="rect">
            <a:avLst/>
          </a:prstGeom>
          <a:noFill/>
        </p:spPr>
        <p:txBody>
          <a:bodyPr wrap="square" rtlCol="0">
            <a:spAutoFit/>
          </a:bodyPr>
          <a:lstStyle/>
          <a:p>
            <a:pPr algn="l"/>
            <a:r>
              <a:rPr lang="en-US" altLang="zh-CN" sz="2000" b="1">
                <a:latin typeface="隶书" panose="02010509060101010101" charset="-122"/>
                <a:ea typeface="隶书" panose="02010509060101010101" charset="-122"/>
                <a:cs typeface="隶书" panose="02010509060101010101" charset="-122"/>
              </a:rPr>
              <a:t>string常见函数</a:t>
            </a:r>
          </a:p>
        </p:txBody>
      </p:sp>
      <p:sp>
        <p:nvSpPr>
          <p:cNvPr id="2" name="文本框 1"/>
          <p:cNvSpPr txBox="1"/>
          <p:nvPr/>
        </p:nvSpPr>
        <p:spPr>
          <a:xfrm>
            <a:off x="330200" y="1153795"/>
            <a:ext cx="8162925" cy="706755"/>
          </a:xfrm>
          <a:prstGeom prst="rect">
            <a:avLst/>
          </a:prstGeom>
          <a:noFill/>
        </p:spPr>
        <p:txBody>
          <a:bodyPr wrap="square" rtlCol="0">
            <a:spAutoFit/>
          </a:bodyPr>
          <a:lstStyle/>
          <a:p>
            <a:pPr algn="l"/>
            <a:r>
              <a:rPr lang="zh-CN" altLang="en-US" sz="2000" b="1">
                <a:latin typeface="隶书" panose="02010509060101010101" charset="-122"/>
                <a:ea typeface="隶书" panose="02010509060101010101" charset="-122"/>
                <a:cs typeface="隶书" panose="02010509060101010101" charset="-122"/>
              </a:rPr>
              <a:t>删除元素：</a:t>
            </a:r>
            <a:r>
              <a:rPr lang="en-US" altLang="zh-CN" sz="2000" b="1">
                <a:latin typeface="隶书" panose="02010509060101010101" charset="-122"/>
                <a:ea typeface="隶书" panose="02010509060101010101" charset="-122"/>
                <a:cs typeface="隶书" panose="02010509060101010101" charset="-122"/>
              </a:rPr>
              <a:t>erase(pos,length)，pos删除开始的位置，而lenth是要删除的长度</a:t>
            </a:r>
          </a:p>
        </p:txBody>
      </p:sp>
      <p:pic>
        <p:nvPicPr>
          <p:cNvPr id="6" name="图片 5"/>
          <p:cNvPicPr>
            <a:picLocks noChangeAspect="1"/>
          </p:cNvPicPr>
          <p:nvPr/>
        </p:nvPicPr>
        <p:blipFill>
          <a:blip r:embed="rId5"/>
          <a:stretch>
            <a:fillRect/>
          </a:stretch>
        </p:blipFill>
        <p:spPr>
          <a:xfrm>
            <a:off x="1200785" y="1929130"/>
            <a:ext cx="4386580" cy="2805430"/>
          </a:xfrm>
          <a:prstGeom prst="rect">
            <a:avLst/>
          </a:prstGeom>
          <a:ln>
            <a:solidFill>
              <a:schemeClr val="accent1"/>
            </a:solid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2"/>
                                        </p:tgtEl>
                                        <p:attrNameLst>
                                          <p:attrName>style.visibility</p:attrName>
                                        </p:attrNameLst>
                                      </p:cBhvr>
                                      <p:to>
                                        <p:strVal val="visible"/>
                                      </p:to>
                                    </p:set>
                                    <p:anim calcmode="discrete" valueType="clr">
                                      <p:cBhvr override="childStyle">
                                        <p:cTn id="7" dur="80"/>
                                        <p:tgtEl>
                                          <p:spTgt spid="2"/>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
                                        </p:tgtEl>
                                        <p:attrNameLst>
                                          <p:attrName>fillcolor</p:attrName>
                                        </p:attrNameLst>
                                      </p:cBhvr>
                                      <p:tavLst>
                                        <p:tav tm="0">
                                          <p:val>
                                            <p:clrVal>
                                              <a:schemeClr val="accent2"/>
                                            </p:clrVal>
                                          </p:val>
                                        </p:tav>
                                        <p:tav tm="50000">
                                          <p:val>
                                            <p:clrVal>
                                              <a:schemeClr val="hlink"/>
                                            </p:clrVal>
                                          </p:val>
                                        </p:tav>
                                      </p:tavLst>
                                    </p:anim>
                                    <p:set>
                                      <p:cBhvr>
                                        <p:cTn id="9" dur="80"/>
                                        <p:tgtEl>
                                          <p:spTgt spid="2"/>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4"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 to="" calcmode="lin" valueType="num">
                                      <p:cBhvr>
                                        <p:cTn id="14" dur="1" fill="hold"/>
                                        <p:tgtEl>
                                          <p:spTgt spid="6"/>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组合 3"/>
          <p:cNvGrpSpPr/>
          <p:nvPr/>
        </p:nvGrpSpPr>
        <p:grpSpPr>
          <a:xfrm>
            <a:off x="-23495" y="-113665"/>
            <a:ext cx="4674235" cy="787861"/>
            <a:chOff x="201757" y="129906"/>
            <a:chExt cx="6264696" cy="1096834"/>
          </a:xfrm>
        </p:grpSpPr>
        <p:pic>
          <p:nvPicPr>
            <p:cNvPr id="19473" name="Picture 9" descr="F:\ppt素材\图标\我收集的图标\字体\3.png"/>
            <p:cNvPicPr>
              <a:picLocks noChangeAspect="1"/>
            </p:cNvPicPr>
            <p:nvPr/>
          </p:nvPicPr>
          <p:blipFill>
            <a:blip r:embed="rId2"/>
            <a:stretch>
              <a:fillRect/>
            </a:stretch>
          </p:blipFill>
          <p:spPr>
            <a:xfrm rot="5400000">
              <a:off x="2884210" y="-2418911"/>
              <a:ext cx="899790" cy="6264696"/>
            </a:xfrm>
            <a:prstGeom prst="rect">
              <a:avLst/>
            </a:prstGeom>
            <a:noFill/>
            <a:ln w="9525">
              <a:noFill/>
            </a:ln>
          </p:spPr>
        </p:pic>
        <p:pic>
          <p:nvPicPr>
            <p:cNvPr id="19474" name="Picture 6" descr="F:\超棒ppt模板\中国风\中国风物件\maobi.png"/>
            <p:cNvPicPr>
              <a:picLocks noChangeAspect="1"/>
            </p:cNvPicPr>
            <p:nvPr/>
          </p:nvPicPr>
          <p:blipFill>
            <a:blip r:embed="rId3"/>
            <a:stretch>
              <a:fillRect/>
            </a:stretch>
          </p:blipFill>
          <p:spPr>
            <a:xfrm>
              <a:off x="308134" y="129906"/>
              <a:ext cx="775209" cy="775006"/>
            </a:xfrm>
            <a:prstGeom prst="rect">
              <a:avLst/>
            </a:prstGeom>
            <a:noFill/>
            <a:ln w="9525">
              <a:noFill/>
            </a:ln>
          </p:spPr>
        </p:pic>
        <p:sp>
          <p:nvSpPr>
            <p:cNvPr id="19475" name="TextBox 2"/>
            <p:cNvSpPr txBox="1"/>
            <p:nvPr/>
          </p:nvSpPr>
          <p:spPr>
            <a:xfrm>
              <a:off x="1083609" y="500071"/>
              <a:ext cx="2844474" cy="726669"/>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eaLnBrk="1" hangingPunct="1">
                <a:lnSpc>
                  <a:spcPct val="100000"/>
                </a:lnSpc>
                <a:spcBef>
                  <a:spcPct val="0"/>
                </a:spcBef>
                <a:buNone/>
              </a:pPr>
              <a:r>
                <a:rPr lang="en-US" altLang="zh-CN" b="1" dirty="0">
                  <a:solidFill>
                    <a:schemeClr val="bg1"/>
                  </a:solidFill>
                  <a:latin typeface="楷体" panose="02010609060101010101" pitchFamily="1" charset="-122"/>
                  <a:ea typeface="楷体" panose="02010609060101010101" pitchFamily="1" charset="-122"/>
                </a:rPr>
                <a:t>C++</a:t>
              </a:r>
              <a:r>
                <a:rPr lang="zh-CN" altLang="en-US" b="1" dirty="0">
                  <a:solidFill>
                    <a:schemeClr val="bg1"/>
                  </a:solidFill>
                  <a:latin typeface="楷体" panose="02010609060101010101" pitchFamily="1" charset="-122"/>
                  <a:ea typeface="楷体" panose="02010609060101010101" pitchFamily="1" charset="-122"/>
                </a:rPr>
                <a:t>字符串</a:t>
              </a:r>
            </a:p>
          </p:txBody>
        </p:sp>
      </p:grpSp>
      <p:pic>
        <p:nvPicPr>
          <p:cNvPr id="4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4835" y="4641215"/>
            <a:ext cx="965200" cy="50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文本框 3"/>
          <p:cNvSpPr txBox="1"/>
          <p:nvPr/>
        </p:nvSpPr>
        <p:spPr>
          <a:xfrm>
            <a:off x="369570" y="628650"/>
            <a:ext cx="8162925" cy="398780"/>
          </a:xfrm>
          <a:prstGeom prst="rect">
            <a:avLst/>
          </a:prstGeom>
          <a:noFill/>
        </p:spPr>
        <p:txBody>
          <a:bodyPr wrap="square" rtlCol="0">
            <a:spAutoFit/>
          </a:bodyPr>
          <a:lstStyle/>
          <a:p>
            <a:pPr algn="l"/>
            <a:r>
              <a:rPr lang="en-US" altLang="zh-CN" sz="2000" b="1">
                <a:latin typeface="隶书" panose="02010509060101010101" charset="-122"/>
                <a:ea typeface="隶书" panose="02010509060101010101" charset="-122"/>
                <a:cs typeface="隶书" panose="02010509060101010101" charset="-122"/>
              </a:rPr>
              <a:t>string常见函数</a:t>
            </a:r>
          </a:p>
        </p:txBody>
      </p:sp>
      <p:sp>
        <p:nvSpPr>
          <p:cNvPr id="2" name="文本框 1"/>
          <p:cNvSpPr txBox="1"/>
          <p:nvPr/>
        </p:nvSpPr>
        <p:spPr>
          <a:xfrm>
            <a:off x="369570" y="1027430"/>
            <a:ext cx="8609965" cy="1383665"/>
          </a:xfrm>
          <a:prstGeom prst="rect">
            <a:avLst/>
          </a:prstGeom>
          <a:noFill/>
        </p:spPr>
        <p:txBody>
          <a:bodyPr wrap="square" rtlCol="0">
            <a:spAutoFit/>
          </a:bodyPr>
          <a:lstStyle/>
          <a:p>
            <a:pPr algn="l">
              <a:lnSpc>
                <a:spcPct val="150000"/>
              </a:lnSpc>
            </a:pPr>
            <a:r>
              <a:rPr lang="en-US" altLang="zh-CN" sz="2000" b="1">
                <a:latin typeface="隶书" panose="02010509060101010101" charset="-122"/>
                <a:ea typeface="隶书" panose="02010509060101010101" charset="-122"/>
                <a:cs typeface="隶书" panose="02010509060101010101" charset="-122"/>
              </a:rPr>
              <a:t>字符串匹配find</a:t>
            </a:r>
            <a:r>
              <a:rPr lang="zh-CN" altLang="en-US" sz="2000" b="1">
                <a:latin typeface="隶书" panose="02010509060101010101" charset="-122"/>
                <a:ea typeface="隶书" panose="02010509060101010101" charset="-122"/>
                <a:cs typeface="隶书" panose="02010509060101010101" charset="-122"/>
              </a:rPr>
              <a:t>：</a:t>
            </a:r>
          </a:p>
          <a:p>
            <a:pPr algn="l">
              <a:lnSpc>
                <a:spcPct val="150000"/>
              </a:lnSpc>
            </a:pPr>
            <a:r>
              <a:rPr lang="zh-CN" altLang="en-US">
                <a:latin typeface="隶书" panose="02010509060101010101" charset="-122"/>
                <a:ea typeface="隶书" panose="02010509060101010101" charset="-122"/>
                <a:cs typeface="隶书" panose="02010509060101010101" charset="-122"/>
              </a:rPr>
              <a:t>str.find(str2)，str2是str的子字符串，返回str第一次出现str2的位置。</a:t>
            </a:r>
          </a:p>
          <a:p>
            <a:pPr algn="l">
              <a:lnSpc>
                <a:spcPct val="150000"/>
              </a:lnSpc>
            </a:pPr>
            <a:r>
              <a:rPr lang="zh-CN" altLang="en-US">
                <a:latin typeface="隶书" panose="02010509060101010101" charset="-122"/>
                <a:ea typeface="隶书" panose="02010509060101010101" charset="-122"/>
                <a:cs typeface="隶书" panose="02010509060101010101" charset="-122"/>
              </a:rPr>
              <a:t>str.find(str2,pos)，str从pos位开始匹配str2,返回第一次出现位置的下标。</a:t>
            </a:r>
          </a:p>
        </p:txBody>
      </p:sp>
      <p:sp>
        <p:nvSpPr>
          <p:cNvPr id="3" name="文本框 2"/>
          <p:cNvSpPr txBox="1"/>
          <p:nvPr/>
        </p:nvSpPr>
        <p:spPr>
          <a:xfrm>
            <a:off x="369570" y="2489200"/>
            <a:ext cx="8032750" cy="1337945"/>
          </a:xfrm>
          <a:prstGeom prst="rect">
            <a:avLst/>
          </a:prstGeom>
          <a:noFill/>
        </p:spPr>
        <p:txBody>
          <a:bodyPr wrap="square" rtlCol="0">
            <a:spAutoFit/>
          </a:bodyPr>
          <a:lstStyle/>
          <a:p>
            <a:pPr algn="l">
              <a:lnSpc>
                <a:spcPct val="150000"/>
              </a:lnSpc>
            </a:pPr>
            <a:r>
              <a:rPr>
                <a:latin typeface="隶书" panose="02010509060101010101" charset="-122"/>
                <a:ea typeface="隶书" panose="02010509060101010101" charset="-122"/>
                <a:cs typeface="隶书" panose="02010509060101010101" charset="-122"/>
              </a:rPr>
              <a:t>string::npos是一个常数，其本身值为-1，但是由于是unsigned_int类型，因此实际上也可以认为是unsigned_int的最大值，string::npos是find函数失配的返回值</a:t>
            </a:r>
            <a:r>
              <a:rPr lang="zh-CN">
                <a:latin typeface="隶书" panose="02010509060101010101" charset="-122"/>
                <a:ea typeface="隶书" panose="02010509060101010101" charset="-122"/>
                <a:cs typeface="隶书" panose="02010509060101010101"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2"/>
                                        </p:tgtEl>
                                        <p:attrNameLst>
                                          <p:attrName>style.visibility</p:attrName>
                                        </p:attrNameLst>
                                      </p:cBhvr>
                                      <p:to>
                                        <p:strVal val="visible"/>
                                      </p:to>
                                    </p:set>
                                    <p:anim calcmode="discrete" valueType="clr">
                                      <p:cBhvr override="childStyle">
                                        <p:cTn id="7" dur="80"/>
                                        <p:tgtEl>
                                          <p:spTgt spid="2"/>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
                                        </p:tgtEl>
                                        <p:attrNameLst>
                                          <p:attrName>fillcolor</p:attrName>
                                        </p:attrNameLst>
                                      </p:cBhvr>
                                      <p:tavLst>
                                        <p:tav tm="0">
                                          <p:val>
                                            <p:clrVal>
                                              <a:schemeClr val="accent2"/>
                                            </p:clrVal>
                                          </p:val>
                                        </p:tav>
                                        <p:tav tm="50000">
                                          <p:val>
                                            <p:clrVal>
                                              <a:schemeClr val="hlink"/>
                                            </p:clrVal>
                                          </p:val>
                                        </p:tav>
                                      </p:tavLst>
                                    </p:anim>
                                    <p:set>
                                      <p:cBhvr>
                                        <p:cTn id="9" dur="80"/>
                                        <p:tgtEl>
                                          <p:spTgt spid="2"/>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grpId="0" nodeType="clickEffect">
                                  <p:stCondLst>
                                    <p:cond delay="0"/>
                                  </p:stCondLst>
                                  <p:iterate type="lt">
                                    <p:tmPct val="50000"/>
                                  </p:iterate>
                                  <p:childTnLst>
                                    <p:set>
                                      <p:cBhvr>
                                        <p:cTn id="13" dur="1" fill="hold">
                                          <p:stCondLst>
                                            <p:cond delay="0"/>
                                          </p:stCondLst>
                                        </p:cTn>
                                        <p:tgtEl>
                                          <p:spTgt spid="3"/>
                                        </p:tgtEl>
                                        <p:attrNameLst>
                                          <p:attrName>style.visibility</p:attrName>
                                        </p:attrNameLst>
                                      </p:cBhvr>
                                      <p:to>
                                        <p:strVal val="visible"/>
                                      </p:to>
                                    </p:set>
                                    <p:anim calcmode="discrete" valueType="clr">
                                      <p:cBhvr override="childStyle">
                                        <p:cTn id="14" dur="80"/>
                                        <p:tgtEl>
                                          <p:spTgt spid="3"/>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3"/>
                                        </p:tgtEl>
                                        <p:attrNameLst>
                                          <p:attrName>fillcolor</p:attrName>
                                        </p:attrNameLst>
                                      </p:cBhvr>
                                      <p:tavLst>
                                        <p:tav tm="0">
                                          <p:val>
                                            <p:clrVal>
                                              <a:schemeClr val="accent2"/>
                                            </p:clrVal>
                                          </p:val>
                                        </p:tav>
                                        <p:tav tm="50000">
                                          <p:val>
                                            <p:clrVal>
                                              <a:schemeClr val="hlink"/>
                                            </p:clrVal>
                                          </p:val>
                                        </p:tav>
                                      </p:tavLst>
                                    </p:anim>
                                    <p:set>
                                      <p:cBhvr>
                                        <p:cTn id="16" dur="80"/>
                                        <p:tgtEl>
                                          <p:spTgt spid="3"/>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组合 3"/>
          <p:cNvGrpSpPr/>
          <p:nvPr/>
        </p:nvGrpSpPr>
        <p:grpSpPr>
          <a:xfrm>
            <a:off x="-23495" y="-113665"/>
            <a:ext cx="4674235" cy="787861"/>
            <a:chOff x="201757" y="129906"/>
            <a:chExt cx="6264696" cy="1096834"/>
          </a:xfrm>
        </p:grpSpPr>
        <p:pic>
          <p:nvPicPr>
            <p:cNvPr id="19473" name="Picture 9" descr="F:\ppt素材\图标\我收集的图标\字体\3.png"/>
            <p:cNvPicPr>
              <a:picLocks noChangeAspect="1"/>
            </p:cNvPicPr>
            <p:nvPr/>
          </p:nvPicPr>
          <p:blipFill>
            <a:blip r:embed="rId2"/>
            <a:stretch>
              <a:fillRect/>
            </a:stretch>
          </p:blipFill>
          <p:spPr>
            <a:xfrm rot="5400000">
              <a:off x="2884210" y="-2418911"/>
              <a:ext cx="899790" cy="6264696"/>
            </a:xfrm>
            <a:prstGeom prst="rect">
              <a:avLst/>
            </a:prstGeom>
            <a:noFill/>
            <a:ln w="9525">
              <a:noFill/>
            </a:ln>
          </p:spPr>
        </p:pic>
        <p:pic>
          <p:nvPicPr>
            <p:cNvPr id="19474" name="Picture 6" descr="F:\超棒ppt模板\中国风\中国风物件\maobi.png"/>
            <p:cNvPicPr>
              <a:picLocks noChangeAspect="1"/>
            </p:cNvPicPr>
            <p:nvPr/>
          </p:nvPicPr>
          <p:blipFill>
            <a:blip r:embed="rId3"/>
            <a:stretch>
              <a:fillRect/>
            </a:stretch>
          </p:blipFill>
          <p:spPr>
            <a:xfrm>
              <a:off x="308134" y="129906"/>
              <a:ext cx="775209" cy="775006"/>
            </a:xfrm>
            <a:prstGeom prst="rect">
              <a:avLst/>
            </a:prstGeom>
            <a:noFill/>
            <a:ln w="9525">
              <a:noFill/>
            </a:ln>
          </p:spPr>
        </p:pic>
        <p:sp>
          <p:nvSpPr>
            <p:cNvPr id="19475" name="TextBox 2"/>
            <p:cNvSpPr txBox="1"/>
            <p:nvPr/>
          </p:nvSpPr>
          <p:spPr>
            <a:xfrm>
              <a:off x="1083609" y="500071"/>
              <a:ext cx="2844474" cy="726669"/>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eaLnBrk="1" hangingPunct="1">
                <a:lnSpc>
                  <a:spcPct val="100000"/>
                </a:lnSpc>
                <a:spcBef>
                  <a:spcPct val="0"/>
                </a:spcBef>
                <a:buNone/>
              </a:pPr>
              <a:r>
                <a:rPr lang="en-US" altLang="zh-CN" b="1" dirty="0">
                  <a:solidFill>
                    <a:schemeClr val="bg1"/>
                  </a:solidFill>
                  <a:latin typeface="楷体" panose="02010609060101010101" pitchFamily="1" charset="-122"/>
                  <a:ea typeface="楷体" panose="02010609060101010101" pitchFamily="1" charset="-122"/>
                </a:rPr>
                <a:t>C++</a:t>
              </a:r>
              <a:r>
                <a:rPr lang="zh-CN" altLang="en-US" b="1" dirty="0">
                  <a:solidFill>
                    <a:schemeClr val="bg1"/>
                  </a:solidFill>
                  <a:latin typeface="楷体" panose="02010609060101010101" pitchFamily="1" charset="-122"/>
                  <a:ea typeface="楷体" panose="02010609060101010101" pitchFamily="1" charset="-122"/>
                </a:rPr>
                <a:t>字符串</a:t>
              </a:r>
            </a:p>
          </p:txBody>
        </p:sp>
      </p:grpSp>
      <p:pic>
        <p:nvPicPr>
          <p:cNvPr id="4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4835" y="4641215"/>
            <a:ext cx="965200" cy="50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文本框 3"/>
          <p:cNvSpPr txBox="1"/>
          <p:nvPr/>
        </p:nvSpPr>
        <p:spPr>
          <a:xfrm>
            <a:off x="369570" y="719455"/>
            <a:ext cx="8162925" cy="398780"/>
          </a:xfrm>
          <a:prstGeom prst="rect">
            <a:avLst/>
          </a:prstGeom>
          <a:noFill/>
        </p:spPr>
        <p:txBody>
          <a:bodyPr wrap="square" rtlCol="0">
            <a:spAutoFit/>
          </a:bodyPr>
          <a:lstStyle/>
          <a:p>
            <a:pPr algn="l"/>
            <a:r>
              <a:rPr lang="en-US" altLang="zh-CN" sz="2000" b="1">
                <a:latin typeface="隶书" panose="02010509060101010101" charset="-122"/>
                <a:ea typeface="隶书" panose="02010509060101010101" charset="-122"/>
                <a:cs typeface="隶书" panose="02010509060101010101" charset="-122"/>
              </a:rPr>
              <a:t>string常见函数</a:t>
            </a:r>
          </a:p>
        </p:txBody>
      </p:sp>
      <p:pic>
        <p:nvPicPr>
          <p:cNvPr id="6" name="图片 5"/>
          <p:cNvPicPr>
            <a:picLocks noChangeAspect="1"/>
          </p:cNvPicPr>
          <p:nvPr/>
        </p:nvPicPr>
        <p:blipFill>
          <a:blip r:embed="rId5"/>
          <a:stretch>
            <a:fillRect/>
          </a:stretch>
        </p:blipFill>
        <p:spPr>
          <a:xfrm>
            <a:off x="796290" y="1301750"/>
            <a:ext cx="4842510" cy="3490595"/>
          </a:xfrm>
          <a:prstGeom prst="rect">
            <a:avLst/>
          </a:prstGeom>
          <a:ln>
            <a:solidFill>
              <a:schemeClr val="accent1"/>
            </a:solid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to="" calcmode="lin" valueType="num">
                                      <p:cBhvr>
                                        <p:cTn id="7" dur="1" fill="hold"/>
                                        <p:tgtEl>
                                          <p:spTgt spid="6"/>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组合 3"/>
          <p:cNvGrpSpPr/>
          <p:nvPr/>
        </p:nvGrpSpPr>
        <p:grpSpPr>
          <a:xfrm>
            <a:off x="-23495" y="-113665"/>
            <a:ext cx="4674235" cy="787861"/>
            <a:chOff x="201757" y="129906"/>
            <a:chExt cx="6264696" cy="1096834"/>
          </a:xfrm>
        </p:grpSpPr>
        <p:pic>
          <p:nvPicPr>
            <p:cNvPr id="19473" name="Picture 9" descr="F:\ppt素材\图标\我收集的图标\字体\3.png"/>
            <p:cNvPicPr>
              <a:picLocks noChangeAspect="1"/>
            </p:cNvPicPr>
            <p:nvPr/>
          </p:nvPicPr>
          <p:blipFill>
            <a:blip r:embed="rId2"/>
            <a:stretch>
              <a:fillRect/>
            </a:stretch>
          </p:blipFill>
          <p:spPr>
            <a:xfrm rot="5400000">
              <a:off x="2884210" y="-2418911"/>
              <a:ext cx="899790" cy="6264696"/>
            </a:xfrm>
            <a:prstGeom prst="rect">
              <a:avLst/>
            </a:prstGeom>
            <a:noFill/>
            <a:ln w="9525">
              <a:noFill/>
            </a:ln>
          </p:spPr>
        </p:pic>
        <p:pic>
          <p:nvPicPr>
            <p:cNvPr id="19474" name="Picture 6" descr="F:\超棒ppt模板\中国风\中国风物件\maobi.png"/>
            <p:cNvPicPr>
              <a:picLocks noChangeAspect="1"/>
            </p:cNvPicPr>
            <p:nvPr/>
          </p:nvPicPr>
          <p:blipFill>
            <a:blip r:embed="rId3"/>
            <a:stretch>
              <a:fillRect/>
            </a:stretch>
          </p:blipFill>
          <p:spPr>
            <a:xfrm>
              <a:off x="308134" y="129906"/>
              <a:ext cx="775209" cy="775006"/>
            </a:xfrm>
            <a:prstGeom prst="rect">
              <a:avLst/>
            </a:prstGeom>
            <a:noFill/>
            <a:ln w="9525">
              <a:noFill/>
            </a:ln>
          </p:spPr>
        </p:pic>
        <p:sp>
          <p:nvSpPr>
            <p:cNvPr id="19475" name="TextBox 2"/>
            <p:cNvSpPr txBox="1"/>
            <p:nvPr/>
          </p:nvSpPr>
          <p:spPr>
            <a:xfrm>
              <a:off x="1083609" y="500071"/>
              <a:ext cx="2844474" cy="726669"/>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eaLnBrk="1" hangingPunct="1">
                <a:lnSpc>
                  <a:spcPct val="100000"/>
                </a:lnSpc>
                <a:spcBef>
                  <a:spcPct val="0"/>
                </a:spcBef>
                <a:buNone/>
              </a:pPr>
              <a:r>
                <a:rPr lang="en-US" altLang="zh-CN" b="1" dirty="0">
                  <a:solidFill>
                    <a:schemeClr val="bg1"/>
                  </a:solidFill>
                  <a:latin typeface="楷体" panose="02010609060101010101" pitchFamily="1" charset="-122"/>
                  <a:ea typeface="楷体" panose="02010609060101010101" pitchFamily="1" charset="-122"/>
                </a:rPr>
                <a:t>C++</a:t>
              </a:r>
              <a:r>
                <a:rPr lang="zh-CN" altLang="en-US" b="1" dirty="0">
                  <a:solidFill>
                    <a:schemeClr val="bg1"/>
                  </a:solidFill>
                  <a:latin typeface="楷体" panose="02010609060101010101" pitchFamily="1" charset="-122"/>
                  <a:ea typeface="楷体" panose="02010609060101010101" pitchFamily="1" charset="-122"/>
                </a:rPr>
                <a:t>字符串</a:t>
              </a:r>
            </a:p>
          </p:txBody>
        </p:sp>
      </p:grpSp>
      <p:pic>
        <p:nvPicPr>
          <p:cNvPr id="4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4835" y="4641215"/>
            <a:ext cx="965200" cy="50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文本框 3"/>
          <p:cNvSpPr txBox="1"/>
          <p:nvPr/>
        </p:nvSpPr>
        <p:spPr>
          <a:xfrm>
            <a:off x="369570" y="719455"/>
            <a:ext cx="8162925" cy="398780"/>
          </a:xfrm>
          <a:prstGeom prst="rect">
            <a:avLst/>
          </a:prstGeom>
          <a:noFill/>
        </p:spPr>
        <p:txBody>
          <a:bodyPr wrap="square" rtlCol="0">
            <a:spAutoFit/>
          </a:bodyPr>
          <a:lstStyle/>
          <a:p>
            <a:pPr algn="l"/>
            <a:r>
              <a:rPr lang="en-US" altLang="zh-CN" sz="2000" b="1">
                <a:latin typeface="隶书" panose="02010509060101010101" charset="-122"/>
                <a:ea typeface="隶书" panose="02010509060101010101" charset="-122"/>
                <a:cs typeface="隶书" panose="02010509060101010101" charset="-122"/>
              </a:rPr>
              <a:t>string常见函数</a:t>
            </a:r>
          </a:p>
        </p:txBody>
      </p:sp>
      <p:sp>
        <p:nvSpPr>
          <p:cNvPr id="2" name="文本框 1"/>
          <p:cNvSpPr txBox="1"/>
          <p:nvPr/>
        </p:nvSpPr>
        <p:spPr>
          <a:xfrm>
            <a:off x="343535" y="1075055"/>
            <a:ext cx="8162925" cy="675640"/>
          </a:xfrm>
          <a:prstGeom prst="rect">
            <a:avLst/>
          </a:prstGeom>
          <a:noFill/>
        </p:spPr>
        <p:txBody>
          <a:bodyPr wrap="square" rtlCol="0">
            <a:spAutoFit/>
          </a:bodyPr>
          <a:lstStyle/>
          <a:p>
            <a:pPr algn="l"/>
            <a:r>
              <a:rPr lang="en-US" altLang="zh-CN" sz="2000" b="1">
                <a:latin typeface="隶书" panose="02010509060101010101" charset="-122"/>
                <a:ea typeface="隶书" panose="02010509060101010101" charset="-122"/>
                <a:cs typeface="隶书" panose="02010509060101010101" charset="-122"/>
              </a:rPr>
              <a:t>字符串替换</a:t>
            </a:r>
            <a:r>
              <a:rPr lang="zh-CN" altLang="en-US" sz="2000" b="1">
                <a:latin typeface="隶书" panose="02010509060101010101" charset="-122"/>
                <a:ea typeface="隶书" panose="02010509060101010101" charset="-122"/>
                <a:cs typeface="隶书" panose="02010509060101010101" charset="-122"/>
              </a:rPr>
              <a:t>：</a:t>
            </a:r>
            <a:r>
              <a:rPr lang="zh-CN" altLang="en-US">
                <a:latin typeface="隶书" panose="02010509060101010101" charset="-122"/>
                <a:ea typeface="隶书" panose="02010509060101010101" charset="-122"/>
                <a:cs typeface="隶书" panose="02010509060101010101" charset="-122"/>
              </a:rPr>
              <a:t>str.replace(pos,len,str2),str从pos位置起，长度为len的范围，全部替换为str2。</a:t>
            </a:r>
            <a:endParaRPr lang="zh-CN" altLang="en-US" sz="2000" b="1">
              <a:latin typeface="隶书" panose="02010509060101010101" charset="-122"/>
              <a:ea typeface="隶书" panose="02010509060101010101" charset="-122"/>
              <a:cs typeface="隶书" panose="02010509060101010101" charset="-122"/>
            </a:endParaRPr>
          </a:p>
        </p:txBody>
      </p:sp>
      <p:pic>
        <p:nvPicPr>
          <p:cNvPr id="5" name="图片 4"/>
          <p:cNvPicPr>
            <a:picLocks noChangeAspect="1"/>
          </p:cNvPicPr>
          <p:nvPr/>
        </p:nvPicPr>
        <p:blipFill>
          <a:blip r:embed="rId5"/>
          <a:stretch>
            <a:fillRect/>
          </a:stretch>
        </p:blipFill>
        <p:spPr>
          <a:xfrm>
            <a:off x="857250" y="1858010"/>
            <a:ext cx="5593715" cy="2890520"/>
          </a:xfrm>
          <a:prstGeom prst="rect">
            <a:avLst/>
          </a:prstGeom>
          <a:ln>
            <a:solidFill>
              <a:schemeClr val="accent1"/>
            </a:solid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2"/>
                                        </p:tgtEl>
                                        <p:attrNameLst>
                                          <p:attrName>style.visibility</p:attrName>
                                        </p:attrNameLst>
                                      </p:cBhvr>
                                      <p:to>
                                        <p:strVal val="visible"/>
                                      </p:to>
                                    </p:set>
                                    <p:anim calcmode="discrete" valueType="clr">
                                      <p:cBhvr override="childStyle">
                                        <p:cTn id="7" dur="80"/>
                                        <p:tgtEl>
                                          <p:spTgt spid="2"/>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
                                        </p:tgtEl>
                                        <p:attrNameLst>
                                          <p:attrName>fillcolor</p:attrName>
                                        </p:attrNameLst>
                                      </p:cBhvr>
                                      <p:tavLst>
                                        <p:tav tm="0">
                                          <p:val>
                                            <p:clrVal>
                                              <a:schemeClr val="accent2"/>
                                            </p:clrVal>
                                          </p:val>
                                        </p:tav>
                                        <p:tav tm="50000">
                                          <p:val>
                                            <p:clrVal>
                                              <a:schemeClr val="hlink"/>
                                            </p:clrVal>
                                          </p:val>
                                        </p:tav>
                                      </p:tavLst>
                                    </p:anim>
                                    <p:set>
                                      <p:cBhvr>
                                        <p:cTn id="9" dur="80"/>
                                        <p:tgtEl>
                                          <p:spTgt spid="2"/>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4"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 to="" calcmode="lin" valueType="num">
                                      <p:cBhvr>
                                        <p:cTn id="14" dur="1" fill="hold"/>
                                        <p:tgtEl>
                                          <p:spTgt spid="5"/>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组合 3"/>
          <p:cNvGrpSpPr/>
          <p:nvPr/>
        </p:nvGrpSpPr>
        <p:grpSpPr>
          <a:xfrm>
            <a:off x="-23495" y="-113665"/>
            <a:ext cx="4674235" cy="787861"/>
            <a:chOff x="201757" y="129906"/>
            <a:chExt cx="6264696" cy="1096834"/>
          </a:xfrm>
        </p:grpSpPr>
        <p:pic>
          <p:nvPicPr>
            <p:cNvPr id="19473" name="Picture 9" descr="F:\ppt素材\图标\我收集的图标\字体\3.png"/>
            <p:cNvPicPr>
              <a:picLocks noChangeAspect="1"/>
            </p:cNvPicPr>
            <p:nvPr/>
          </p:nvPicPr>
          <p:blipFill>
            <a:blip r:embed="rId2"/>
            <a:stretch>
              <a:fillRect/>
            </a:stretch>
          </p:blipFill>
          <p:spPr>
            <a:xfrm rot="5400000">
              <a:off x="2884210" y="-2418911"/>
              <a:ext cx="899790" cy="6264696"/>
            </a:xfrm>
            <a:prstGeom prst="rect">
              <a:avLst/>
            </a:prstGeom>
            <a:noFill/>
            <a:ln w="9525">
              <a:noFill/>
            </a:ln>
          </p:spPr>
        </p:pic>
        <p:pic>
          <p:nvPicPr>
            <p:cNvPr id="19474" name="Picture 6" descr="F:\超棒ppt模板\中国风\中国风物件\maobi.png"/>
            <p:cNvPicPr>
              <a:picLocks noChangeAspect="1"/>
            </p:cNvPicPr>
            <p:nvPr/>
          </p:nvPicPr>
          <p:blipFill>
            <a:blip r:embed="rId3"/>
            <a:stretch>
              <a:fillRect/>
            </a:stretch>
          </p:blipFill>
          <p:spPr>
            <a:xfrm>
              <a:off x="308134" y="129906"/>
              <a:ext cx="775209" cy="775006"/>
            </a:xfrm>
            <a:prstGeom prst="rect">
              <a:avLst/>
            </a:prstGeom>
            <a:noFill/>
            <a:ln w="9525">
              <a:noFill/>
            </a:ln>
          </p:spPr>
        </p:pic>
        <p:sp>
          <p:nvSpPr>
            <p:cNvPr id="19475" name="TextBox 2"/>
            <p:cNvSpPr txBox="1"/>
            <p:nvPr/>
          </p:nvSpPr>
          <p:spPr>
            <a:xfrm>
              <a:off x="1083609" y="500071"/>
              <a:ext cx="2844474" cy="726669"/>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eaLnBrk="1" hangingPunct="1">
                <a:lnSpc>
                  <a:spcPct val="100000"/>
                </a:lnSpc>
                <a:spcBef>
                  <a:spcPct val="0"/>
                </a:spcBef>
                <a:buNone/>
              </a:pPr>
              <a:r>
                <a:rPr lang="en-US" altLang="zh-CN" b="1" dirty="0">
                  <a:solidFill>
                    <a:schemeClr val="bg1"/>
                  </a:solidFill>
                  <a:latin typeface="楷体" panose="02010609060101010101" pitchFamily="1" charset="-122"/>
                  <a:ea typeface="楷体" panose="02010609060101010101" pitchFamily="1" charset="-122"/>
                </a:rPr>
                <a:t>C++</a:t>
              </a:r>
              <a:r>
                <a:rPr lang="zh-CN" altLang="en-US" b="1" dirty="0">
                  <a:solidFill>
                    <a:schemeClr val="bg1"/>
                  </a:solidFill>
                  <a:latin typeface="楷体" panose="02010609060101010101" pitchFamily="1" charset="-122"/>
                  <a:ea typeface="楷体" panose="02010609060101010101" pitchFamily="1" charset="-122"/>
                </a:rPr>
                <a:t>字符串</a:t>
              </a:r>
            </a:p>
          </p:txBody>
        </p:sp>
      </p:grpSp>
      <p:pic>
        <p:nvPicPr>
          <p:cNvPr id="4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4835" y="4641215"/>
            <a:ext cx="965200" cy="50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文本框 3"/>
          <p:cNvSpPr txBox="1"/>
          <p:nvPr/>
        </p:nvSpPr>
        <p:spPr>
          <a:xfrm>
            <a:off x="369570" y="719455"/>
            <a:ext cx="8162925" cy="398780"/>
          </a:xfrm>
          <a:prstGeom prst="rect">
            <a:avLst/>
          </a:prstGeom>
          <a:noFill/>
        </p:spPr>
        <p:txBody>
          <a:bodyPr wrap="square" rtlCol="0">
            <a:spAutoFit/>
          </a:bodyPr>
          <a:lstStyle/>
          <a:p>
            <a:pPr algn="l"/>
            <a:r>
              <a:rPr lang="en-US" altLang="zh-CN" sz="2000" b="1">
                <a:latin typeface="隶书" panose="02010509060101010101" charset="-122"/>
                <a:ea typeface="隶书" panose="02010509060101010101" charset="-122"/>
                <a:cs typeface="隶书" panose="02010509060101010101" charset="-122"/>
              </a:rPr>
              <a:t>string常见函数</a:t>
            </a:r>
          </a:p>
        </p:txBody>
      </p:sp>
      <p:sp>
        <p:nvSpPr>
          <p:cNvPr id="2" name="文本框 1"/>
          <p:cNvSpPr txBox="1"/>
          <p:nvPr/>
        </p:nvSpPr>
        <p:spPr>
          <a:xfrm>
            <a:off x="330200" y="1149350"/>
            <a:ext cx="8162925" cy="706755"/>
          </a:xfrm>
          <a:prstGeom prst="rect">
            <a:avLst/>
          </a:prstGeom>
          <a:noFill/>
        </p:spPr>
        <p:txBody>
          <a:bodyPr wrap="square" rtlCol="0">
            <a:spAutoFit/>
          </a:bodyPr>
          <a:lstStyle/>
          <a:p>
            <a:pPr algn="l"/>
            <a:r>
              <a:rPr lang="zh-CN" altLang="en-US" sz="2000" b="1">
                <a:latin typeface="隶书" panose="02010509060101010101" charset="-122"/>
                <a:ea typeface="隶书" panose="02010509060101010101" charset="-122"/>
                <a:cs typeface="隶书" panose="02010509060101010101" charset="-122"/>
              </a:rPr>
              <a:t>求</a:t>
            </a:r>
            <a:r>
              <a:rPr lang="en-US" altLang="zh-CN" sz="2000" b="1">
                <a:latin typeface="隶书" panose="02010509060101010101" charset="-122"/>
                <a:ea typeface="隶书" panose="02010509060101010101" charset="-122"/>
                <a:cs typeface="隶书" panose="02010509060101010101" charset="-122"/>
              </a:rPr>
              <a:t>字符串</a:t>
            </a:r>
            <a:r>
              <a:rPr lang="zh-CN" altLang="en-US" sz="2000" b="1">
                <a:latin typeface="隶书" panose="02010509060101010101" charset="-122"/>
                <a:ea typeface="隶书" panose="02010509060101010101" charset="-122"/>
                <a:cs typeface="隶书" panose="02010509060101010101" charset="-122"/>
              </a:rPr>
              <a:t>的子串：</a:t>
            </a:r>
            <a:r>
              <a:rPr lang="en-US" altLang="zh-CN" sz="2000">
                <a:latin typeface="隶书" panose="02010509060101010101" charset="-122"/>
                <a:ea typeface="隶书" panose="02010509060101010101" charset="-122"/>
                <a:cs typeface="隶书" panose="02010509060101010101" charset="-122"/>
              </a:rPr>
              <a:t>substr(pos,len):</a:t>
            </a:r>
            <a:r>
              <a:rPr lang="en-US" altLang="zh-CN" sz="2000">
                <a:latin typeface="隶书" panose="02010509060101010101" charset="-122"/>
                <a:ea typeface="隶书" panose="02010509060101010101" charset="-122"/>
                <a:cs typeface="隶书" panose="02010509060101010101" charset="-122"/>
                <a:sym typeface="+mn-ea"/>
              </a:rPr>
              <a:t>pos位置起的len个字符。</a:t>
            </a:r>
            <a:endParaRPr lang="en-US" altLang="en-US" sz="2000" b="1">
              <a:latin typeface="宋体" panose="02010600030101010101" pitchFamily="2" charset="-122"/>
              <a:ea typeface="宋体" panose="02010600030101010101" pitchFamily="2" charset="-122"/>
              <a:cs typeface="宋体" panose="02010600030101010101" pitchFamily="2" charset="-122"/>
            </a:endParaRPr>
          </a:p>
          <a:p>
            <a:pPr algn="l"/>
            <a:endParaRPr lang="zh-CN" altLang="en-US" sz="2000" b="1">
              <a:latin typeface="隶书" panose="02010509060101010101" charset="-122"/>
              <a:ea typeface="隶书" panose="02010509060101010101" charset="-122"/>
              <a:cs typeface="隶书" panose="02010509060101010101" charset="-122"/>
            </a:endParaRPr>
          </a:p>
        </p:txBody>
      </p:sp>
      <p:pic>
        <p:nvPicPr>
          <p:cNvPr id="5" name="图片 4"/>
          <p:cNvPicPr>
            <a:picLocks noChangeAspect="1"/>
          </p:cNvPicPr>
          <p:nvPr/>
        </p:nvPicPr>
        <p:blipFill>
          <a:blip r:embed="rId5"/>
          <a:stretch>
            <a:fillRect/>
          </a:stretch>
        </p:blipFill>
        <p:spPr>
          <a:xfrm>
            <a:off x="1297940" y="1631315"/>
            <a:ext cx="5558155" cy="2819400"/>
          </a:xfrm>
          <a:prstGeom prst="rect">
            <a:avLst/>
          </a:prstGeom>
          <a:ln>
            <a:solidFill>
              <a:schemeClr val="accent1"/>
            </a:solid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2"/>
                                        </p:tgtEl>
                                        <p:attrNameLst>
                                          <p:attrName>style.visibility</p:attrName>
                                        </p:attrNameLst>
                                      </p:cBhvr>
                                      <p:to>
                                        <p:strVal val="visible"/>
                                      </p:to>
                                    </p:set>
                                    <p:anim calcmode="discrete" valueType="clr">
                                      <p:cBhvr override="childStyle">
                                        <p:cTn id="7" dur="80"/>
                                        <p:tgtEl>
                                          <p:spTgt spid="2"/>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
                                        </p:tgtEl>
                                        <p:attrNameLst>
                                          <p:attrName>fillcolor</p:attrName>
                                        </p:attrNameLst>
                                      </p:cBhvr>
                                      <p:tavLst>
                                        <p:tav tm="0">
                                          <p:val>
                                            <p:clrVal>
                                              <a:schemeClr val="accent2"/>
                                            </p:clrVal>
                                          </p:val>
                                        </p:tav>
                                        <p:tav tm="50000">
                                          <p:val>
                                            <p:clrVal>
                                              <a:schemeClr val="hlink"/>
                                            </p:clrVal>
                                          </p:val>
                                        </p:tav>
                                      </p:tavLst>
                                    </p:anim>
                                    <p:set>
                                      <p:cBhvr>
                                        <p:cTn id="9" dur="80"/>
                                        <p:tgtEl>
                                          <p:spTgt spid="2"/>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4"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 to="" calcmode="lin" valueType="num">
                                      <p:cBhvr>
                                        <p:cTn id="14" dur="1" fill="hold"/>
                                        <p:tgtEl>
                                          <p:spTgt spid="5"/>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5481" y="1059582"/>
            <a:ext cx="3289453" cy="830997"/>
          </a:xfrm>
          <a:prstGeom prst="rect">
            <a:avLst/>
          </a:prstGeom>
          <a:noFill/>
          <a:ln w="25400">
            <a:solidFill>
              <a:schemeClr val="bg1">
                <a:lumMod val="75000"/>
              </a:schemeClr>
            </a:solidFill>
          </a:ln>
        </p:spPr>
        <p:txBody>
          <a:bodyPr wrap="square" rtlCol="0">
            <a:spAutoFit/>
          </a:bodyPr>
          <a:lstStyle/>
          <a:p>
            <a:r>
              <a:rPr lang="en-US" altLang="zh-CN" sz="2400" b="1" dirty="0" smtClean="0">
                <a:latin typeface="隶书" panose="02010509060101010101" charset="-122"/>
                <a:ea typeface="隶书" panose="02010509060101010101" charset="-122"/>
                <a:cs typeface="隶书" panose="02010509060101010101" charset="-122"/>
                <a:sym typeface="+mn-ea"/>
              </a:rPr>
              <a:t>string s;</a:t>
            </a:r>
          </a:p>
          <a:p>
            <a:r>
              <a:rPr lang="en-US" altLang="zh-CN" sz="2400" b="1" dirty="0" err="1" smtClean="0">
                <a:latin typeface="隶书" panose="02010509060101010101" charset="-122"/>
                <a:ea typeface="隶书" panose="02010509060101010101" charset="-122"/>
                <a:cs typeface="隶书" panose="02010509060101010101" charset="-122"/>
                <a:sym typeface="+mn-ea"/>
              </a:rPr>
              <a:t>cin</a:t>
            </a:r>
            <a:r>
              <a:rPr lang="en-US" altLang="zh-CN" sz="2400" b="1" dirty="0" smtClean="0">
                <a:latin typeface="隶书" panose="02010509060101010101" charset="-122"/>
                <a:ea typeface="隶书" panose="02010509060101010101" charset="-122"/>
                <a:cs typeface="隶书" panose="02010509060101010101" charset="-122"/>
                <a:sym typeface="+mn-ea"/>
              </a:rPr>
              <a:t>&gt;&gt;s</a:t>
            </a:r>
            <a:r>
              <a:rPr lang="zh-CN" altLang="en-US" sz="2400" b="1" dirty="0" smtClean="0">
                <a:latin typeface="隶书" panose="02010509060101010101" charset="-122"/>
                <a:ea typeface="隶书" panose="02010509060101010101" charset="-122"/>
                <a:cs typeface="隶书" panose="02010509060101010101" charset="-122"/>
                <a:sym typeface="+mn-ea"/>
              </a:rPr>
              <a:t>；</a:t>
            </a:r>
            <a:endParaRPr lang="zh-CN" altLang="en-US" sz="2400" b="1" dirty="0"/>
          </a:p>
        </p:txBody>
      </p:sp>
      <p:sp>
        <p:nvSpPr>
          <p:cNvPr id="3" name="TextBox 2"/>
          <p:cNvSpPr txBox="1"/>
          <p:nvPr/>
        </p:nvSpPr>
        <p:spPr>
          <a:xfrm>
            <a:off x="5436096" y="1059580"/>
            <a:ext cx="3289453" cy="830997"/>
          </a:xfrm>
          <a:prstGeom prst="rect">
            <a:avLst/>
          </a:prstGeom>
          <a:noFill/>
          <a:ln w="25400">
            <a:solidFill>
              <a:schemeClr val="bg1">
                <a:lumMod val="75000"/>
              </a:schemeClr>
            </a:solidFill>
          </a:ln>
        </p:spPr>
        <p:txBody>
          <a:bodyPr wrap="square" rtlCol="0">
            <a:spAutoFit/>
          </a:bodyPr>
          <a:lstStyle/>
          <a:p>
            <a:r>
              <a:rPr lang="en-US" altLang="zh-CN" sz="2400" b="1" dirty="0" smtClean="0">
                <a:latin typeface="隶书" panose="02010509060101010101" charset="-122"/>
                <a:ea typeface="隶书" panose="02010509060101010101" charset="-122"/>
                <a:cs typeface="隶书" panose="02010509060101010101" charset="-122"/>
                <a:sym typeface="+mn-ea"/>
              </a:rPr>
              <a:t> string s;</a:t>
            </a:r>
          </a:p>
          <a:p>
            <a:r>
              <a:rPr lang="en-US" altLang="zh-CN" sz="2400" b="1" dirty="0" err="1" smtClean="0">
                <a:latin typeface="隶书" panose="02010509060101010101" charset="-122"/>
                <a:ea typeface="隶书" panose="02010509060101010101" charset="-122"/>
                <a:cs typeface="隶书" panose="02010509060101010101" charset="-122"/>
                <a:sym typeface="+mn-ea"/>
              </a:rPr>
              <a:t>getline</a:t>
            </a:r>
            <a:r>
              <a:rPr lang="en-US" altLang="zh-CN" sz="2400" b="1" dirty="0" smtClean="0">
                <a:latin typeface="隶书" panose="02010509060101010101" charset="-122"/>
                <a:ea typeface="隶书" panose="02010509060101010101" charset="-122"/>
                <a:cs typeface="隶书" panose="02010509060101010101" charset="-122"/>
                <a:sym typeface="+mn-ea"/>
              </a:rPr>
              <a:t>(</a:t>
            </a:r>
            <a:r>
              <a:rPr lang="en-US" altLang="zh-CN" sz="2400" b="1" dirty="0" err="1" smtClean="0">
                <a:latin typeface="隶书" panose="02010509060101010101" charset="-122"/>
                <a:ea typeface="隶书" panose="02010509060101010101" charset="-122"/>
                <a:cs typeface="隶书" panose="02010509060101010101" charset="-122"/>
                <a:sym typeface="+mn-ea"/>
              </a:rPr>
              <a:t>cin,s</a:t>
            </a:r>
            <a:r>
              <a:rPr lang="en-US" altLang="zh-CN" sz="2400" b="1" dirty="0" smtClean="0">
                <a:latin typeface="隶书" panose="02010509060101010101" charset="-122"/>
                <a:ea typeface="隶书" panose="02010509060101010101" charset="-122"/>
                <a:cs typeface="隶书" panose="02010509060101010101" charset="-122"/>
                <a:sym typeface="+mn-ea"/>
              </a:rPr>
              <a:t>)</a:t>
            </a:r>
            <a:r>
              <a:rPr lang="zh-CN" altLang="en-US" sz="2400" b="1" dirty="0" smtClean="0">
                <a:latin typeface="隶书" panose="02010509060101010101" charset="-122"/>
                <a:ea typeface="隶书" panose="02010509060101010101" charset="-122"/>
                <a:cs typeface="隶书" panose="02010509060101010101" charset="-122"/>
                <a:sym typeface="+mn-ea"/>
              </a:rPr>
              <a:t>；</a:t>
            </a:r>
            <a:endParaRPr lang="zh-CN" altLang="en-US" sz="2400" b="1" dirty="0"/>
          </a:p>
        </p:txBody>
      </p:sp>
      <p:sp>
        <p:nvSpPr>
          <p:cNvPr id="4" name="矩形 3"/>
          <p:cNvSpPr/>
          <p:nvPr/>
        </p:nvSpPr>
        <p:spPr>
          <a:xfrm>
            <a:off x="601582" y="372219"/>
            <a:ext cx="4057521" cy="461665"/>
          </a:xfrm>
          <a:prstGeom prst="rect">
            <a:avLst/>
          </a:prstGeom>
        </p:spPr>
        <p:txBody>
          <a:bodyPr wrap="none">
            <a:spAutoFit/>
          </a:bodyPr>
          <a:lstStyle/>
          <a:p>
            <a:pPr lvl="0">
              <a:spcBef>
                <a:spcPct val="0"/>
              </a:spcBef>
            </a:pPr>
            <a:r>
              <a:rPr lang="zh-CN" altLang="en-US" sz="2400" b="1" dirty="0">
                <a:solidFill>
                  <a:srgbClr val="FF0000"/>
                </a:solidFill>
                <a:latin typeface="楷体" panose="02010609060101010101" pitchFamily="1" charset="-122"/>
                <a:ea typeface="楷体" panose="02010609060101010101" pitchFamily="1" charset="-122"/>
              </a:rPr>
              <a:t>字符串</a:t>
            </a:r>
            <a:r>
              <a:rPr lang="en-US" altLang="zh-CN" sz="2400" b="1" dirty="0" smtClean="0">
                <a:solidFill>
                  <a:srgbClr val="FF0000"/>
                </a:solidFill>
                <a:latin typeface="楷体" panose="02010609060101010101" pitchFamily="1" charset="-122"/>
                <a:ea typeface="楷体" panose="02010609060101010101" pitchFamily="1" charset="-122"/>
              </a:rPr>
              <a:t>string </a:t>
            </a:r>
            <a:r>
              <a:rPr lang="zh-CN" altLang="en-US" sz="2400" b="1" dirty="0" smtClean="0">
                <a:solidFill>
                  <a:srgbClr val="FF0000"/>
                </a:solidFill>
                <a:latin typeface="楷体" panose="02010609060101010101" pitchFamily="1" charset="-122"/>
                <a:ea typeface="楷体" panose="02010609060101010101" pitchFamily="1" charset="-122"/>
              </a:rPr>
              <a:t>输入的方法：</a:t>
            </a:r>
            <a:endParaRPr lang="zh-CN" altLang="en-US" sz="2400" b="1" dirty="0">
              <a:solidFill>
                <a:srgbClr val="FF0000"/>
              </a:solidFill>
              <a:latin typeface="楷体" panose="02010609060101010101" pitchFamily="1" charset="-122"/>
              <a:ea typeface="楷体" panose="02010609060101010101" pitchFamily="1" charset="-122"/>
            </a:endParaRPr>
          </a:p>
        </p:txBody>
      </p:sp>
      <p:sp>
        <p:nvSpPr>
          <p:cNvPr id="5" name="下箭头 4"/>
          <p:cNvSpPr/>
          <p:nvPr/>
        </p:nvSpPr>
        <p:spPr>
          <a:xfrm flipV="1">
            <a:off x="1848909" y="1949811"/>
            <a:ext cx="167802" cy="67473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TextBox 5"/>
          <p:cNvSpPr txBox="1"/>
          <p:nvPr/>
        </p:nvSpPr>
        <p:spPr>
          <a:xfrm>
            <a:off x="322015" y="2747923"/>
            <a:ext cx="3053788" cy="830997"/>
          </a:xfrm>
          <a:prstGeom prst="rect">
            <a:avLst/>
          </a:prstGeom>
          <a:noFill/>
          <a:ln w="25400">
            <a:solidFill>
              <a:schemeClr val="bg1">
                <a:lumMod val="75000"/>
              </a:schemeClr>
            </a:solidFill>
          </a:ln>
        </p:spPr>
        <p:txBody>
          <a:bodyPr wrap="square" rtlCol="0">
            <a:spAutoFit/>
          </a:bodyPr>
          <a:lstStyle/>
          <a:p>
            <a:r>
              <a:rPr lang="zh-CN" altLang="en-US" sz="2400" b="1" dirty="0">
                <a:latin typeface="隶书" panose="02010509060101010101" charset="-122"/>
                <a:ea typeface="隶书" panose="02010509060101010101" charset="-122"/>
                <a:sym typeface="+mn-ea"/>
              </a:rPr>
              <a:t>遇</a:t>
            </a:r>
            <a:r>
              <a:rPr lang="zh-CN" altLang="en-US" sz="2400" b="1" dirty="0" smtClean="0">
                <a:latin typeface="隶书" panose="02010509060101010101" charset="-122"/>
                <a:ea typeface="隶书" panose="02010509060101010101" charset="-122"/>
                <a:sym typeface="+mn-ea"/>
              </a:rPr>
              <a:t>空格</a:t>
            </a:r>
            <a:r>
              <a:rPr lang="zh-CN" altLang="en-US" sz="2400" b="1" dirty="0">
                <a:latin typeface="隶书" panose="02010509060101010101" charset="-122"/>
                <a:ea typeface="隶书" panose="02010509060101010101" charset="-122"/>
                <a:sym typeface="+mn-ea"/>
              </a:rPr>
              <a:t>换行</a:t>
            </a:r>
            <a:r>
              <a:rPr lang="zh-CN" altLang="en-US" sz="2400" b="1" dirty="0" smtClean="0">
                <a:latin typeface="隶书" panose="02010509060101010101" charset="-122"/>
                <a:ea typeface="隶书" panose="02010509060101010101" charset="-122"/>
                <a:sym typeface="+mn-ea"/>
              </a:rPr>
              <a:t>结束输入</a:t>
            </a:r>
            <a:endParaRPr lang="en-US" altLang="zh-CN" sz="2400" b="1" dirty="0" smtClean="0">
              <a:latin typeface="隶书" panose="02010509060101010101" charset="-122"/>
              <a:ea typeface="隶书" panose="02010509060101010101" charset="-122"/>
              <a:sym typeface="+mn-ea"/>
            </a:endParaRPr>
          </a:p>
          <a:p>
            <a:r>
              <a:rPr lang="zh-CN" altLang="en-US" sz="2400" b="1" dirty="0">
                <a:latin typeface="隶书" panose="02010509060101010101" charset="-122"/>
                <a:ea typeface="隶书" panose="02010509060101010101" charset="-122"/>
                <a:sym typeface="+mn-ea"/>
              </a:rPr>
              <a:t>不</a:t>
            </a:r>
            <a:r>
              <a:rPr lang="zh-CN" altLang="en-US" sz="2400" b="1" dirty="0" smtClean="0">
                <a:latin typeface="隶书" panose="02010509060101010101" charset="-122"/>
                <a:ea typeface="隶书" panose="02010509060101010101" charset="-122"/>
                <a:sym typeface="+mn-ea"/>
              </a:rPr>
              <a:t>读空字符</a:t>
            </a:r>
            <a:endParaRPr lang="zh-CN" altLang="en-US" sz="2400" b="1" dirty="0"/>
          </a:p>
        </p:txBody>
      </p:sp>
      <p:sp>
        <p:nvSpPr>
          <p:cNvPr id="7" name="下箭头 6"/>
          <p:cNvSpPr/>
          <p:nvPr/>
        </p:nvSpPr>
        <p:spPr>
          <a:xfrm flipV="1">
            <a:off x="6732240" y="1995686"/>
            <a:ext cx="163718" cy="67339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extBox 7"/>
          <p:cNvSpPr txBox="1"/>
          <p:nvPr/>
        </p:nvSpPr>
        <p:spPr>
          <a:xfrm>
            <a:off x="4932040" y="2787774"/>
            <a:ext cx="4248472" cy="461665"/>
          </a:xfrm>
          <a:prstGeom prst="rect">
            <a:avLst/>
          </a:prstGeom>
          <a:noFill/>
          <a:ln w="25400">
            <a:solidFill>
              <a:schemeClr val="bg1">
                <a:lumMod val="75000"/>
              </a:schemeClr>
            </a:solidFill>
          </a:ln>
        </p:spPr>
        <p:txBody>
          <a:bodyPr wrap="square" rtlCol="0">
            <a:spAutoFit/>
          </a:bodyPr>
          <a:lstStyle/>
          <a:p>
            <a:r>
              <a:rPr lang="zh-CN" altLang="en-US" sz="2400" b="1" dirty="0" smtClean="0">
                <a:latin typeface="隶书" panose="02010509060101010101" charset="-122"/>
                <a:ea typeface="隶书" panose="02010509060101010101" charset="-122"/>
                <a:sym typeface="+mn-ea"/>
              </a:rPr>
              <a:t>遇换行结束输入（能读入空格）</a:t>
            </a:r>
            <a:endParaRPr lang="zh-CN" altLang="en-US" sz="2400" b="1" dirty="0"/>
          </a:p>
        </p:txBody>
      </p:sp>
    </p:spTree>
    <p:extLst>
      <p:ext uri="{BB962C8B-B14F-4D97-AF65-F5344CB8AC3E}">
        <p14:creationId xmlns:p14="http://schemas.microsoft.com/office/powerpoint/2010/main" val="1719095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组合 3"/>
          <p:cNvGrpSpPr/>
          <p:nvPr/>
        </p:nvGrpSpPr>
        <p:grpSpPr>
          <a:xfrm>
            <a:off x="-23495" y="-113665"/>
            <a:ext cx="4674235" cy="787861"/>
            <a:chOff x="201757" y="129906"/>
            <a:chExt cx="6264696" cy="1096834"/>
          </a:xfrm>
        </p:grpSpPr>
        <p:pic>
          <p:nvPicPr>
            <p:cNvPr id="19473" name="Picture 9" descr="F:\ppt素材\图标\我收集的图标\字体\3.png"/>
            <p:cNvPicPr>
              <a:picLocks noChangeAspect="1"/>
            </p:cNvPicPr>
            <p:nvPr/>
          </p:nvPicPr>
          <p:blipFill>
            <a:blip r:embed="rId2"/>
            <a:stretch>
              <a:fillRect/>
            </a:stretch>
          </p:blipFill>
          <p:spPr>
            <a:xfrm rot="5400000">
              <a:off x="2884210" y="-2418911"/>
              <a:ext cx="899790" cy="6264696"/>
            </a:xfrm>
            <a:prstGeom prst="rect">
              <a:avLst/>
            </a:prstGeom>
            <a:noFill/>
            <a:ln w="9525">
              <a:noFill/>
            </a:ln>
          </p:spPr>
        </p:pic>
        <p:pic>
          <p:nvPicPr>
            <p:cNvPr id="19474" name="Picture 6" descr="F:\超棒ppt模板\中国风\中国风物件\maobi.png"/>
            <p:cNvPicPr>
              <a:picLocks noChangeAspect="1"/>
            </p:cNvPicPr>
            <p:nvPr/>
          </p:nvPicPr>
          <p:blipFill>
            <a:blip r:embed="rId3"/>
            <a:stretch>
              <a:fillRect/>
            </a:stretch>
          </p:blipFill>
          <p:spPr>
            <a:xfrm>
              <a:off x="308134" y="129906"/>
              <a:ext cx="775209" cy="775006"/>
            </a:xfrm>
            <a:prstGeom prst="rect">
              <a:avLst/>
            </a:prstGeom>
            <a:noFill/>
            <a:ln w="9525">
              <a:noFill/>
            </a:ln>
          </p:spPr>
        </p:pic>
        <p:sp>
          <p:nvSpPr>
            <p:cNvPr id="19475" name="TextBox 2"/>
            <p:cNvSpPr txBox="1"/>
            <p:nvPr/>
          </p:nvSpPr>
          <p:spPr>
            <a:xfrm>
              <a:off x="1083609" y="500071"/>
              <a:ext cx="2844474" cy="726669"/>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eaLnBrk="1" hangingPunct="1">
                <a:lnSpc>
                  <a:spcPct val="100000"/>
                </a:lnSpc>
                <a:spcBef>
                  <a:spcPct val="0"/>
                </a:spcBef>
                <a:buNone/>
              </a:pPr>
              <a:r>
                <a:rPr lang="en-US" altLang="zh-CN" b="1" dirty="0">
                  <a:solidFill>
                    <a:schemeClr val="bg1"/>
                  </a:solidFill>
                  <a:latin typeface="楷体" panose="02010609060101010101" pitchFamily="1" charset="-122"/>
                  <a:ea typeface="楷体" panose="02010609060101010101" pitchFamily="1" charset="-122"/>
                </a:rPr>
                <a:t>C++</a:t>
              </a:r>
              <a:r>
                <a:rPr lang="zh-CN" altLang="en-US" b="1" dirty="0">
                  <a:solidFill>
                    <a:schemeClr val="bg1"/>
                  </a:solidFill>
                  <a:latin typeface="楷体" panose="02010609060101010101" pitchFamily="1" charset="-122"/>
                  <a:ea typeface="楷体" panose="02010609060101010101" pitchFamily="1" charset="-122"/>
                </a:rPr>
                <a:t>字符串</a:t>
              </a:r>
            </a:p>
          </p:txBody>
        </p:sp>
      </p:grpSp>
      <p:pic>
        <p:nvPicPr>
          <p:cNvPr id="4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4835" y="4641215"/>
            <a:ext cx="965200" cy="50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文本框 3"/>
          <p:cNvSpPr txBox="1"/>
          <p:nvPr/>
        </p:nvSpPr>
        <p:spPr>
          <a:xfrm>
            <a:off x="369570" y="719455"/>
            <a:ext cx="8162925" cy="3415030"/>
          </a:xfrm>
          <a:prstGeom prst="rect">
            <a:avLst/>
          </a:prstGeom>
          <a:noFill/>
        </p:spPr>
        <p:txBody>
          <a:bodyPr wrap="square" rtlCol="0">
            <a:spAutoFit/>
          </a:bodyPr>
          <a:lstStyle/>
          <a:p>
            <a:r>
              <a:rPr lang="zh-CN" altLang="en-US">
                <a:latin typeface="隶书" panose="02010509060101010101" charset="-122"/>
                <a:ea typeface="隶书" panose="02010509060101010101" charset="-122"/>
                <a:cs typeface="隶书" panose="02010509060101010101" charset="-122"/>
              </a:rPr>
              <a:t>例</a:t>
            </a:r>
            <a:r>
              <a:rPr lang="en-US" altLang="zh-CN">
                <a:latin typeface="隶书" panose="02010509060101010101" charset="-122"/>
                <a:ea typeface="隶书" panose="02010509060101010101" charset="-122"/>
                <a:cs typeface="隶书" panose="02010509060101010101" charset="-122"/>
              </a:rPr>
              <a:t>10</a:t>
            </a:r>
            <a:r>
              <a:rPr lang="zh-CN" altLang="en-US">
                <a:latin typeface="隶书" panose="02010509060101010101" charset="-122"/>
                <a:ea typeface="隶书" panose="02010509060101010101" charset="-122"/>
                <a:cs typeface="隶书" panose="02010509060101010101" charset="-122"/>
              </a:rPr>
              <a:t>：删除单词后缀</a:t>
            </a:r>
          </a:p>
          <a:p>
            <a:r>
              <a:rPr lang="zh-CN" altLang="en-US">
                <a:latin typeface="隶书" panose="02010509060101010101" charset="-122"/>
                <a:ea typeface="隶书" panose="02010509060101010101" charset="-122"/>
                <a:cs typeface="隶书" panose="02010509060101010101" charset="-122"/>
              </a:rPr>
              <a:t>描述</a:t>
            </a:r>
          </a:p>
          <a:p>
            <a:r>
              <a:rPr lang="zh-CN" altLang="en-US">
                <a:latin typeface="隶书" panose="02010509060101010101" charset="-122"/>
                <a:ea typeface="隶书" panose="02010509060101010101" charset="-122"/>
                <a:cs typeface="隶书" panose="02010509060101010101" charset="-122"/>
              </a:rPr>
              <a:t>给定一个单词，如果该单词以er、ly或者ing后缀结尾， 则删除该后缀（题目保证删除后缀后的单词长度不为0）， 否则不进行任何操作。</a:t>
            </a:r>
          </a:p>
          <a:p>
            <a:r>
              <a:rPr lang="zh-CN" altLang="en-US">
                <a:latin typeface="隶书" panose="02010509060101010101" charset="-122"/>
                <a:ea typeface="隶书" panose="02010509060101010101" charset="-122"/>
                <a:cs typeface="隶书" panose="02010509060101010101" charset="-122"/>
              </a:rPr>
              <a:t>输入</a:t>
            </a:r>
          </a:p>
          <a:p>
            <a:r>
              <a:rPr lang="zh-CN" altLang="en-US">
                <a:latin typeface="隶书" panose="02010509060101010101" charset="-122"/>
                <a:ea typeface="隶书" panose="02010509060101010101" charset="-122"/>
                <a:cs typeface="隶书" panose="02010509060101010101" charset="-122"/>
              </a:rPr>
              <a:t>输入一行，包含一个单词（单词中间没有空格，每个单词最大长度为32）。</a:t>
            </a:r>
          </a:p>
          <a:p>
            <a:r>
              <a:rPr lang="zh-CN" altLang="en-US">
                <a:latin typeface="隶书" panose="02010509060101010101" charset="-122"/>
                <a:ea typeface="隶书" panose="02010509060101010101" charset="-122"/>
                <a:cs typeface="隶书" panose="02010509060101010101" charset="-122"/>
              </a:rPr>
              <a:t>输出</a:t>
            </a:r>
          </a:p>
          <a:p>
            <a:r>
              <a:rPr lang="zh-CN" altLang="en-US">
                <a:latin typeface="隶书" panose="02010509060101010101" charset="-122"/>
                <a:ea typeface="隶书" panose="02010509060101010101" charset="-122"/>
                <a:cs typeface="隶书" panose="02010509060101010101" charset="-122"/>
              </a:rPr>
              <a:t>输出按照题目要求处理后的单词。</a:t>
            </a:r>
          </a:p>
          <a:p>
            <a:r>
              <a:rPr lang="zh-CN" altLang="en-US">
                <a:latin typeface="隶书" panose="02010509060101010101" charset="-122"/>
                <a:ea typeface="隶书" panose="02010509060101010101" charset="-122"/>
                <a:cs typeface="隶书" panose="02010509060101010101" charset="-122"/>
              </a:rPr>
              <a:t>样例输入</a:t>
            </a:r>
          </a:p>
          <a:p>
            <a:r>
              <a:rPr lang="zh-CN" altLang="en-US">
                <a:latin typeface="隶书" panose="02010509060101010101" charset="-122"/>
                <a:ea typeface="隶书" panose="02010509060101010101" charset="-122"/>
                <a:cs typeface="隶书" panose="02010509060101010101" charset="-122"/>
              </a:rPr>
              <a:t>referer</a:t>
            </a:r>
          </a:p>
          <a:p>
            <a:r>
              <a:rPr lang="zh-CN" altLang="en-US">
                <a:latin typeface="隶书" panose="02010509060101010101" charset="-122"/>
                <a:ea typeface="隶书" panose="02010509060101010101" charset="-122"/>
                <a:cs typeface="隶书" panose="02010509060101010101" charset="-122"/>
              </a:rPr>
              <a:t>样例输出</a:t>
            </a:r>
          </a:p>
          <a:p>
            <a:r>
              <a:rPr lang="zh-CN" altLang="en-US">
                <a:latin typeface="隶书" panose="02010509060101010101" charset="-122"/>
                <a:ea typeface="隶书" panose="02010509060101010101" charset="-122"/>
                <a:cs typeface="隶书" panose="02010509060101010101" charset="-122"/>
              </a:rPr>
              <a:t>Refer</a:t>
            </a:r>
          </a:p>
        </p:txBody>
      </p:sp>
      <p:graphicFrame>
        <p:nvGraphicFramePr>
          <p:cNvPr id="8" name="表格 7"/>
          <p:cNvGraphicFramePr>
            <a:graphicFrameLocks noGrp="1"/>
          </p:cNvGraphicFramePr>
          <p:nvPr>
            <p:extLst>
              <p:ext uri="{D42A27DB-BD31-4B8C-83A1-F6EECF244321}">
                <p14:modId xmlns:p14="http://schemas.microsoft.com/office/powerpoint/2010/main" val="162083814"/>
              </p:ext>
            </p:extLst>
          </p:nvPr>
        </p:nvGraphicFramePr>
        <p:xfrm>
          <a:off x="2756803" y="3651870"/>
          <a:ext cx="6095999" cy="396240"/>
        </p:xfrm>
        <a:graphic>
          <a:graphicData uri="http://schemas.openxmlformats.org/drawingml/2006/table">
            <a:tbl>
              <a:tblPr firstRow="1" bandRow="1">
                <a:tableStyleId>{5C22544A-7EE6-4342-B048-85BDC9FD1C3A}</a:tableStyleId>
              </a:tblPr>
              <a:tblGrid>
                <a:gridCol w="870857">
                  <a:extLst>
                    <a:ext uri="{9D8B030D-6E8A-4147-A177-3AD203B41FA5}">
                      <a16:colId xmlns="" xmlns:a16="http://schemas.microsoft.com/office/drawing/2014/main" val="20000"/>
                    </a:ext>
                  </a:extLst>
                </a:gridCol>
                <a:gridCol w="870857">
                  <a:extLst>
                    <a:ext uri="{9D8B030D-6E8A-4147-A177-3AD203B41FA5}">
                      <a16:colId xmlns="" xmlns:a16="http://schemas.microsoft.com/office/drawing/2014/main" val="20001"/>
                    </a:ext>
                  </a:extLst>
                </a:gridCol>
                <a:gridCol w="870857">
                  <a:extLst>
                    <a:ext uri="{9D8B030D-6E8A-4147-A177-3AD203B41FA5}">
                      <a16:colId xmlns="" xmlns:a16="http://schemas.microsoft.com/office/drawing/2014/main" val="20002"/>
                    </a:ext>
                  </a:extLst>
                </a:gridCol>
                <a:gridCol w="870857">
                  <a:extLst>
                    <a:ext uri="{9D8B030D-6E8A-4147-A177-3AD203B41FA5}">
                      <a16:colId xmlns="" xmlns:a16="http://schemas.microsoft.com/office/drawing/2014/main" val="20003"/>
                    </a:ext>
                  </a:extLst>
                </a:gridCol>
                <a:gridCol w="870857">
                  <a:extLst>
                    <a:ext uri="{9D8B030D-6E8A-4147-A177-3AD203B41FA5}">
                      <a16:colId xmlns="" xmlns:a16="http://schemas.microsoft.com/office/drawing/2014/main" val="20004"/>
                    </a:ext>
                  </a:extLst>
                </a:gridCol>
                <a:gridCol w="870857">
                  <a:extLst>
                    <a:ext uri="{9D8B030D-6E8A-4147-A177-3AD203B41FA5}">
                      <a16:colId xmlns="" xmlns:a16="http://schemas.microsoft.com/office/drawing/2014/main" val="20005"/>
                    </a:ext>
                  </a:extLst>
                </a:gridCol>
                <a:gridCol w="870857">
                  <a:extLst>
                    <a:ext uri="{9D8B030D-6E8A-4147-A177-3AD203B41FA5}">
                      <a16:colId xmlns="" xmlns:a16="http://schemas.microsoft.com/office/drawing/2014/main" val="20006"/>
                    </a:ext>
                  </a:extLst>
                </a:gridCol>
              </a:tblGrid>
              <a:tr h="370840">
                <a:tc>
                  <a:txBody>
                    <a:bodyPr/>
                    <a:lstStyle/>
                    <a:p>
                      <a:r>
                        <a:rPr lang="en-US" altLang="zh-CN" sz="2000" dirty="0" smtClean="0">
                          <a:solidFill>
                            <a:schemeClr val="tx1"/>
                          </a:solidFill>
                        </a:rPr>
                        <a:t>r</a:t>
                      </a:r>
                      <a:endParaRPr lang="zh-CN" altLang="en-US"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2000" dirty="0" smtClean="0">
                          <a:solidFill>
                            <a:schemeClr val="tx1"/>
                          </a:solidFill>
                        </a:rPr>
                        <a:t>e</a:t>
                      </a:r>
                      <a:endParaRPr lang="zh-CN" altLang="en-US"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2000" dirty="0" smtClean="0">
                          <a:solidFill>
                            <a:schemeClr val="tx1"/>
                          </a:solidFill>
                        </a:rPr>
                        <a:t>f</a:t>
                      </a:r>
                      <a:endParaRPr lang="zh-CN" altLang="en-US"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2000" dirty="0" smtClean="0">
                          <a:solidFill>
                            <a:schemeClr val="tx1"/>
                          </a:solidFill>
                        </a:rPr>
                        <a:t>e</a:t>
                      </a:r>
                      <a:endParaRPr lang="zh-CN" altLang="en-US"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2000" dirty="0" smtClean="0">
                          <a:solidFill>
                            <a:schemeClr val="tx1"/>
                          </a:solidFill>
                        </a:rPr>
                        <a:t>r</a:t>
                      </a:r>
                      <a:endParaRPr lang="zh-CN" altLang="en-US"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2000" dirty="0" smtClean="0">
                          <a:solidFill>
                            <a:schemeClr val="tx1"/>
                          </a:solidFill>
                        </a:rPr>
                        <a:t>e</a:t>
                      </a:r>
                      <a:endParaRPr lang="zh-CN" altLang="en-US"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2000" dirty="0" smtClean="0">
                          <a:solidFill>
                            <a:schemeClr val="tx1"/>
                          </a:solidFill>
                        </a:rPr>
                        <a:t>r</a:t>
                      </a:r>
                      <a:endParaRPr lang="zh-CN" altLang="en-US"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0000"/>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4"/>
                                        </p:tgtEl>
                                        <p:attrNameLst>
                                          <p:attrName>style.visibility</p:attrName>
                                        </p:attrNameLst>
                                      </p:cBhvr>
                                      <p:to>
                                        <p:strVal val="visible"/>
                                      </p:to>
                                    </p:set>
                                    <p:anim calcmode="discrete" valueType="clr">
                                      <p:cBhvr override="childStyle">
                                        <p:cTn id="7" dur="80"/>
                                        <p:tgtEl>
                                          <p:spTgt spid="4"/>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4"/>
                                        </p:tgtEl>
                                        <p:attrNameLst>
                                          <p:attrName>fillcolor</p:attrName>
                                        </p:attrNameLst>
                                      </p:cBhvr>
                                      <p:tavLst>
                                        <p:tav tm="0">
                                          <p:val>
                                            <p:clrVal>
                                              <a:schemeClr val="accent2"/>
                                            </p:clrVal>
                                          </p:val>
                                        </p:tav>
                                        <p:tav tm="50000">
                                          <p:val>
                                            <p:clrVal>
                                              <a:schemeClr val="hlink"/>
                                            </p:clrVal>
                                          </p:val>
                                        </p:tav>
                                      </p:tavLst>
                                    </p:anim>
                                    <p:set>
                                      <p:cBhvr>
                                        <p:cTn id="9" dur="80"/>
                                        <p:tgtEl>
                                          <p:spTgt spid="4"/>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组合 3"/>
          <p:cNvGrpSpPr/>
          <p:nvPr/>
        </p:nvGrpSpPr>
        <p:grpSpPr>
          <a:xfrm>
            <a:off x="-23495" y="-113665"/>
            <a:ext cx="4674235" cy="787861"/>
            <a:chOff x="201757" y="129906"/>
            <a:chExt cx="6264696" cy="1096834"/>
          </a:xfrm>
        </p:grpSpPr>
        <p:pic>
          <p:nvPicPr>
            <p:cNvPr id="19473" name="Picture 9" descr="F:\ppt素材\图标\我收集的图标\字体\3.png"/>
            <p:cNvPicPr>
              <a:picLocks noChangeAspect="1"/>
            </p:cNvPicPr>
            <p:nvPr/>
          </p:nvPicPr>
          <p:blipFill>
            <a:blip r:embed="rId2"/>
            <a:stretch>
              <a:fillRect/>
            </a:stretch>
          </p:blipFill>
          <p:spPr>
            <a:xfrm rot="5400000">
              <a:off x="2884210" y="-2418911"/>
              <a:ext cx="899790" cy="6264696"/>
            </a:xfrm>
            <a:prstGeom prst="rect">
              <a:avLst/>
            </a:prstGeom>
            <a:noFill/>
            <a:ln w="9525">
              <a:noFill/>
            </a:ln>
          </p:spPr>
        </p:pic>
        <p:pic>
          <p:nvPicPr>
            <p:cNvPr id="19474" name="Picture 6" descr="F:\超棒ppt模板\中国风\中国风物件\maobi.png"/>
            <p:cNvPicPr>
              <a:picLocks noChangeAspect="1"/>
            </p:cNvPicPr>
            <p:nvPr/>
          </p:nvPicPr>
          <p:blipFill>
            <a:blip r:embed="rId3"/>
            <a:stretch>
              <a:fillRect/>
            </a:stretch>
          </p:blipFill>
          <p:spPr>
            <a:xfrm>
              <a:off x="308134" y="129906"/>
              <a:ext cx="775209" cy="775006"/>
            </a:xfrm>
            <a:prstGeom prst="rect">
              <a:avLst/>
            </a:prstGeom>
            <a:noFill/>
            <a:ln w="9525">
              <a:noFill/>
            </a:ln>
          </p:spPr>
        </p:pic>
        <p:sp>
          <p:nvSpPr>
            <p:cNvPr id="19475" name="TextBox 2"/>
            <p:cNvSpPr txBox="1"/>
            <p:nvPr/>
          </p:nvSpPr>
          <p:spPr>
            <a:xfrm>
              <a:off x="1083609" y="500071"/>
              <a:ext cx="2844474" cy="726669"/>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eaLnBrk="1" hangingPunct="1">
                <a:lnSpc>
                  <a:spcPct val="100000"/>
                </a:lnSpc>
                <a:spcBef>
                  <a:spcPct val="0"/>
                </a:spcBef>
                <a:buNone/>
              </a:pPr>
              <a:r>
                <a:rPr lang="en-US" altLang="zh-CN" b="1" dirty="0">
                  <a:solidFill>
                    <a:schemeClr val="bg1"/>
                  </a:solidFill>
                  <a:latin typeface="楷体" panose="02010609060101010101" pitchFamily="1" charset="-122"/>
                  <a:ea typeface="楷体" panose="02010609060101010101" pitchFamily="1" charset="-122"/>
                </a:rPr>
                <a:t>C++</a:t>
              </a:r>
              <a:r>
                <a:rPr lang="zh-CN" altLang="en-US" b="1" dirty="0">
                  <a:solidFill>
                    <a:schemeClr val="bg1"/>
                  </a:solidFill>
                  <a:latin typeface="楷体" panose="02010609060101010101" pitchFamily="1" charset="-122"/>
                  <a:ea typeface="楷体" panose="02010609060101010101" pitchFamily="1" charset="-122"/>
                </a:rPr>
                <a:t>字符串</a:t>
              </a:r>
            </a:p>
          </p:txBody>
        </p:sp>
      </p:grpSp>
      <p:pic>
        <p:nvPicPr>
          <p:cNvPr id="4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4835" y="4641215"/>
            <a:ext cx="965200" cy="50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图片 2"/>
          <p:cNvPicPr>
            <a:picLocks noChangeAspect="1"/>
          </p:cNvPicPr>
          <p:nvPr/>
        </p:nvPicPr>
        <p:blipFill>
          <a:blip r:embed="rId5"/>
          <a:stretch>
            <a:fillRect/>
          </a:stretch>
        </p:blipFill>
        <p:spPr>
          <a:xfrm>
            <a:off x="425450" y="1101090"/>
            <a:ext cx="8380730" cy="25323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to="" calcmode="lin" valueType="num">
                                      <p:cBhvr>
                                        <p:cTn id="7" dur="1" fill="hold"/>
                                        <p:tgtEl>
                                          <p:spTgt spid="3"/>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4319" t="14534" r="54300" b="43539"/>
          <a:stretch/>
        </p:blipFill>
        <p:spPr bwMode="auto">
          <a:xfrm>
            <a:off x="683568" y="411510"/>
            <a:ext cx="7128792" cy="37444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9782962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组合 3"/>
          <p:cNvGrpSpPr/>
          <p:nvPr/>
        </p:nvGrpSpPr>
        <p:grpSpPr>
          <a:xfrm>
            <a:off x="-23495" y="-113665"/>
            <a:ext cx="4674235" cy="787861"/>
            <a:chOff x="201757" y="129906"/>
            <a:chExt cx="6264696" cy="1096834"/>
          </a:xfrm>
        </p:grpSpPr>
        <p:pic>
          <p:nvPicPr>
            <p:cNvPr id="19473" name="Picture 9" descr="F:\ppt素材\图标\我收集的图标\字体\3.png"/>
            <p:cNvPicPr>
              <a:picLocks noChangeAspect="1"/>
            </p:cNvPicPr>
            <p:nvPr/>
          </p:nvPicPr>
          <p:blipFill>
            <a:blip r:embed="rId2"/>
            <a:stretch>
              <a:fillRect/>
            </a:stretch>
          </p:blipFill>
          <p:spPr>
            <a:xfrm rot="5400000">
              <a:off x="2884210" y="-2418911"/>
              <a:ext cx="899790" cy="6264696"/>
            </a:xfrm>
            <a:prstGeom prst="rect">
              <a:avLst/>
            </a:prstGeom>
            <a:noFill/>
            <a:ln w="9525">
              <a:noFill/>
            </a:ln>
          </p:spPr>
        </p:pic>
        <p:pic>
          <p:nvPicPr>
            <p:cNvPr id="19474" name="Picture 6" descr="F:\超棒ppt模板\中国风\中国风物件\maobi.png"/>
            <p:cNvPicPr>
              <a:picLocks noChangeAspect="1"/>
            </p:cNvPicPr>
            <p:nvPr/>
          </p:nvPicPr>
          <p:blipFill>
            <a:blip r:embed="rId3"/>
            <a:stretch>
              <a:fillRect/>
            </a:stretch>
          </p:blipFill>
          <p:spPr>
            <a:xfrm>
              <a:off x="308134" y="129906"/>
              <a:ext cx="775209" cy="775006"/>
            </a:xfrm>
            <a:prstGeom prst="rect">
              <a:avLst/>
            </a:prstGeom>
            <a:noFill/>
            <a:ln w="9525">
              <a:noFill/>
            </a:ln>
          </p:spPr>
        </p:pic>
        <p:sp>
          <p:nvSpPr>
            <p:cNvPr id="19475" name="TextBox 2"/>
            <p:cNvSpPr txBox="1"/>
            <p:nvPr/>
          </p:nvSpPr>
          <p:spPr>
            <a:xfrm>
              <a:off x="1083609" y="500071"/>
              <a:ext cx="2844474" cy="726669"/>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eaLnBrk="1" hangingPunct="1">
                <a:lnSpc>
                  <a:spcPct val="100000"/>
                </a:lnSpc>
                <a:spcBef>
                  <a:spcPct val="0"/>
                </a:spcBef>
                <a:buNone/>
              </a:pPr>
              <a:r>
                <a:rPr lang="en-US" altLang="zh-CN" b="1" dirty="0">
                  <a:solidFill>
                    <a:schemeClr val="bg1"/>
                  </a:solidFill>
                  <a:latin typeface="楷体" panose="02010609060101010101" pitchFamily="1" charset="-122"/>
                  <a:ea typeface="楷体" panose="02010609060101010101" pitchFamily="1" charset="-122"/>
                </a:rPr>
                <a:t>C++</a:t>
              </a:r>
              <a:r>
                <a:rPr lang="zh-CN" altLang="en-US" b="1" dirty="0">
                  <a:solidFill>
                    <a:schemeClr val="bg1"/>
                  </a:solidFill>
                  <a:latin typeface="楷体" panose="02010609060101010101" pitchFamily="1" charset="-122"/>
                  <a:ea typeface="楷体" panose="02010609060101010101" pitchFamily="1" charset="-122"/>
                </a:rPr>
                <a:t>字符串</a:t>
              </a:r>
            </a:p>
          </p:txBody>
        </p:sp>
      </p:grpSp>
      <p:pic>
        <p:nvPicPr>
          <p:cNvPr id="4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4835" y="4641215"/>
            <a:ext cx="965200" cy="50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文本框 3"/>
          <p:cNvSpPr txBox="1"/>
          <p:nvPr/>
        </p:nvSpPr>
        <p:spPr>
          <a:xfrm>
            <a:off x="374015" y="719455"/>
            <a:ext cx="8162925" cy="4184650"/>
          </a:xfrm>
          <a:prstGeom prst="rect">
            <a:avLst/>
          </a:prstGeom>
          <a:noFill/>
        </p:spPr>
        <p:txBody>
          <a:bodyPr wrap="square" rtlCol="0">
            <a:spAutoFit/>
          </a:bodyPr>
          <a:lstStyle/>
          <a:p>
            <a:r>
              <a:rPr lang="zh-CN" altLang="en-US" sz="1400">
                <a:latin typeface="隶书" panose="02010509060101010101" charset="-122"/>
                <a:ea typeface="隶书" panose="02010509060101010101" charset="-122"/>
                <a:cs typeface="隶书" panose="02010509060101010101" charset="-122"/>
              </a:rPr>
              <a:t>例</a:t>
            </a:r>
            <a:r>
              <a:rPr lang="en-US" altLang="zh-CN" sz="1400">
                <a:latin typeface="隶书" panose="02010509060101010101" charset="-122"/>
                <a:ea typeface="隶书" panose="02010509060101010101" charset="-122"/>
                <a:cs typeface="隶书" panose="02010509060101010101" charset="-122"/>
              </a:rPr>
              <a:t>11</a:t>
            </a:r>
            <a:r>
              <a:rPr lang="zh-CN" altLang="en-US" sz="1400">
                <a:latin typeface="隶书" panose="02010509060101010101" charset="-122"/>
                <a:ea typeface="隶书" panose="02010509060101010101" charset="-122"/>
                <a:cs typeface="隶书" panose="02010509060101010101" charset="-122"/>
              </a:rPr>
              <a:t>：单词替换</a:t>
            </a:r>
          </a:p>
          <a:p>
            <a:r>
              <a:rPr lang="zh-CN" altLang="en-US" sz="1400">
                <a:latin typeface="隶书" panose="02010509060101010101" charset="-122"/>
                <a:ea typeface="隶书" panose="02010509060101010101" charset="-122"/>
                <a:cs typeface="隶书" panose="02010509060101010101" charset="-122"/>
              </a:rPr>
              <a:t>描述</a:t>
            </a:r>
          </a:p>
          <a:p>
            <a:r>
              <a:rPr lang="zh-CN" altLang="en-US" sz="1400">
                <a:latin typeface="隶书" panose="02010509060101010101" charset="-122"/>
                <a:ea typeface="隶书" panose="02010509060101010101" charset="-122"/>
                <a:cs typeface="隶书" panose="02010509060101010101" charset="-122"/>
              </a:rPr>
              <a:t>输入一个字符串，以回车结束（字符串长度&lt;=100）。该字符串由若干个单词组成，单词之间用一个空格隔开，所有单词区分大小写。现需要将其中的某个单词替换成另一个单词，并输出替换之后的字符串。</a:t>
            </a:r>
          </a:p>
          <a:p>
            <a:r>
              <a:rPr lang="zh-CN" altLang="en-US" sz="1400">
                <a:latin typeface="隶书" panose="02010509060101010101" charset="-122"/>
                <a:ea typeface="隶书" panose="02010509060101010101" charset="-122"/>
                <a:cs typeface="隶书" panose="02010509060101010101" charset="-122"/>
              </a:rPr>
              <a:t>输入</a:t>
            </a:r>
          </a:p>
          <a:p>
            <a:r>
              <a:rPr lang="zh-CN" altLang="en-US" sz="1400">
                <a:latin typeface="隶书" panose="02010509060101010101" charset="-122"/>
                <a:ea typeface="隶书" panose="02010509060101010101" charset="-122"/>
                <a:cs typeface="隶书" panose="02010509060101010101" charset="-122"/>
              </a:rPr>
              <a:t>输入包括3行，</a:t>
            </a:r>
          </a:p>
          <a:p>
            <a:r>
              <a:rPr lang="zh-CN" altLang="en-US" sz="1400">
                <a:latin typeface="隶书" panose="02010509060101010101" charset="-122"/>
                <a:ea typeface="隶书" panose="02010509060101010101" charset="-122"/>
                <a:cs typeface="隶书" panose="02010509060101010101" charset="-122"/>
              </a:rPr>
              <a:t>第1行是包含多个单词的字符串 s;</a:t>
            </a:r>
          </a:p>
          <a:p>
            <a:r>
              <a:rPr lang="zh-CN" altLang="en-US" sz="1400">
                <a:latin typeface="隶书" panose="02010509060101010101" charset="-122"/>
                <a:ea typeface="隶书" panose="02010509060101010101" charset="-122"/>
                <a:cs typeface="隶书" panose="02010509060101010101" charset="-122"/>
              </a:rPr>
              <a:t>第2行是待替换的单词a(长度 &lt;= 100);</a:t>
            </a:r>
          </a:p>
          <a:p>
            <a:r>
              <a:rPr lang="zh-CN" altLang="en-US" sz="1400">
                <a:latin typeface="隶书" panose="02010509060101010101" charset="-122"/>
                <a:ea typeface="隶书" panose="02010509060101010101" charset="-122"/>
                <a:cs typeface="隶书" panose="02010509060101010101" charset="-122"/>
              </a:rPr>
              <a:t>第3行是a将被替换的单词b(长度 &lt;= 100)。</a:t>
            </a:r>
          </a:p>
          <a:p>
            <a:r>
              <a:rPr lang="zh-CN" altLang="en-US" sz="1400">
                <a:latin typeface="隶书" panose="02010509060101010101" charset="-122"/>
                <a:ea typeface="隶书" panose="02010509060101010101" charset="-122"/>
                <a:cs typeface="隶书" panose="02010509060101010101" charset="-122"/>
              </a:rPr>
              <a:t>s, a, b 最前面和最后面都没有空格。</a:t>
            </a:r>
          </a:p>
          <a:p>
            <a:r>
              <a:rPr lang="zh-CN" altLang="en-US" sz="1400">
                <a:latin typeface="隶书" panose="02010509060101010101" charset="-122"/>
                <a:ea typeface="隶书" panose="02010509060101010101" charset="-122"/>
                <a:cs typeface="隶书" panose="02010509060101010101" charset="-122"/>
              </a:rPr>
              <a:t>输出</a:t>
            </a:r>
          </a:p>
          <a:p>
            <a:r>
              <a:rPr lang="zh-CN" altLang="en-US" sz="1400">
                <a:latin typeface="隶书" panose="02010509060101010101" charset="-122"/>
                <a:ea typeface="隶书" panose="02010509060101010101" charset="-122"/>
                <a:cs typeface="隶书" panose="02010509060101010101" charset="-122"/>
              </a:rPr>
              <a:t>输出只有 1 行，将s中所有单词a替换成b之后的字符串。</a:t>
            </a:r>
          </a:p>
          <a:p>
            <a:r>
              <a:rPr lang="zh-CN" altLang="en-US" sz="1400">
                <a:latin typeface="隶书" panose="02010509060101010101" charset="-122"/>
                <a:ea typeface="隶书" panose="02010509060101010101" charset="-122"/>
                <a:cs typeface="隶书" panose="02010509060101010101" charset="-122"/>
              </a:rPr>
              <a:t>样例输入</a:t>
            </a:r>
          </a:p>
          <a:p>
            <a:r>
              <a:rPr lang="zh-CN" altLang="en-US" sz="1400">
                <a:latin typeface="隶书" panose="02010509060101010101" charset="-122"/>
                <a:ea typeface="隶书" panose="02010509060101010101" charset="-122"/>
                <a:cs typeface="隶书" panose="02010509060101010101" charset="-122"/>
              </a:rPr>
              <a:t>You want someone to help you</a:t>
            </a:r>
          </a:p>
          <a:p>
            <a:r>
              <a:rPr lang="zh-CN" altLang="en-US" sz="1400">
                <a:latin typeface="隶书" panose="02010509060101010101" charset="-122"/>
                <a:ea typeface="隶书" panose="02010509060101010101" charset="-122"/>
                <a:cs typeface="隶书" panose="02010509060101010101" charset="-122"/>
              </a:rPr>
              <a:t>You</a:t>
            </a:r>
          </a:p>
          <a:p>
            <a:r>
              <a:rPr lang="zh-CN" altLang="en-US" sz="1400">
                <a:latin typeface="隶书" panose="02010509060101010101" charset="-122"/>
                <a:ea typeface="隶书" panose="02010509060101010101" charset="-122"/>
                <a:cs typeface="隶书" panose="02010509060101010101" charset="-122"/>
              </a:rPr>
              <a:t>I</a:t>
            </a:r>
          </a:p>
          <a:p>
            <a:r>
              <a:rPr lang="zh-CN" altLang="en-US" sz="1400">
                <a:latin typeface="隶书" panose="02010509060101010101" charset="-122"/>
                <a:ea typeface="隶书" panose="02010509060101010101" charset="-122"/>
                <a:cs typeface="隶书" panose="02010509060101010101" charset="-122"/>
              </a:rPr>
              <a:t>样例输出</a:t>
            </a:r>
          </a:p>
          <a:p>
            <a:r>
              <a:rPr lang="zh-CN" altLang="en-US" sz="1400">
                <a:latin typeface="隶书" panose="02010509060101010101" charset="-122"/>
                <a:ea typeface="隶书" panose="02010509060101010101" charset="-122"/>
                <a:cs typeface="隶书" panose="02010509060101010101" charset="-122"/>
              </a:rPr>
              <a:t>I want someone to help you</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4"/>
                                        </p:tgtEl>
                                        <p:attrNameLst>
                                          <p:attrName>style.visibility</p:attrName>
                                        </p:attrNameLst>
                                      </p:cBhvr>
                                      <p:to>
                                        <p:strVal val="visible"/>
                                      </p:to>
                                    </p:set>
                                    <p:anim calcmode="discrete" valueType="clr">
                                      <p:cBhvr override="childStyle">
                                        <p:cTn id="7" dur="80"/>
                                        <p:tgtEl>
                                          <p:spTgt spid="4"/>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4"/>
                                        </p:tgtEl>
                                        <p:attrNameLst>
                                          <p:attrName>fillcolor</p:attrName>
                                        </p:attrNameLst>
                                      </p:cBhvr>
                                      <p:tavLst>
                                        <p:tav tm="0">
                                          <p:val>
                                            <p:clrVal>
                                              <a:schemeClr val="accent2"/>
                                            </p:clrVal>
                                          </p:val>
                                        </p:tav>
                                        <p:tav tm="50000">
                                          <p:val>
                                            <p:clrVal>
                                              <a:schemeClr val="hlink"/>
                                            </p:clrVal>
                                          </p:val>
                                        </p:tav>
                                      </p:tavLst>
                                    </p:anim>
                                    <p:set>
                                      <p:cBhvr>
                                        <p:cTn id="9" dur="80"/>
                                        <p:tgtEl>
                                          <p:spTgt spid="4"/>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extLst>
              <p:ext uri="{D42A27DB-BD31-4B8C-83A1-F6EECF244321}">
                <p14:modId xmlns:p14="http://schemas.microsoft.com/office/powerpoint/2010/main" val="1885491274"/>
              </p:ext>
            </p:extLst>
          </p:nvPr>
        </p:nvGraphicFramePr>
        <p:xfrm>
          <a:off x="251520" y="1059582"/>
          <a:ext cx="8712984" cy="398956"/>
        </p:xfrm>
        <a:graphic>
          <a:graphicData uri="http://schemas.openxmlformats.org/drawingml/2006/table">
            <a:tbl>
              <a:tblPr firstRow="1" bandRow="1">
                <a:tableStyleId>{5C22544A-7EE6-4342-B048-85BDC9FD1C3A}</a:tableStyleId>
              </a:tblPr>
              <a:tblGrid>
                <a:gridCol w="311178">
                  <a:extLst>
                    <a:ext uri="{9D8B030D-6E8A-4147-A177-3AD203B41FA5}">
                      <a16:colId xmlns="" xmlns:a16="http://schemas.microsoft.com/office/drawing/2014/main" val="20000"/>
                    </a:ext>
                  </a:extLst>
                </a:gridCol>
                <a:gridCol w="311178">
                  <a:extLst>
                    <a:ext uri="{9D8B030D-6E8A-4147-A177-3AD203B41FA5}">
                      <a16:colId xmlns="" xmlns:a16="http://schemas.microsoft.com/office/drawing/2014/main" val="20001"/>
                    </a:ext>
                  </a:extLst>
                </a:gridCol>
                <a:gridCol w="311178">
                  <a:extLst>
                    <a:ext uri="{9D8B030D-6E8A-4147-A177-3AD203B41FA5}">
                      <a16:colId xmlns="" xmlns:a16="http://schemas.microsoft.com/office/drawing/2014/main" val="20002"/>
                    </a:ext>
                  </a:extLst>
                </a:gridCol>
                <a:gridCol w="311178">
                  <a:extLst>
                    <a:ext uri="{9D8B030D-6E8A-4147-A177-3AD203B41FA5}">
                      <a16:colId xmlns="" xmlns:a16="http://schemas.microsoft.com/office/drawing/2014/main" val="20003"/>
                    </a:ext>
                  </a:extLst>
                </a:gridCol>
                <a:gridCol w="311178">
                  <a:extLst>
                    <a:ext uri="{9D8B030D-6E8A-4147-A177-3AD203B41FA5}">
                      <a16:colId xmlns="" xmlns:a16="http://schemas.microsoft.com/office/drawing/2014/main" val="20004"/>
                    </a:ext>
                  </a:extLst>
                </a:gridCol>
                <a:gridCol w="311178">
                  <a:extLst>
                    <a:ext uri="{9D8B030D-6E8A-4147-A177-3AD203B41FA5}">
                      <a16:colId xmlns="" xmlns:a16="http://schemas.microsoft.com/office/drawing/2014/main" val="20005"/>
                    </a:ext>
                  </a:extLst>
                </a:gridCol>
                <a:gridCol w="311178">
                  <a:extLst>
                    <a:ext uri="{9D8B030D-6E8A-4147-A177-3AD203B41FA5}">
                      <a16:colId xmlns="" xmlns:a16="http://schemas.microsoft.com/office/drawing/2014/main" val="20006"/>
                    </a:ext>
                  </a:extLst>
                </a:gridCol>
                <a:gridCol w="311178">
                  <a:extLst>
                    <a:ext uri="{9D8B030D-6E8A-4147-A177-3AD203B41FA5}">
                      <a16:colId xmlns="" xmlns:a16="http://schemas.microsoft.com/office/drawing/2014/main" val="20007"/>
                    </a:ext>
                  </a:extLst>
                </a:gridCol>
                <a:gridCol w="311178">
                  <a:extLst>
                    <a:ext uri="{9D8B030D-6E8A-4147-A177-3AD203B41FA5}">
                      <a16:colId xmlns="" xmlns:a16="http://schemas.microsoft.com/office/drawing/2014/main" val="20008"/>
                    </a:ext>
                  </a:extLst>
                </a:gridCol>
                <a:gridCol w="311178">
                  <a:extLst>
                    <a:ext uri="{9D8B030D-6E8A-4147-A177-3AD203B41FA5}">
                      <a16:colId xmlns="" xmlns:a16="http://schemas.microsoft.com/office/drawing/2014/main" val="20009"/>
                    </a:ext>
                  </a:extLst>
                </a:gridCol>
                <a:gridCol w="311178">
                  <a:extLst>
                    <a:ext uri="{9D8B030D-6E8A-4147-A177-3AD203B41FA5}">
                      <a16:colId xmlns="" xmlns:a16="http://schemas.microsoft.com/office/drawing/2014/main" val="20010"/>
                    </a:ext>
                  </a:extLst>
                </a:gridCol>
                <a:gridCol w="311178">
                  <a:extLst>
                    <a:ext uri="{9D8B030D-6E8A-4147-A177-3AD203B41FA5}">
                      <a16:colId xmlns="" xmlns:a16="http://schemas.microsoft.com/office/drawing/2014/main" val="20011"/>
                    </a:ext>
                  </a:extLst>
                </a:gridCol>
                <a:gridCol w="311178">
                  <a:extLst>
                    <a:ext uri="{9D8B030D-6E8A-4147-A177-3AD203B41FA5}">
                      <a16:colId xmlns="" xmlns:a16="http://schemas.microsoft.com/office/drawing/2014/main" val="20012"/>
                    </a:ext>
                  </a:extLst>
                </a:gridCol>
                <a:gridCol w="311178">
                  <a:extLst>
                    <a:ext uri="{9D8B030D-6E8A-4147-A177-3AD203B41FA5}">
                      <a16:colId xmlns="" xmlns:a16="http://schemas.microsoft.com/office/drawing/2014/main" val="20013"/>
                    </a:ext>
                  </a:extLst>
                </a:gridCol>
                <a:gridCol w="311178">
                  <a:extLst>
                    <a:ext uri="{9D8B030D-6E8A-4147-A177-3AD203B41FA5}">
                      <a16:colId xmlns="" xmlns:a16="http://schemas.microsoft.com/office/drawing/2014/main" val="20014"/>
                    </a:ext>
                  </a:extLst>
                </a:gridCol>
                <a:gridCol w="311178">
                  <a:extLst>
                    <a:ext uri="{9D8B030D-6E8A-4147-A177-3AD203B41FA5}">
                      <a16:colId xmlns="" xmlns:a16="http://schemas.microsoft.com/office/drawing/2014/main" val="20015"/>
                    </a:ext>
                  </a:extLst>
                </a:gridCol>
                <a:gridCol w="311178">
                  <a:extLst>
                    <a:ext uri="{9D8B030D-6E8A-4147-A177-3AD203B41FA5}">
                      <a16:colId xmlns="" xmlns:a16="http://schemas.microsoft.com/office/drawing/2014/main" val="20016"/>
                    </a:ext>
                  </a:extLst>
                </a:gridCol>
                <a:gridCol w="311178">
                  <a:extLst>
                    <a:ext uri="{9D8B030D-6E8A-4147-A177-3AD203B41FA5}">
                      <a16:colId xmlns="" xmlns:a16="http://schemas.microsoft.com/office/drawing/2014/main" val="20017"/>
                    </a:ext>
                  </a:extLst>
                </a:gridCol>
                <a:gridCol w="311178">
                  <a:extLst>
                    <a:ext uri="{9D8B030D-6E8A-4147-A177-3AD203B41FA5}">
                      <a16:colId xmlns="" xmlns:a16="http://schemas.microsoft.com/office/drawing/2014/main" val="20018"/>
                    </a:ext>
                  </a:extLst>
                </a:gridCol>
                <a:gridCol w="311178">
                  <a:extLst>
                    <a:ext uri="{9D8B030D-6E8A-4147-A177-3AD203B41FA5}">
                      <a16:colId xmlns="" xmlns:a16="http://schemas.microsoft.com/office/drawing/2014/main" val="20019"/>
                    </a:ext>
                  </a:extLst>
                </a:gridCol>
                <a:gridCol w="311178">
                  <a:extLst>
                    <a:ext uri="{9D8B030D-6E8A-4147-A177-3AD203B41FA5}">
                      <a16:colId xmlns="" xmlns:a16="http://schemas.microsoft.com/office/drawing/2014/main" val="20020"/>
                    </a:ext>
                  </a:extLst>
                </a:gridCol>
                <a:gridCol w="311178">
                  <a:extLst>
                    <a:ext uri="{9D8B030D-6E8A-4147-A177-3AD203B41FA5}">
                      <a16:colId xmlns="" xmlns:a16="http://schemas.microsoft.com/office/drawing/2014/main" val="20021"/>
                    </a:ext>
                  </a:extLst>
                </a:gridCol>
                <a:gridCol w="311178">
                  <a:extLst>
                    <a:ext uri="{9D8B030D-6E8A-4147-A177-3AD203B41FA5}">
                      <a16:colId xmlns="" xmlns:a16="http://schemas.microsoft.com/office/drawing/2014/main" val="20022"/>
                    </a:ext>
                  </a:extLst>
                </a:gridCol>
                <a:gridCol w="311178">
                  <a:extLst>
                    <a:ext uri="{9D8B030D-6E8A-4147-A177-3AD203B41FA5}">
                      <a16:colId xmlns="" xmlns:a16="http://schemas.microsoft.com/office/drawing/2014/main" val="20023"/>
                    </a:ext>
                  </a:extLst>
                </a:gridCol>
                <a:gridCol w="311178">
                  <a:extLst>
                    <a:ext uri="{9D8B030D-6E8A-4147-A177-3AD203B41FA5}">
                      <a16:colId xmlns="" xmlns:a16="http://schemas.microsoft.com/office/drawing/2014/main" val="20024"/>
                    </a:ext>
                  </a:extLst>
                </a:gridCol>
                <a:gridCol w="311178">
                  <a:extLst>
                    <a:ext uri="{9D8B030D-6E8A-4147-A177-3AD203B41FA5}">
                      <a16:colId xmlns="" xmlns:a16="http://schemas.microsoft.com/office/drawing/2014/main" val="20025"/>
                    </a:ext>
                  </a:extLst>
                </a:gridCol>
                <a:gridCol w="311178">
                  <a:extLst>
                    <a:ext uri="{9D8B030D-6E8A-4147-A177-3AD203B41FA5}">
                      <a16:colId xmlns="" xmlns:a16="http://schemas.microsoft.com/office/drawing/2014/main" val="20026"/>
                    </a:ext>
                  </a:extLst>
                </a:gridCol>
                <a:gridCol w="311178">
                  <a:extLst>
                    <a:ext uri="{9D8B030D-6E8A-4147-A177-3AD203B41FA5}">
                      <a16:colId xmlns="" xmlns:a16="http://schemas.microsoft.com/office/drawing/2014/main" val="20027"/>
                    </a:ext>
                  </a:extLst>
                </a:gridCol>
              </a:tblGrid>
              <a:tr h="398956">
                <a:tc>
                  <a:txBody>
                    <a:bodyPr/>
                    <a:lstStyle/>
                    <a:p>
                      <a:r>
                        <a:rPr lang="en-US" altLang="zh-CN" dirty="0" smtClean="0">
                          <a:solidFill>
                            <a:schemeClr val="tx1"/>
                          </a:solidFill>
                        </a:rPr>
                        <a:t>Y</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smtClean="0">
                          <a:solidFill>
                            <a:schemeClr val="tx1"/>
                          </a:solidFill>
                        </a:rPr>
                        <a:t>o</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smtClean="0">
                          <a:solidFill>
                            <a:schemeClr val="tx1"/>
                          </a:solidFill>
                        </a:rPr>
                        <a:t>u</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smtClean="0">
                          <a:solidFill>
                            <a:schemeClr val="tx1"/>
                          </a:solidFill>
                        </a:rPr>
                        <a:t>w</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smtClean="0">
                          <a:solidFill>
                            <a:schemeClr val="tx1"/>
                          </a:solidFill>
                        </a:rPr>
                        <a:t>a</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smtClean="0">
                          <a:solidFill>
                            <a:schemeClr val="tx1"/>
                          </a:solidFill>
                        </a:rPr>
                        <a:t>n</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smtClean="0">
                          <a:solidFill>
                            <a:schemeClr val="tx1"/>
                          </a:solidFill>
                        </a:rPr>
                        <a:t>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smtClean="0">
                          <a:solidFill>
                            <a:schemeClr val="tx1"/>
                          </a:solidFill>
                        </a:rPr>
                        <a:t>s</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smtClean="0">
                          <a:solidFill>
                            <a:schemeClr val="tx1"/>
                          </a:solidFill>
                        </a:rPr>
                        <a:t>o</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smtClean="0">
                          <a:solidFill>
                            <a:schemeClr val="tx1"/>
                          </a:solidFill>
                        </a:rPr>
                        <a:t>m</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smtClean="0">
                          <a:solidFill>
                            <a:schemeClr val="tx1"/>
                          </a:solidFill>
                        </a:rPr>
                        <a:t>e</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smtClean="0">
                          <a:solidFill>
                            <a:schemeClr val="tx1"/>
                          </a:solidFill>
                        </a:rPr>
                        <a:t>o</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smtClean="0">
                          <a:solidFill>
                            <a:schemeClr val="tx1"/>
                          </a:solidFill>
                        </a:rPr>
                        <a:t>n</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smtClean="0">
                          <a:solidFill>
                            <a:schemeClr val="tx1"/>
                          </a:solidFill>
                        </a:rPr>
                        <a:t>e</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smtClean="0">
                          <a:solidFill>
                            <a:schemeClr val="tx1"/>
                          </a:solidFill>
                        </a:rPr>
                        <a:t>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smtClean="0">
                          <a:solidFill>
                            <a:schemeClr val="tx1"/>
                          </a:solidFill>
                        </a:rPr>
                        <a:t>o</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smtClean="0">
                          <a:solidFill>
                            <a:schemeClr val="tx1"/>
                          </a:solidFill>
                        </a:rPr>
                        <a:t>h</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smtClean="0">
                          <a:solidFill>
                            <a:schemeClr val="tx1"/>
                          </a:solidFill>
                        </a:rPr>
                        <a:t>e</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smtClean="0">
                          <a:solidFill>
                            <a:schemeClr val="tx1"/>
                          </a:solidFill>
                        </a:rPr>
                        <a:t>l</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smtClean="0">
                          <a:solidFill>
                            <a:schemeClr val="tx1"/>
                          </a:solidFill>
                        </a:rPr>
                        <a:t>p</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smtClean="0">
                          <a:solidFill>
                            <a:schemeClr val="tx1"/>
                          </a:solidFill>
                        </a:rPr>
                        <a:t>y</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smtClean="0">
                          <a:solidFill>
                            <a:schemeClr val="tx1"/>
                          </a:solidFill>
                        </a:rPr>
                        <a:t>o</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smtClean="0">
                          <a:solidFill>
                            <a:schemeClr val="tx1"/>
                          </a:solidFill>
                        </a:rPr>
                        <a:t>u</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0000"/>
                  </a:ext>
                </a:extLst>
              </a:tr>
            </a:tbl>
          </a:graphicData>
        </a:graphic>
      </p:graphicFrame>
      <p:sp>
        <p:nvSpPr>
          <p:cNvPr id="3" name="矩形 2"/>
          <p:cNvSpPr/>
          <p:nvPr/>
        </p:nvSpPr>
        <p:spPr>
          <a:xfrm>
            <a:off x="340390" y="339502"/>
            <a:ext cx="4134465" cy="523220"/>
          </a:xfrm>
          <a:prstGeom prst="rect">
            <a:avLst/>
          </a:prstGeom>
        </p:spPr>
        <p:txBody>
          <a:bodyPr wrap="none">
            <a:spAutoFit/>
          </a:bodyPr>
          <a:lstStyle/>
          <a:p>
            <a:r>
              <a:rPr lang="en-US" altLang="zh-CN" sz="2800" dirty="0" smtClean="0">
                <a:latin typeface="隶书" panose="02010509060101010101" charset="-122"/>
                <a:ea typeface="隶书" panose="02010509060101010101" charset="-122"/>
                <a:cs typeface="隶书" panose="02010509060101010101" charset="-122"/>
              </a:rPr>
              <a:t>1</a:t>
            </a:r>
            <a:r>
              <a:rPr lang="zh-CN" altLang="en-US" sz="2800" dirty="0" smtClean="0">
                <a:latin typeface="隶书" panose="02010509060101010101" charset="-122"/>
                <a:ea typeface="隶书" panose="02010509060101010101" charset="-122"/>
                <a:cs typeface="隶书" panose="02010509060101010101" charset="-122"/>
              </a:rPr>
              <a:t>、读入字符串</a:t>
            </a:r>
            <a:r>
              <a:rPr lang="en-US" altLang="zh-CN" sz="2800" dirty="0" smtClean="0">
                <a:latin typeface="隶书" panose="02010509060101010101" charset="-122"/>
                <a:ea typeface="隶书" panose="02010509060101010101" charset="-122"/>
                <a:cs typeface="隶书" panose="02010509060101010101" charset="-122"/>
              </a:rPr>
              <a:t>string a;</a:t>
            </a:r>
            <a:endParaRPr lang="zh-CN" altLang="en-US" sz="2800" dirty="0">
              <a:latin typeface="隶书" panose="02010509060101010101" charset="-122"/>
              <a:ea typeface="隶书" panose="02010509060101010101" charset="-122"/>
              <a:cs typeface="隶书" panose="02010509060101010101" charset="-122"/>
            </a:endParaRPr>
          </a:p>
        </p:txBody>
      </p:sp>
      <p:sp>
        <p:nvSpPr>
          <p:cNvPr id="4" name="矩形 3"/>
          <p:cNvSpPr/>
          <p:nvPr/>
        </p:nvSpPr>
        <p:spPr>
          <a:xfrm>
            <a:off x="5085308" y="348804"/>
            <a:ext cx="2877711" cy="523220"/>
          </a:xfrm>
          <a:prstGeom prst="rect">
            <a:avLst/>
          </a:prstGeom>
        </p:spPr>
        <p:txBody>
          <a:bodyPr wrap="none">
            <a:spAutoFit/>
          </a:bodyPr>
          <a:lstStyle/>
          <a:p>
            <a:r>
              <a:rPr lang="en-US" altLang="zh-CN" sz="2800" b="1" dirty="0" err="1" smtClean="0">
                <a:solidFill>
                  <a:srgbClr val="FF0000"/>
                </a:solidFill>
                <a:latin typeface="隶书" panose="02010509060101010101" charset="-122"/>
                <a:ea typeface="隶书" panose="02010509060101010101" charset="-122"/>
                <a:cs typeface="隶书" panose="02010509060101010101" charset="-122"/>
              </a:rPr>
              <a:t>getline</a:t>
            </a:r>
            <a:r>
              <a:rPr lang="en-US" altLang="zh-CN" sz="2800" b="1" dirty="0" smtClean="0">
                <a:solidFill>
                  <a:srgbClr val="FF0000"/>
                </a:solidFill>
                <a:latin typeface="隶书" panose="02010509060101010101" charset="-122"/>
                <a:ea typeface="隶书" panose="02010509060101010101" charset="-122"/>
                <a:cs typeface="隶书" panose="02010509060101010101" charset="-122"/>
              </a:rPr>
              <a:t>(</a:t>
            </a:r>
            <a:r>
              <a:rPr lang="en-US" altLang="zh-CN" sz="2800" b="1" dirty="0" err="1" smtClean="0">
                <a:solidFill>
                  <a:srgbClr val="FF0000"/>
                </a:solidFill>
                <a:latin typeface="隶书" panose="02010509060101010101" charset="-122"/>
                <a:ea typeface="隶书" panose="02010509060101010101" charset="-122"/>
                <a:cs typeface="隶书" panose="02010509060101010101" charset="-122"/>
              </a:rPr>
              <a:t>cin,a</a:t>
            </a:r>
            <a:r>
              <a:rPr lang="en-US" altLang="zh-CN" sz="2800" b="1" dirty="0" smtClean="0">
                <a:solidFill>
                  <a:srgbClr val="FF0000"/>
                </a:solidFill>
                <a:latin typeface="隶书" panose="02010509060101010101" charset="-122"/>
                <a:ea typeface="隶书" panose="02010509060101010101" charset="-122"/>
                <a:cs typeface="隶书" panose="02010509060101010101" charset="-122"/>
              </a:rPr>
              <a:t>);</a:t>
            </a:r>
            <a:endParaRPr lang="zh-CN" altLang="en-US" sz="2800" b="1" dirty="0">
              <a:solidFill>
                <a:srgbClr val="FF0000"/>
              </a:solidFill>
              <a:latin typeface="隶书" panose="02010509060101010101" charset="-122"/>
              <a:ea typeface="隶书" panose="02010509060101010101" charset="-122"/>
              <a:cs typeface="隶书" panose="02010509060101010101" charset="-122"/>
            </a:endParaRPr>
          </a:p>
        </p:txBody>
      </p:sp>
      <p:sp>
        <p:nvSpPr>
          <p:cNvPr id="5" name="矩形 4"/>
          <p:cNvSpPr/>
          <p:nvPr/>
        </p:nvSpPr>
        <p:spPr>
          <a:xfrm>
            <a:off x="340388" y="1761262"/>
            <a:ext cx="5391219" cy="523220"/>
          </a:xfrm>
          <a:prstGeom prst="rect">
            <a:avLst/>
          </a:prstGeom>
        </p:spPr>
        <p:txBody>
          <a:bodyPr wrap="none">
            <a:spAutoFit/>
          </a:bodyPr>
          <a:lstStyle/>
          <a:p>
            <a:r>
              <a:rPr lang="en-US" altLang="zh-CN" sz="2800" dirty="0" smtClean="0">
                <a:latin typeface="隶书" panose="02010509060101010101" charset="-122"/>
                <a:ea typeface="隶书" panose="02010509060101010101" charset="-122"/>
                <a:cs typeface="隶书" panose="02010509060101010101" charset="-122"/>
              </a:rPr>
              <a:t>2</a:t>
            </a:r>
            <a:r>
              <a:rPr lang="zh-CN" altLang="en-US" sz="2800" dirty="0" smtClean="0">
                <a:latin typeface="隶书" panose="02010509060101010101" charset="-122"/>
                <a:ea typeface="隶书" panose="02010509060101010101" charset="-122"/>
                <a:cs typeface="隶书" panose="02010509060101010101" charset="-122"/>
              </a:rPr>
              <a:t>、将每一个单词从字符串中取出</a:t>
            </a:r>
            <a:endParaRPr lang="zh-CN" altLang="en-US" sz="2800" dirty="0">
              <a:latin typeface="隶书" panose="02010509060101010101" charset="-122"/>
              <a:ea typeface="隶书" panose="02010509060101010101" charset="-122"/>
              <a:cs typeface="隶书" panose="02010509060101010101" charset="-122"/>
            </a:endParaRPr>
          </a:p>
        </p:txBody>
      </p:sp>
      <p:sp>
        <p:nvSpPr>
          <p:cNvPr id="6" name="矩形 5"/>
          <p:cNvSpPr/>
          <p:nvPr/>
        </p:nvSpPr>
        <p:spPr>
          <a:xfrm>
            <a:off x="1162224" y="2472184"/>
            <a:ext cx="5112568" cy="523220"/>
          </a:xfrm>
          <a:prstGeom prst="rect">
            <a:avLst/>
          </a:prstGeom>
        </p:spPr>
        <p:txBody>
          <a:bodyPr wrap="square">
            <a:spAutoFit/>
          </a:bodyPr>
          <a:lstStyle/>
          <a:p>
            <a:r>
              <a:rPr lang="zh-CN" altLang="en-US" sz="2800" b="1" dirty="0" smtClean="0">
                <a:solidFill>
                  <a:srgbClr val="FF0000"/>
                </a:solidFill>
                <a:latin typeface="隶书" panose="02010509060101010101" charset="-122"/>
                <a:ea typeface="隶书" panose="02010509060101010101" charset="-122"/>
                <a:cs typeface="隶书" panose="02010509060101010101" charset="-122"/>
              </a:rPr>
              <a:t>只要不是空格</a:t>
            </a:r>
            <a:r>
              <a:rPr lang="en-US" altLang="zh-CN" sz="2800" b="1" dirty="0" smtClean="0">
                <a:solidFill>
                  <a:srgbClr val="FF0000"/>
                </a:solidFill>
                <a:latin typeface="隶书" panose="02010509060101010101" charset="-122"/>
                <a:ea typeface="隶书" panose="02010509060101010101" charset="-122"/>
                <a:cs typeface="隶书" panose="02010509060101010101" charset="-122"/>
              </a:rPr>
              <a:t>v[L]+=a[i];</a:t>
            </a:r>
            <a:endParaRPr lang="zh-CN" altLang="en-US" sz="2800" b="1" dirty="0">
              <a:solidFill>
                <a:srgbClr val="FF0000"/>
              </a:solidFill>
              <a:latin typeface="隶书" panose="02010509060101010101" charset="-122"/>
              <a:ea typeface="隶书" panose="02010509060101010101" charset="-122"/>
              <a:cs typeface="隶书" panose="02010509060101010101" charset="-122"/>
            </a:endParaRPr>
          </a:p>
        </p:txBody>
      </p:sp>
      <p:sp>
        <p:nvSpPr>
          <p:cNvPr id="7" name="矩形 6"/>
          <p:cNvSpPr/>
          <p:nvPr/>
        </p:nvSpPr>
        <p:spPr>
          <a:xfrm>
            <a:off x="1259632" y="3078768"/>
            <a:ext cx="5112568" cy="523220"/>
          </a:xfrm>
          <a:prstGeom prst="rect">
            <a:avLst/>
          </a:prstGeom>
        </p:spPr>
        <p:txBody>
          <a:bodyPr wrap="square">
            <a:spAutoFit/>
          </a:bodyPr>
          <a:lstStyle/>
          <a:p>
            <a:r>
              <a:rPr lang="zh-CN" altLang="en-US" sz="2800" b="1" dirty="0" smtClean="0">
                <a:solidFill>
                  <a:srgbClr val="FF0000"/>
                </a:solidFill>
                <a:latin typeface="隶书" panose="02010509060101010101" charset="-122"/>
                <a:ea typeface="隶书" panose="02010509060101010101" charset="-122"/>
                <a:cs typeface="隶书" panose="02010509060101010101" charset="-122"/>
              </a:rPr>
              <a:t>是空格</a:t>
            </a:r>
            <a:r>
              <a:rPr lang="en-US" altLang="zh-CN" sz="2800" b="1" dirty="0" smtClean="0">
                <a:solidFill>
                  <a:srgbClr val="FF0000"/>
                </a:solidFill>
                <a:latin typeface="隶书" panose="02010509060101010101" charset="-122"/>
                <a:ea typeface="隶书" panose="02010509060101010101" charset="-122"/>
                <a:cs typeface="隶书" panose="02010509060101010101" charset="-122"/>
              </a:rPr>
              <a:t>L++;</a:t>
            </a:r>
            <a:endParaRPr lang="zh-CN" altLang="en-US" sz="2800" b="1" dirty="0">
              <a:solidFill>
                <a:srgbClr val="FF0000"/>
              </a:solidFill>
              <a:latin typeface="隶书" panose="02010509060101010101" charset="-122"/>
              <a:ea typeface="隶书" panose="02010509060101010101" charset="-122"/>
              <a:cs typeface="隶书" panose="02010509060101010101" charset="-122"/>
            </a:endParaRPr>
          </a:p>
        </p:txBody>
      </p:sp>
      <p:sp>
        <p:nvSpPr>
          <p:cNvPr id="8" name="矩形 7"/>
          <p:cNvSpPr/>
          <p:nvPr/>
        </p:nvSpPr>
        <p:spPr>
          <a:xfrm>
            <a:off x="340390" y="3723878"/>
            <a:ext cx="8443337" cy="523220"/>
          </a:xfrm>
          <a:prstGeom prst="rect">
            <a:avLst/>
          </a:prstGeom>
        </p:spPr>
        <p:txBody>
          <a:bodyPr wrap="none">
            <a:spAutoFit/>
          </a:bodyPr>
          <a:lstStyle/>
          <a:p>
            <a:r>
              <a:rPr lang="en-US" altLang="zh-CN" sz="2800" dirty="0">
                <a:latin typeface="隶书" panose="02010509060101010101" charset="-122"/>
                <a:ea typeface="隶书" panose="02010509060101010101" charset="-122"/>
                <a:cs typeface="隶书" panose="02010509060101010101" charset="-122"/>
              </a:rPr>
              <a:t>3</a:t>
            </a:r>
            <a:r>
              <a:rPr lang="zh-CN" altLang="en-US" sz="2800" dirty="0" smtClean="0">
                <a:latin typeface="隶书" panose="02010509060101010101" charset="-122"/>
                <a:ea typeface="隶书" panose="02010509060101010101" charset="-122"/>
                <a:cs typeface="隶书" panose="02010509060101010101" charset="-122"/>
              </a:rPr>
              <a:t>、把</a:t>
            </a:r>
            <a:r>
              <a:rPr lang="en-US" altLang="zh-CN" sz="2800" dirty="0" smtClean="0">
                <a:latin typeface="隶书" panose="02010509060101010101" charset="-122"/>
                <a:ea typeface="隶书" panose="02010509060101010101" charset="-122"/>
                <a:cs typeface="隶书" panose="02010509060101010101" charset="-122"/>
              </a:rPr>
              <a:t>L</a:t>
            </a:r>
            <a:r>
              <a:rPr lang="zh-CN" altLang="en-US" sz="2800" dirty="0" smtClean="0">
                <a:latin typeface="隶书" panose="02010509060101010101" charset="-122"/>
                <a:ea typeface="隶书" panose="02010509060101010101" charset="-122"/>
                <a:cs typeface="隶书" panose="02010509060101010101" charset="-122"/>
              </a:rPr>
              <a:t>个单词和“</a:t>
            </a:r>
            <a:r>
              <a:rPr lang="en-US" altLang="zh-CN" sz="2800" dirty="0" smtClean="0">
                <a:latin typeface="隶书" panose="02010509060101010101" charset="-122"/>
                <a:ea typeface="隶书" panose="02010509060101010101" charset="-122"/>
                <a:cs typeface="隶书" panose="02010509060101010101" charset="-122"/>
              </a:rPr>
              <a:t>You</a:t>
            </a:r>
            <a:r>
              <a:rPr lang="zh-CN" altLang="en-US" sz="2800" dirty="0" smtClean="0">
                <a:latin typeface="隶书" panose="02010509060101010101" charset="-122"/>
                <a:ea typeface="隶书" panose="02010509060101010101" charset="-122"/>
                <a:cs typeface="隶书" panose="02010509060101010101" charset="-122"/>
              </a:rPr>
              <a:t>”进行比较，相等就换成“</a:t>
            </a:r>
            <a:r>
              <a:rPr lang="en-US" altLang="zh-CN" sz="2800" dirty="0" smtClean="0">
                <a:latin typeface="隶书" panose="02010509060101010101" charset="-122"/>
                <a:ea typeface="隶书" panose="02010509060101010101" charset="-122"/>
                <a:cs typeface="隶书" panose="02010509060101010101" charset="-122"/>
              </a:rPr>
              <a:t>I</a:t>
            </a:r>
            <a:r>
              <a:rPr lang="zh-CN" altLang="en-US" sz="2800" dirty="0" smtClean="0">
                <a:latin typeface="隶书" panose="02010509060101010101" charset="-122"/>
                <a:ea typeface="隶书" panose="02010509060101010101" charset="-122"/>
                <a:cs typeface="隶书" panose="02010509060101010101" charset="-122"/>
              </a:rPr>
              <a:t>”</a:t>
            </a:r>
            <a:endParaRPr lang="zh-CN" altLang="en-US" sz="2800" dirty="0">
              <a:latin typeface="隶书" panose="02010509060101010101" charset="-122"/>
              <a:ea typeface="隶书" panose="02010509060101010101" charset="-122"/>
              <a:cs typeface="隶书" panose="02010509060101010101" charset="-122"/>
            </a:endParaRPr>
          </a:p>
        </p:txBody>
      </p:sp>
    </p:spTree>
    <p:extLst>
      <p:ext uri="{BB962C8B-B14F-4D97-AF65-F5344CB8AC3E}">
        <p14:creationId xmlns:p14="http://schemas.microsoft.com/office/powerpoint/2010/main" val="1013611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组合 3"/>
          <p:cNvGrpSpPr/>
          <p:nvPr/>
        </p:nvGrpSpPr>
        <p:grpSpPr>
          <a:xfrm>
            <a:off x="-23495" y="-113665"/>
            <a:ext cx="4674235" cy="787861"/>
            <a:chOff x="201757" y="129906"/>
            <a:chExt cx="6264696" cy="1096834"/>
          </a:xfrm>
        </p:grpSpPr>
        <p:pic>
          <p:nvPicPr>
            <p:cNvPr id="19473" name="Picture 9" descr="F:\ppt素材\图标\我收集的图标\字体\3.png"/>
            <p:cNvPicPr>
              <a:picLocks noChangeAspect="1"/>
            </p:cNvPicPr>
            <p:nvPr/>
          </p:nvPicPr>
          <p:blipFill>
            <a:blip r:embed="rId2"/>
            <a:stretch>
              <a:fillRect/>
            </a:stretch>
          </p:blipFill>
          <p:spPr>
            <a:xfrm rot="5400000">
              <a:off x="2884210" y="-2418911"/>
              <a:ext cx="899790" cy="6264696"/>
            </a:xfrm>
            <a:prstGeom prst="rect">
              <a:avLst/>
            </a:prstGeom>
            <a:noFill/>
            <a:ln w="9525">
              <a:noFill/>
            </a:ln>
          </p:spPr>
        </p:pic>
        <p:pic>
          <p:nvPicPr>
            <p:cNvPr id="19474" name="Picture 6" descr="F:\超棒ppt模板\中国风\中国风物件\maobi.png"/>
            <p:cNvPicPr>
              <a:picLocks noChangeAspect="1"/>
            </p:cNvPicPr>
            <p:nvPr/>
          </p:nvPicPr>
          <p:blipFill>
            <a:blip r:embed="rId3"/>
            <a:stretch>
              <a:fillRect/>
            </a:stretch>
          </p:blipFill>
          <p:spPr>
            <a:xfrm>
              <a:off x="308134" y="129906"/>
              <a:ext cx="775209" cy="775006"/>
            </a:xfrm>
            <a:prstGeom prst="rect">
              <a:avLst/>
            </a:prstGeom>
            <a:noFill/>
            <a:ln w="9525">
              <a:noFill/>
            </a:ln>
          </p:spPr>
        </p:pic>
        <p:sp>
          <p:nvSpPr>
            <p:cNvPr id="19475" name="TextBox 2"/>
            <p:cNvSpPr txBox="1"/>
            <p:nvPr/>
          </p:nvSpPr>
          <p:spPr>
            <a:xfrm>
              <a:off x="1083609" y="500071"/>
              <a:ext cx="2844474" cy="726669"/>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eaLnBrk="1" hangingPunct="1">
                <a:lnSpc>
                  <a:spcPct val="100000"/>
                </a:lnSpc>
                <a:spcBef>
                  <a:spcPct val="0"/>
                </a:spcBef>
                <a:buNone/>
              </a:pPr>
              <a:r>
                <a:rPr lang="en-US" altLang="zh-CN" b="1" dirty="0">
                  <a:solidFill>
                    <a:schemeClr val="bg1"/>
                  </a:solidFill>
                  <a:latin typeface="楷体" panose="02010609060101010101" pitchFamily="1" charset="-122"/>
                  <a:ea typeface="楷体" panose="02010609060101010101" pitchFamily="1" charset="-122"/>
                </a:rPr>
                <a:t>C++</a:t>
              </a:r>
              <a:r>
                <a:rPr lang="zh-CN" altLang="en-US" b="1" dirty="0">
                  <a:solidFill>
                    <a:schemeClr val="bg1"/>
                  </a:solidFill>
                  <a:latin typeface="楷体" panose="02010609060101010101" pitchFamily="1" charset="-122"/>
                  <a:ea typeface="楷体" panose="02010609060101010101" pitchFamily="1" charset="-122"/>
                </a:rPr>
                <a:t>字符串</a:t>
              </a:r>
            </a:p>
          </p:txBody>
        </p:sp>
      </p:grpSp>
      <p:pic>
        <p:nvPicPr>
          <p:cNvPr id="4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4835" y="4641215"/>
            <a:ext cx="965200" cy="50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图片 2"/>
          <p:cNvPicPr>
            <a:picLocks noChangeAspect="1"/>
          </p:cNvPicPr>
          <p:nvPr/>
        </p:nvPicPr>
        <p:blipFill>
          <a:blip r:embed="rId5"/>
          <a:stretch>
            <a:fillRect/>
          </a:stretch>
        </p:blipFill>
        <p:spPr>
          <a:xfrm>
            <a:off x="1066165" y="628650"/>
            <a:ext cx="3187065" cy="4472940"/>
          </a:xfrm>
          <a:prstGeom prst="rect">
            <a:avLst/>
          </a:prstGeom>
        </p:spPr>
      </p:pic>
      <p:sp>
        <p:nvSpPr>
          <p:cNvPr id="4" name="文本框 3"/>
          <p:cNvSpPr txBox="1"/>
          <p:nvPr/>
        </p:nvSpPr>
        <p:spPr>
          <a:xfrm>
            <a:off x="4594860" y="2218690"/>
            <a:ext cx="3848735" cy="706755"/>
          </a:xfrm>
          <a:prstGeom prst="rect">
            <a:avLst/>
          </a:prstGeom>
          <a:noFill/>
        </p:spPr>
        <p:txBody>
          <a:bodyPr wrap="square" rtlCol="0">
            <a:spAutoFit/>
          </a:bodyPr>
          <a:lstStyle/>
          <a:p>
            <a:r>
              <a:rPr lang="zh-CN" altLang="en-US" sz="2000">
                <a:latin typeface="隶书" panose="02010509060101010101" charset="-122"/>
                <a:ea typeface="隶书" panose="02010509060101010101" charset="-122"/>
                <a:cs typeface="隶书" panose="02010509060101010101" charset="-122"/>
              </a:rPr>
              <a:t>说明：利用字符串的输入函数getlin</a:t>
            </a:r>
            <a:r>
              <a:rPr lang="en-US" altLang="zh-CN" sz="2000">
                <a:latin typeface="隶书" panose="02010509060101010101" charset="-122"/>
                <a:ea typeface="隶书" panose="02010509060101010101" charset="-122"/>
                <a:cs typeface="隶书" panose="02010509060101010101" charset="-122"/>
              </a:rPr>
              <a:t>e</a:t>
            </a:r>
            <a:r>
              <a:rPr lang="zh-CN" altLang="en-US" sz="2000">
                <a:latin typeface="隶书" panose="02010509060101010101" charset="-122"/>
                <a:ea typeface="隶书" panose="02010509060101010101" charset="-122"/>
                <a:cs typeface="隶书" panose="02010509060101010101" charset="-122"/>
              </a:rPr>
              <a:t>(cin,</a:t>
            </a:r>
            <a:r>
              <a:rPr lang="en-US" altLang="zh-CN" sz="2000">
                <a:latin typeface="隶书" panose="02010509060101010101" charset="-122"/>
                <a:ea typeface="隶书" panose="02010509060101010101" charset="-122"/>
                <a:cs typeface="隶书" panose="02010509060101010101" charset="-122"/>
              </a:rPr>
              <a:t>a</a:t>
            </a:r>
            <a:r>
              <a:rPr lang="zh-CN" altLang="en-US" sz="2000">
                <a:latin typeface="隶书" panose="02010509060101010101" charset="-122"/>
                <a:ea typeface="隶书" panose="02010509060101010101" charset="-122"/>
                <a:cs typeface="隶书" panose="02010509060101010101" charset="-122"/>
              </a:rPr>
              <a:t>)进行输入。</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to="" calcmode="lin" valueType="num">
                                      <p:cBhvr>
                                        <p:cTn id="7" dur="1" fill="hold"/>
                                        <p:tgtEl>
                                          <p:spTgt spid="3"/>
                                        </p:tgtEl>
                                      </p:cBhvr>
                                    </p:anim>
                                  </p:childTnLst>
                                </p:cTn>
                              </p:par>
                            </p:childTnLst>
                          </p:cTn>
                        </p:par>
                      </p:childTnLst>
                    </p:cTn>
                  </p:par>
                  <p:par>
                    <p:cTn id="8" fill="hold">
                      <p:stCondLst>
                        <p:cond delay="indefinite"/>
                      </p:stCondLst>
                      <p:childTnLst>
                        <p:par>
                          <p:cTn id="9" fill="hold">
                            <p:stCondLst>
                              <p:cond delay="0"/>
                            </p:stCondLst>
                            <p:childTnLst>
                              <p:par>
                                <p:cTn id="10" presetID="27" presetClass="entr" presetSubtype="0" fill="hold" grpId="0" nodeType="clickEffect">
                                  <p:stCondLst>
                                    <p:cond delay="0"/>
                                  </p:stCondLst>
                                  <p:iterate type="lt">
                                    <p:tmPct val="50000"/>
                                  </p:iterate>
                                  <p:childTnLst>
                                    <p:set>
                                      <p:cBhvr>
                                        <p:cTn id="11" dur="1" fill="hold">
                                          <p:stCondLst>
                                            <p:cond delay="0"/>
                                          </p:stCondLst>
                                        </p:cTn>
                                        <p:tgtEl>
                                          <p:spTgt spid="4"/>
                                        </p:tgtEl>
                                        <p:attrNameLst>
                                          <p:attrName>style.visibility</p:attrName>
                                        </p:attrNameLst>
                                      </p:cBhvr>
                                      <p:to>
                                        <p:strVal val="visible"/>
                                      </p:to>
                                    </p:set>
                                    <p:anim calcmode="discrete" valueType="clr">
                                      <p:cBhvr override="childStyle">
                                        <p:cTn id="12" dur="80"/>
                                        <p:tgtEl>
                                          <p:spTgt spid="4"/>
                                        </p:tgtEl>
                                        <p:attrNameLst>
                                          <p:attrName>style.color</p:attrName>
                                        </p:attrNameLst>
                                      </p:cBhvr>
                                      <p:tavLst>
                                        <p:tav tm="0">
                                          <p:val>
                                            <p:clrVal>
                                              <a:schemeClr val="accent2"/>
                                            </p:clrVal>
                                          </p:val>
                                        </p:tav>
                                        <p:tav tm="50000">
                                          <p:val>
                                            <p:clrVal>
                                              <a:schemeClr val="hlink"/>
                                            </p:clrVal>
                                          </p:val>
                                        </p:tav>
                                      </p:tavLst>
                                    </p:anim>
                                    <p:anim calcmode="discrete" valueType="clr">
                                      <p:cBhvr>
                                        <p:cTn id="13" dur="80"/>
                                        <p:tgtEl>
                                          <p:spTgt spid="4"/>
                                        </p:tgtEl>
                                        <p:attrNameLst>
                                          <p:attrName>fillcolor</p:attrName>
                                        </p:attrNameLst>
                                      </p:cBhvr>
                                      <p:tavLst>
                                        <p:tav tm="0">
                                          <p:val>
                                            <p:clrVal>
                                              <a:schemeClr val="accent2"/>
                                            </p:clrVal>
                                          </p:val>
                                        </p:tav>
                                        <p:tav tm="50000">
                                          <p:val>
                                            <p:clrVal>
                                              <a:schemeClr val="hlink"/>
                                            </p:clrVal>
                                          </p:val>
                                        </p:tav>
                                      </p:tavLst>
                                    </p:anim>
                                    <p:set>
                                      <p:cBhvr>
                                        <p:cTn id="14" dur="80"/>
                                        <p:tgtEl>
                                          <p:spTgt spid="4"/>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组合 3"/>
          <p:cNvGrpSpPr/>
          <p:nvPr/>
        </p:nvGrpSpPr>
        <p:grpSpPr>
          <a:xfrm>
            <a:off x="-23495" y="-113665"/>
            <a:ext cx="4674235" cy="787861"/>
            <a:chOff x="201757" y="129906"/>
            <a:chExt cx="6264696" cy="1096834"/>
          </a:xfrm>
        </p:grpSpPr>
        <p:pic>
          <p:nvPicPr>
            <p:cNvPr id="19473" name="Picture 9" descr="F:\ppt素材\图标\我收集的图标\字体\3.png"/>
            <p:cNvPicPr>
              <a:picLocks noChangeAspect="1"/>
            </p:cNvPicPr>
            <p:nvPr/>
          </p:nvPicPr>
          <p:blipFill>
            <a:blip r:embed="rId2"/>
            <a:stretch>
              <a:fillRect/>
            </a:stretch>
          </p:blipFill>
          <p:spPr>
            <a:xfrm rot="5400000">
              <a:off x="2884210" y="-2418911"/>
              <a:ext cx="899790" cy="6264696"/>
            </a:xfrm>
            <a:prstGeom prst="rect">
              <a:avLst/>
            </a:prstGeom>
            <a:noFill/>
            <a:ln w="9525">
              <a:noFill/>
            </a:ln>
          </p:spPr>
        </p:pic>
        <p:pic>
          <p:nvPicPr>
            <p:cNvPr id="19474" name="Picture 6" descr="F:\超棒ppt模板\中国风\中国风物件\maobi.png"/>
            <p:cNvPicPr>
              <a:picLocks noChangeAspect="1"/>
            </p:cNvPicPr>
            <p:nvPr/>
          </p:nvPicPr>
          <p:blipFill>
            <a:blip r:embed="rId3"/>
            <a:stretch>
              <a:fillRect/>
            </a:stretch>
          </p:blipFill>
          <p:spPr>
            <a:xfrm>
              <a:off x="308134" y="129906"/>
              <a:ext cx="775209" cy="775006"/>
            </a:xfrm>
            <a:prstGeom prst="rect">
              <a:avLst/>
            </a:prstGeom>
            <a:noFill/>
            <a:ln w="9525">
              <a:noFill/>
            </a:ln>
          </p:spPr>
        </p:pic>
        <p:sp>
          <p:nvSpPr>
            <p:cNvPr id="19475" name="TextBox 2"/>
            <p:cNvSpPr txBox="1"/>
            <p:nvPr/>
          </p:nvSpPr>
          <p:spPr>
            <a:xfrm>
              <a:off x="1083609" y="500071"/>
              <a:ext cx="2844474" cy="726669"/>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eaLnBrk="1" hangingPunct="1">
                <a:lnSpc>
                  <a:spcPct val="100000"/>
                </a:lnSpc>
                <a:spcBef>
                  <a:spcPct val="0"/>
                </a:spcBef>
                <a:buNone/>
              </a:pPr>
              <a:r>
                <a:rPr lang="en-US" altLang="zh-CN" b="1" dirty="0">
                  <a:solidFill>
                    <a:schemeClr val="bg1"/>
                  </a:solidFill>
                  <a:latin typeface="楷体" panose="02010609060101010101" pitchFamily="1" charset="-122"/>
                  <a:ea typeface="楷体" panose="02010609060101010101" pitchFamily="1" charset="-122"/>
                </a:rPr>
                <a:t>C++</a:t>
              </a:r>
              <a:r>
                <a:rPr lang="zh-CN" altLang="en-US" b="1" dirty="0">
                  <a:solidFill>
                    <a:schemeClr val="bg1"/>
                  </a:solidFill>
                  <a:latin typeface="楷体" panose="02010609060101010101" pitchFamily="1" charset="-122"/>
                  <a:ea typeface="楷体" panose="02010609060101010101" pitchFamily="1" charset="-122"/>
                </a:rPr>
                <a:t>字符串</a:t>
              </a:r>
            </a:p>
          </p:txBody>
        </p:sp>
      </p:grpSp>
      <p:pic>
        <p:nvPicPr>
          <p:cNvPr id="4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4835" y="4641215"/>
            <a:ext cx="965200" cy="50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文本框 3"/>
          <p:cNvSpPr txBox="1"/>
          <p:nvPr/>
        </p:nvSpPr>
        <p:spPr>
          <a:xfrm>
            <a:off x="374015" y="719455"/>
            <a:ext cx="8162925" cy="398780"/>
          </a:xfrm>
          <a:prstGeom prst="rect">
            <a:avLst/>
          </a:prstGeom>
          <a:noFill/>
        </p:spPr>
        <p:txBody>
          <a:bodyPr wrap="square" rtlCol="0">
            <a:spAutoFit/>
          </a:bodyPr>
          <a:lstStyle/>
          <a:p>
            <a:r>
              <a:rPr lang="zh-CN" altLang="en-US" sz="2000">
                <a:latin typeface="隶书" panose="02010509060101010101" charset="-122"/>
                <a:ea typeface="隶书" panose="02010509060101010101" charset="-122"/>
                <a:cs typeface="隶书" panose="02010509060101010101" charset="-122"/>
              </a:rPr>
              <a:t>例</a:t>
            </a:r>
            <a:r>
              <a:rPr lang="en-US" altLang="zh-CN" sz="2000">
                <a:latin typeface="隶书" panose="02010509060101010101" charset="-122"/>
                <a:ea typeface="隶书" panose="02010509060101010101" charset="-122"/>
                <a:cs typeface="隶书" panose="02010509060101010101" charset="-122"/>
              </a:rPr>
              <a:t>12</a:t>
            </a:r>
            <a:r>
              <a:rPr lang="zh-CN" altLang="en-US" sz="2000">
                <a:latin typeface="隶书" panose="02010509060101010101" charset="-122"/>
                <a:ea typeface="隶书" panose="02010509060101010101" charset="-122"/>
                <a:cs typeface="隶书" panose="02010509060101010101" charset="-122"/>
              </a:rPr>
              <a:t>：对给定的10个国家名，按其字母的顺序输出。</a:t>
            </a:r>
          </a:p>
        </p:txBody>
      </p:sp>
      <p:sp>
        <p:nvSpPr>
          <p:cNvPr id="2" name="文本框 1"/>
          <p:cNvSpPr txBox="1"/>
          <p:nvPr/>
        </p:nvSpPr>
        <p:spPr>
          <a:xfrm>
            <a:off x="404495" y="1192530"/>
            <a:ext cx="8162925" cy="398780"/>
          </a:xfrm>
          <a:prstGeom prst="rect">
            <a:avLst/>
          </a:prstGeom>
          <a:noFill/>
        </p:spPr>
        <p:txBody>
          <a:bodyPr wrap="square" rtlCol="0">
            <a:spAutoFit/>
          </a:bodyPr>
          <a:lstStyle/>
          <a:p>
            <a:r>
              <a:rPr lang="zh-CN" sz="2000">
                <a:latin typeface="隶书" panose="02010509060101010101" charset="-122"/>
                <a:ea typeface="隶书" panose="02010509060101010101" charset="-122"/>
                <a:cs typeface="隶书" panose="02010509060101010101" charset="-122"/>
              </a:rPr>
              <a:t>分析：</a:t>
            </a:r>
            <a:r>
              <a:rPr sz="2000">
                <a:latin typeface="隶书" panose="02010509060101010101" charset="-122"/>
                <a:ea typeface="隶书" panose="02010509060101010101" charset="-122"/>
                <a:cs typeface="隶书" panose="02010509060101010101" charset="-122"/>
              </a:rPr>
              <a:t>利用字符串来做，利用C++自带的排序函数排序。</a:t>
            </a:r>
          </a:p>
        </p:txBody>
      </p:sp>
      <p:pic>
        <p:nvPicPr>
          <p:cNvPr id="3" name="图片 2"/>
          <p:cNvPicPr>
            <a:picLocks noChangeAspect="1"/>
          </p:cNvPicPr>
          <p:nvPr/>
        </p:nvPicPr>
        <p:blipFill>
          <a:blip r:embed="rId5"/>
          <a:stretch>
            <a:fillRect/>
          </a:stretch>
        </p:blipFill>
        <p:spPr>
          <a:xfrm>
            <a:off x="770890" y="1762760"/>
            <a:ext cx="6053455" cy="3038475"/>
          </a:xfrm>
          <a:prstGeom prst="rect">
            <a:avLst/>
          </a:prstGeom>
          <a:ln>
            <a:solidFill>
              <a:schemeClr val="accent1"/>
            </a:solid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4"/>
                                        </p:tgtEl>
                                        <p:attrNameLst>
                                          <p:attrName>style.visibility</p:attrName>
                                        </p:attrNameLst>
                                      </p:cBhvr>
                                      <p:to>
                                        <p:strVal val="visible"/>
                                      </p:to>
                                    </p:set>
                                    <p:anim calcmode="discrete" valueType="clr">
                                      <p:cBhvr override="childStyle">
                                        <p:cTn id="7" dur="80"/>
                                        <p:tgtEl>
                                          <p:spTgt spid="4"/>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4"/>
                                        </p:tgtEl>
                                        <p:attrNameLst>
                                          <p:attrName>fillcolor</p:attrName>
                                        </p:attrNameLst>
                                      </p:cBhvr>
                                      <p:tavLst>
                                        <p:tav tm="0">
                                          <p:val>
                                            <p:clrVal>
                                              <a:schemeClr val="accent2"/>
                                            </p:clrVal>
                                          </p:val>
                                        </p:tav>
                                        <p:tav tm="50000">
                                          <p:val>
                                            <p:clrVal>
                                              <a:schemeClr val="hlink"/>
                                            </p:clrVal>
                                          </p:val>
                                        </p:tav>
                                      </p:tavLst>
                                    </p:anim>
                                    <p:set>
                                      <p:cBhvr>
                                        <p:cTn id="9" dur="80"/>
                                        <p:tgtEl>
                                          <p:spTgt spid="4"/>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grpId="0" nodeType="clickEffect">
                                  <p:stCondLst>
                                    <p:cond delay="0"/>
                                  </p:stCondLst>
                                  <p:iterate type="lt">
                                    <p:tmPct val="50000"/>
                                  </p:iterate>
                                  <p:childTnLst>
                                    <p:set>
                                      <p:cBhvr>
                                        <p:cTn id="13" dur="1" fill="hold">
                                          <p:stCondLst>
                                            <p:cond delay="0"/>
                                          </p:stCondLst>
                                        </p:cTn>
                                        <p:tgtEl>
                                          <p:spTgt spid="2"/>
                                        </p:tgtEl>
                                        <p:attrNameLst>
                                          <p:attrName>style.visibility</p:attrName>
                                        </p:attrNameLst>
                                      </p:cBhvr>
                                      <p:to>
                                        <p:strVal val="visible"/>
                                      </p:to>
                                    </p:set>
                                    <p:anim calcmode="discrete" valueType="clr">
                                      <p:cBhvr override="childStyle">
                                        <p:cTn id="14" dur="80"/>
                                        <p:tgtEl>
                                          <p:spTgt spid="2"/>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2"/>
                                        </p:tgtEl>
                                        <p:attrNameLst>
                                          <p:attrName>fillcolor</p:attrName>
                                        </p:attrNameLst>
                                      </p:cBhvr>
                                      <p:tavLst>
                                        <p:tav tm="0">
                                          <p:val>
                                            <p:clrVal>
                                              <a:schemeClr val="accent2"/>
                                            </p:clrVal>
                                          </p:val>
                                        </p:tav>
                                        <p:tav tm="50000">
                                          <p:val>
                                            <p:clrVal>
                                              <a:schemeClr val="hlink"/>
                                            </p:clrVal>
                                          </p:val>
                                        </p:tav>
                                      </p:tavLst>
                                    </p:anim>
                                    <p:set>
                                      <p:cBhvr>
                                        <p:cTn id="16" dur="80"/>
                                        <p:tgtEl>
                                          <p:spTgt spid="2"/>
                                        </p:tgtEl>
                                        <p:attrNameLst>
                                          <p:attrName>fill.type</p:attrName>
                                        </p:attrNameLst>
                                      </p:cBhvr>
                                      <p:to>
                                        <p:strVal val="solid"/>
                                      </p:to>
                                    </p:set>
                                  </p:childTnLst>
                                </p:cTn>
                              </p:par>
                            </p:childTnLst>
                          </p:cTn>
                        </p:par>
                      </p:childTnLst>
                    </p:cTn>
                  </p:par>
                  <p:par>
                    <p:cTn id="17" fill="hold">
                      <p:stCondLst>
                        <p:cond delay="indefinite"/>
                      </p:stCondLst>
                      <p:childTnLst>
                        <p:par>
                          <p:cTn id="18" fill="hold">
                            <p:stCondLst>
                              <p:cond delay="0"/>
                            </p:stCondLst>
                            <p:childTnLst>
                              <p:par>
                                <p:cTn id="19" presetID="24" presetClass="entr" presetSubtype="0"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 to="" calcmode="lin" valueType="num">
                                      <p:cBhvr>
                                        <p:cTn id="21" dur="1" fill="hold"/>
                                        <p:tgtEl>
                                          <p:spTgt spid="3"/>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E:\倪彩清特美天文档资料\2014年资料汇总\20141219华商参考资料\PPT资料\素材收集\羊年素材系列\羊年素材处理\红梅带福字.png"/>
          <p:cNvPicPr>
            <a:picLocks noChangeAspect="1" noChangeArrowheads="1"/>
          </p:cNvPicPr>
          <p:nvPr/>
        </p:nvPicPr>
        <p:blipFill rotWithShape="1">
          <a:blip r:embed="rId2">
            <a:extLst>
              <a:ext uri="{28A0092B-C50C-407E-A947-70E740481C1C}">
                <a14:useLocalDpi xmlns:a14="http://schemas.microsoft.com/office/drawing/2010/main" val="0"/>
              </a:ext>
            </a:extLst>
          </a:blip>
          <a:srcRect r="59426" b="63450"/>
          <a:stretch>
            <a:fillRect/>
          </a:stretch>
        </p:blipFill>
        <p:spPr bwMode="auto">
          <a:xfrm>
            <a:off x="0" y="0"/>
            <a:ext cx="2681643" cy="1594765"/>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6"/>
          <p:cNvPicPr>
            <a:picLocks noChangeAspect="1" noChangeArrowheads="1"/>
          </p:cNvPicPr>
          <p:nvPr/>
        </p:nvPicPr>
        <p:blipFill rotWithShape="1">
          <a:blip r:embed="rId3" cstate="print">
            <a:extLst>
              <a:ext uri="{BEBA8EAE-BF5A-486C-A8C5-ECC9F3942E4B}">
                <a14:imgProps xmlns:a14="http://schemas.microsoft.com/office/drawing/2010/main">
                  <a14:imgLayer r:embed="rId4">
                    <a14:imgEffect>
                      <a14:backgroundRemoval t="9960" b="89940" l="7007" r="94285">
                        <a14:foregroundMark x1="13594" y1="49899" x2="13981" y2="51777"/>
                        <a14:foregroundMark x1="22603" y1="61402" x2="11656" y2="57545"/>
                        <a14:foregroundMark x1="69454" y1="47384" x2="69325" y2="45506"/>
                        <a14:foregroundMark x1="57475" y1="56472" x2="54537" y2="58585"/>
                        <a14:foregroundMark x1="87601" y1="37223" x2="86051" y2="40040"/>
                        <a14:foregroundMark x1="83985" y1="41885" x2="82822" y2="40443"/>
                        <a14:foregroundMark x1="66225" y1="59658" x2="61350" y2="59658"/>
                        <a14:foregroundMark x1="51954" y1="60597" x2="48983" y2="59792"/>
                        <a14:foregroundMark x1="33290" y1="65023" x2="31740" y2="61670"/>
                        <a14:foregroundMark x1="17985" y1="69551" x2="14627" y2="70892"/>
                      </a14:backgroundRemoval>
                    </a14:imgEffect>
                  </a14:imgLayer>
                </a14:imgProps>
              </a:ext>
              <a:ext uri="{28A0092B-C50C-407E-A947-70E740481C1C}">
                <a14:useLocalDpi xmlns:a14="http://schemas.microsoft.com/office/drawing/2010/main" val="0"/>
              </a:ext>
            </a:extLst>
          </a:blip>
          <a:srcRect t="33032" r="38163" b="9555"/>
          <a:stretch>
            <a:fillRect/>
          </a:stretch>
        </p:blipFill>
        <p:spPr bwMode="auto">
          <a:xfrm>
            <a:off x="7083306" y="3507854"/>
            <a:ext cx="2051720" cy="1834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2"/>
          <p:cNvSpPr txBox="1"/>
          <p:nvPr/>
        </p:nvSpPr>
        <p:spPr>
          <a:xfrm>
            <a:off x="3131840" y="1707654"/>
            <a:ext cx="2304256" cy="646331"/>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eaLnBrk="1" hangingPunct="1">
              <a:lnSpc>
                <a:spcPct val="100000"/>
              </a:lnSpc>
              <a:spcBef>
                <a:spcPct val="0"/>
              </a:spcBef>
              <a:buNone/>
            </a:pPr>
            <a:r>
              <a:rPr lang="zh-CN" altLang="en-US" sz="3600" b="1" dirty="0" smtClean="0">
                <a:latin typeface="黑体" panose="02010609060101010101" pitchFamily="49" charset="-122"/>
                <a:ea typeface="黑体" panose="02010609060101010101" pitchFamily="49" charset="-122"/>
              </a:rPr>
              <a:t>结 构 体</a:t>
            </a:r>
            <a:endParaRPr lang="zh-CN" altLang="en-US" sz="3600" b="1" dirty="0">
              <a:solidFill>
                <a:schemeClr val="bg1"/>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978125462"/>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组合 3"/>
          <p:cNvGrpSpPr/>
          <p:nvPr/>
        </p:nvGrpSpPr>
        <p:grpSpPr>
          <a:xfrm>
            <a:off x="-23495" y="-113665"/>
            <a:ext cx="4674235" cy="787861"/>
            <a:chOff x="201757" y="129906"/>
            <a:chExt cx="6264696" cy="1096834"/>
          </a:xfrm>
        </p:grpSpPr>
        <p:pic>
          <p:nvPicPr>
            <p:cNvPr id="19473" name="Picture 9" descr="F:\ppt素材\图标\我收集的图标\字体\3.png"/>
            <p:cNvPicPr>
              <a:picLocks noChangeAspect="1"/>
            </p:cNvPicPr>
            <p:nvPr/>
          </p:nvPicPr>
          <p:blipFill>
            <a:blip r:embed="rId2"/>
            <a:stretch>
              <a:fillRect/>
            </a:stretch>
          </p:blipFill>
          <p:spPr>
            <a:xfrm rot="5400000">
              <a:off x="2884210" y="-2418911"/>
              <a:ext cx="899790" cy="6264696"/>
            </a:xfrm>
            <a:prstGeom prst="rect">
              <a:avLst/>
            </a:prstGeom>
            <a:noFill/>
            <a:ln w="9525">
              <a:noFill/>
            </a:ln>
          </p:spPr>
        </p:pic>
        <p:pic>
          <p:nvPicPr>
            <p:cNvPr id="19474" name="Picture 6" descr="F:\超棒ppt模板\中国风\中国风物件\maobi.png"/>
            <p:cNvPicPr>
              <a:picLocks noChangeAspect="1"/>
            </p:cNvPicPr>
            <p:nvPr/>
          </p:nvPicPr>
          <p:blipFill>
            <a:blip r:embed="rId3"/>
            <a:stretch>
              <a:fillRect/>
            </a:stretch>
          </p:blipFill>
          <p:spPr>
            <a:xfrm>
              <a:off x="308134" y="129906"/>
              <a:ext cx="775209" cy="775006"/>
            </a:xfrm>
            <a:prstGeom prst="rect">
              <a:avLst/>
            </a:prstGeom>
            <a:noFill/>
            <a:ln w="9525">
              <a:noFill/>
            </a:ln>
          </p:spPr>
        </p:pic>
        <p:sp>
          <p:nvSpPr>
            <p:cNvPr id="19475" name="TextBox 2"/>
            <p:cNvSpPr txBox="1"/>
            <p:nvPr/>
          </p:nvSpPr>
          <p:spPr>
            <a:xfrm>
              <a:off x="1083609" y="500071"/>
              <a:ext cx="2844474" cy="726669"/>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eaLnBrk="1" hangingPunct="1">
                <a:lnSpc>
                  <a:spcPct val="100000"/>
                </a:lnSpc>
                <a:spcBef>
                  <a:spcPct val="0"/>
                </a:spcBef>
                <a:buNone/>
              </a:pPr>
              <a:r>
                <a:rPr lang="zh-CN" altLang="en-US" b="1" dirty="0">
                  <a:solidFill>
                    <a:schemeClr val="bg1"/>
                  </a:solidFill>
                  <a:latin typeface="楷体" panose="02010609060101010101" pitchFamily="1" charset="-122"/>
                  <a:ea typeface="楷体" panose="02010609060101010101" pitchFamily="1" charset="-122"/>
                </a:rPr>
                <a:t>结构体</a:t>
              </a:r>
            </a:p>
          </p:txBody>
        </p:sp>
      </p:grpSp>
      <p:pic>
        <p:nvPicPr>
          <p:cNvPr id="4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4835" y="4641215"/>
            <a:ext cx="965200" cy="50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ext Box 3"/>
          <p:cNvSpPr txBox="1">
            <a:spLocks noChangeArrowheads="1"/>
          </p:cNvSpPr>
          <p:nvPr/>
        </p:nvSpPr>
        <p:spPr bwMode="auto">
          <a:xfrm>
            <a:off x="395288" y="599205"/>
            <a:ext cx="8424862" cy="1258165"/>
          </a:xfrm>
          <a:prstGeom prst="rect">
            <a:avLst/>
          </a:prstGeom>
          <a:noFill/>
          <a:ln w="9525">
            <a:noFill/>
            <a:miter lim="800000"/>
            <a:headEnd/>
            <a:tailEnd/>
          </a:ln>
          <a:effectLst/>
        </p:spPr>
        <p:txBody>
          <a:bodyPr>
            <a:spAutoFit/>
          </a:bodyPr>
          <a:lstStyle/>
          <a:p>
            <a:pPr>
              <a:lnSpc>
                <a:spcPct val="130000"/>
              </a:lnSpc>
              <a:buFont typeface="Arial" charset="0"/>
              <a:buNone/>
            </a:pPr>
            <a:r>
              <a:rPr lang="zh-CN" altLang="en-US" sz="1600" b="1" dirty="0">
                <a:latin typeface="黑体" pitchFamily="2" charset="-122"/>
                <a:ea typeface="黑体" pitchFamily="2" charset="-122"/>
              </a:rPr>
              <a:t>    一、结构体的含义</a:t>
            </a:r>
          </a:p>
          <a:p>
            <a:pPr>
              <a:lnSpc>
                <a:spcPts val="2300"/>
              </a:lnSpc>
              <a:buFont typeface="Arial" charset="0"/>
              <a:buNone/>
            </a:pPr>
            <a:r>
              <a:rPr lang="zh-CN" altLang="en-US" sz="1600" b="1" dirty="0">
                <a:latin typeface="黑体" pitchFamily="2" charset="-122"/>
                <a:ea typeface="黑体" pitchFamily="2" charset="-122"/>
              </a:rPr>
              <a:t>    什么是结构体呢？结构体是将不同类型的数据根据需要组合成一个有机的整体，以便于引用。这个整体是一个</a:t>
            </a:r>
            <a:r>
              <a:rPr lang="zh-CN" altLang="en-US" sz="1600" b="1" dirty="0">
                <a:solidFill>
                  <a:srgbClr val="FF0000"/>
                </a:solidFill>
                <a:latin typeface="黑体" pitchFamily="2" charset="-122"/>
                <a:ea typeface="黑体" pitchFamily="2" charset="-122"/>
              </a:rPr>
              <a:t>构造数据类型</a:t>
            </a:r>
            <a:r>
              <a:rPr lang="en-US" altLang="zh-CN" sz="1600" b="1" dirty="0">
                <a:latin typeface="黑体" pitchFamily="2" charset="-122"/>
                <a:ea typeface="黑体" pitchFamily="2" charset="-122"/>
              </a:rPr>
              <a:t>——</a:t>
            </a:r>
            <a:r>
              <a:rPr lang="zh-CN" altLang="en-US" sz="1600" b="1" dirty="0">
                <a:latin typeface="黑体" pitchFamily="2" charset="-122"/>
                <a:ea typeface="黑体" pitchFamily="2" charset="-122"/>
              </a:rPr>
              <a:t>结构体类型，其中的数据是相互联系的。如要存储一个学生的有关信息（学号、姓名、性别、年龄、成绩等），可采用结构体类型来描述信息。</a:t>
            </a:r>
            <a:endParaRPr lang="en-US" altLang="zh-CN" sz="1600" b="1" dirty="0">
              <a:latin typeface="黑体" pitchFamily="2" charset="-122"/>
              <a:ea typeface="黑体" pitchFamily="2" charset="-122"/>
            </a:endParaRPr>
          </a:p>
        </p:txBody>
      </p:sp>
      <p:sp>
        <p:nvSpPr>
          <p:cNvPr id="10" name="Text Box 4"/>
          <p:cNvSpPr txBox="1">
            <a:spLocks noChangeArrowheads="1"/>
          </p:cNvSpPr>
          <p:nvPr/>
        </p:nvSpPr>
        <p:spPr bwMode="auto">
          <a:xfrm>
            <a:off x="395288" y="1785932"/>
            <a:ext cx="8424862" cy="3197542"/>
          </a:xfrm>
          <a:prstGeom prst="rect">
            <a:avLst/>
          </a:prstGeom>
          <a:noFill/>
          <a:ln w="9525">
            <a:noFill/>
            <a:miter lim="800000"/>
            <a:headEnd/>
            <a:tailEnd/>
          </a:ln>
          <a:effectLst/>
        </p:spPr>
        <p:txBody>
          <a:bodyPr>
            <a:spAutoFit/>
          </a:bodyPr>
          <a:lstStyle/>
          <a:p>
            <a:pPr>
              <a:lnSpc>
                <a:spcPct val="130000"/>
              </a:lnSpc>
              <a:buFont typeface="Arial" charset="0"/>
              <a:buNone/>
            </a:pPr>
            <a:r>
              <a:rPr lang="zh-CN" altLang="en-US" sz="1600" b="1" dirty="0">
                <a:latin typeface="黑体" pitchFamily="2" charset="-122"/>
                <a:ea typeface="黑体" pitchFamily="2" charset="-122"/>
              </a:rPr>
              <a:t>    二、结构体及结构体变量的定义</a:t>
            </a:r>
          </a:p>
          <a:p>
            <a:pPr>
              <a:lnSpc>
                <a:spcPct val="130000"/>
              </a:lnSpc>
              <a:buFont typeface="Arial" charset="0"/>
              <a:buNone/>
            </a:pPr>
            <a:r>
              <a:rPr lang="zh-CN" altLang="en-US" sz="1600" b="1" dirty="0">
                <a:latin typeface="黑体" pitchFamily="2" charset="-122"/>
                <a:ea typeface="黑体" pitchFamily="2" charset="-122"/>
              </a:rPr>
              <a:t>    </a:t>
            </a:r>
            <a:r>
              <a:rPr lang="en-US" altLang="zh-CN" sz="1600" b="1" dirty="0">
                <a:latin typeface="黑体" pitchFamily="2" charset="-122"/>
                <a:ea typeface="黑体" pitchFamily="2" charset="-122"/>
              </a:rPr>
              <a:t>1</a:t>
            </a:r>
            <a:r>
              <a:rPr lang="zh-CN" altLang="en-US" sz="1600" b="1" dirty="0">
                <a:latin typeface="黑体" pitchFamily="2" charset="-122"/>
                <a:ea typeface="黑体" pitchFamily="2" charset="-122"/>
              </a:rPr>
              <a:t>、</a:t>
            </a:r>
            <a:r>
              <a:rPr lang="zh-CN" altLang="zh-CN" sz="1600" b="1" dirty="0">
                <a:latin typeface="黑体" pitchFamily="2" charset="-122"/>
                <a:ea typeface="黑体" pitchFamily="2" charset="-122"/>
              </a:rPr>
              <a:t>定义结构体：</a:t>
            </a:r>
            <a:endParaRPr lang="zh-CN" altLang="en-US" sz="1600" b="1" dirty="0">
              <a:latin typeface="黑体" pitchFamily="2" charset="-122"/>
              <a:ea typeface="黑体" pitchFamily="2" charset="-122"/>
            </a:endParaRPr>
          </a:p>
          <a:p>
            <a:pPr>
              <a:lnSpc>
                <a:spcPts val="2300"/>
              </a:lnSpc>
              <a:buFont typeface="Arial" charset="0"/>
              <a:buNone/>
            </a:pPr>
            <a:r>
              <a:rPr lang="zh-CN" altLang="en-US" sz="1600" b="1" dirty="0">
                <a:latin typeface="黑体" pitchFamily="2" charset="-122"/>
                <a:ea typeface="黑体" pitchFamily="2" charset="-122"/>
              </a:rPr>
              <a:t>    </a:t>
            </a:r>
            <a:r>
              <a:rPr lang="zh-CN" altLang="zh-CN" sz="1600" b="1" dirty="0">
                <a:latin typeface="黑体" pitchFamily="2" charset="-122"/>
                <a:ea typeface="黑体" pitchFamily="2" charset="-122"/>
              </a:rPr>
              <a:t>C++中的结构体支持在已有基本数据类型的基础上定义复合数据类型，用“struct”关键字来定义一个结构体，也就定义了一个新的数据类型。</a:t>
            </a:r>
            <a:endParaRPr lang="zh-CN" altLang="en-US" sz="1600" b="1" dirty="0">
              <a:latin typeface="黑体" pitchFamily="2" charset="-122"/>
              <a:ea typeface="黑体" pitchFamily="2" charset="-122"/>
            </a:endParaRPr>
          </a:p>
          <a:p>
            <a:pPr>
              <a:lnSpc>
                <a:spcPct val="130000"/>
              </a:lnSpc>
              <a:buFont typeface="Arial" charset="0"/>
              <a:buNone/>
            </a:pPr>
            <a:r>
              <a:rPr lang="en-US" altLang="zh-CN" sz="1600" b="1" dirty="0">
                <a:latin typeface="黑体" pitchFamily="2" charset="-122"/>
                <a:ea typeface="黑体" pitchFamily="2" charset="-122"/>
              </a:rPr>
              <a:t>    </a:t>
            </a:r>
            <a:r>
              <a:rPr lang="zh-CN" altLang="en-US" sz="1600" b="1" dirty="0">
                <a:latin typeface="黑体" pitchFamily="2" charset="-122"/>
                <a:ea typeface="黑体" pitchFamily="2" charset="-122"/>
              </a:rPr>
              <a:t>定义结构体：</a:t>
            </a:r>
          </a:p>
          <a:p>
            <a:pPr>
              <a:lnSpc>
                <a:spcPct val="130000"/>
              </a:lnSpc>
              <a:buFont typeface="Arial" charset="0"/>
              <a:buNone/>
            </a:pPr>
            <a:r>
              <a:rPr lang="en-US" altLang="zh-CN" sz="1600" b="1" dirty="0">
                <a:latin typeface="黑体" pitchFamily="2" charset="-122"/>
                <a:ea typeface="黑体" pitchFamily="2" charset="-122"/>
              </a:rPr>
              <a:t>    </a:t>
            </a:r>
            <a:r>
              <a:rPr lang="en-US" altLang="zh-CN" sz="1600" b="1" dirty="0" err="1">
                <a:solidFill>
                  <a:srgbClr val="0033CC"/>
                </a:solidFill>
                <a:latin typeface="黑体" pitchFamily="2" charset="-122"/>
                <a:ea typeface="黑体" pitchFamily="2" charset="-122"/>
              </a:rPr>
              <a:t>struct</a:t>
            </a:r>
            <a:r>
              <a:rPr lang="en-US" altLang="zh-CN" sz="1600" b="1" dirty="0">
                <a:solidFill>
                  <a:srgbClr val="0033CC"/>
                </a:solidFill>
                <a:latin typeface="黑体" pitchFamily="2" charset="-122"/>
                <a:ea typeface="黑体" pitchFamily="2" charset="-122"/>
              </a:rPr>
              <a:t> </a:t>
            </a:r>
            <a:r>
              <a:rPr lang="zh-CN" altLang="en-US" sz="1600" b="1" dirty="0">
                <a:solidFill>
                  <a:srgbClr val="0033CC"/>
                </a:solidFill>
                <a:latin typeface="黑体" pitchFamily="2" charset="-122"/>
                <a:ea typeface="黑体" pitchFamily="2" charset="-122"/>
              </a:rPr>
              <a:t>结构体名</a:t>
            </a:r>
            <a:r>
              <a:rPr lang="en-US" altLang="zh-CN" sz="1600" b="1" dirty="0">
                <a:solidFill>
                  <a:srgbClr val="0033CC"/>
                </a:solidFill>
                <a:latin typeface="黑体" pitchFamily="2" charset="-122"/>
                <a:ea typeface="黑体" pitchFamily="2" charset="-122"/>
              </a:rPr>
              <a:t>{         </a:t>
            </a:r>
            <a:r>
              <a:rPr lang="en-US" altLang="zh-CN" sz="1600" b="1" i="1" dirty="0">
                <a:solidFill>
                  <a:schemeClr val="hlink"/>
                </a:solidFill>
                <a:latin typeface="黑体" pitchFamily="2" charset="-122"/>
                <a:ea typeface="黑体" pitchFamily="2" charset="-122"/>
              </a:rPr>
              <a:t>//</a:t>
            </a:r>
            <a:r>
              <a:rPr lang="en-US" altLang="zh-CN" sz="1600" b="1" i="1" dirty="0" err="1">
                <a:solidFill>
                  <a:schemeClr val="hlink"/>
                </a:solidFill>
                <a:latin typeface="黑体" pitchFamily="2" charset="-122"/>
                <a:ea typeface="黑体" pitchFamily="2" charset="-122"/>
              </a:rPr>
              <a:t>struct</a:t>
            </a:r>
            <a:r>
              <a:rPr lang="zh-CN" altLang="en-US" sz="1600" b="1" i="1" dirty="0">
                <a:solidFill>
                  <a:schemeClr val="hlink"/>
                </a:solidFill>
                <a:latin typeface="黑体" pitchFamily="2" charset="-122"/>
                <a:ea typeface="黑体" pitchFamily="2" charset="-122"/>
              </a:rPr>
              <a:t>是结构体关键字</a:t>
            </a:r>
          </a:p>
          <a:p>
            <a:pPr>
              <a:lnSpc>
                <a:spcPct val="130000"/>
              </a:lnSpc>
              <a:buFont typeface="Arial" charset="0"/>
              <a:buNone/>
            </a:pPr>
            <a:r>
              <a:rPr lang="zh-CN" altLang="en-US" sz="1600" b="1" dirty="0">
                <a:solidFill>
                  <a:srgbClr val="0033CC"/>
                </a:solidFill>
                <a:latin typeface="黑体" pitchFamily="2" charset="-122"/>
                <a:ea typeface="黑体" pitchFamily="2" charset="-122"/>
              </a:rPr>
              <a:t>       成员类型 成员名</a:t>
            </a:r>
            <a:r>
              <a:rPr lang="en-US" altLang="zh-CN" sz="1600" b="1" dirty="0">
                <a:solidFill>
                  <a:srgbClr val="0033CC"/>
                </a:solidFill>
                <a:latin typeface="黑体" pitchFamily="2" charset="-122"/>
                <a:ea typeface="黑体" pitchFamily="2" charset="-122"/>
              </a:rPr>
              <a:t>;      </a:t>
            </a:r>
            <a:r>
              <a:rPr lang="en-US" altLang="zh-CN" sz="1600" b="1" i="1" dirty="0">
                <a:solidFill>
                  <a:schemeClr val="hlink"/>
                </a:solidFill>
                <a:latin typeface="黑体" pitchFamily="2" charset="-122"/>
                <a:ea typeface="黑体" pitchFamily="2" charset="-122"/>
              </a:rPr>
              <a:t>//</a:t>
            </a:r>
            <a:r>
              <a:rPr lang="zh-CN" altLang="en-US" sz="1600" b="1" i="1" dirty="0">
                <a:solidFill>
                  <a:schemeClr val="hlink"/>
                </a:solidFill>
                <a:latin typeface="黑体" pitchFamily="2" charset="-122"/>
                <a:ea typeface="黑体" pitchFamily="2" charset="-122"/>
              </a:rPr>
              <a:t>可以有多个成员变量，也可以有多个成员函数</a:t>
            </a:r>
          </a:p>
          <a:p>
            <a:pPr>
              <a:lnSpc>
                <a:spcPct val="130000"/>
              </a:lnSpc>
              <a:buFont typeface="Arial" charset="0"/>
              <a:buNone/>
            </a:pPr>
            <a:r>
              <a:rPr lang="zh-CN" altLang="en-US" sz="1600" b="1" dirty="0">
                <a:solidFill>
                  <a:srgbClr val="0033CC"/>
                </a:solidFill>
                <a:latin typeface="黑体" pitchFamily="2" charset="-122"/>
                <a:ea typeface="黑体" pitchFamily="2" charset="-122"/>
              </a:rPr>
              <a:t>       </a:t>
            </a:r>
            <a:r>
              <a:rPr lang="en-US" altLang="zh-CN" sz="1600" b="1" dirty="0">
                <a:solidFill>
                  <a:srgbClr val="0033CC"/>
                </a:solidFill>
                <a:latin typeface="黑体" pitchFamily="2" charset="-122"/>
                <a:ea typeface="黑体" pitchFamily="2" charset="-122"/>
              </a:rPr>
              <a:t>…… </a:t>
            </a:r>
          </a:p>
          <a:p>
            <a:pPr>
              <a:lnSpc>
                <a:spcPct val="130000"/>
              </a:lnSpc>
              <a:buFont typeface="Arial" charset="0"/>
              <a:buNone/>
            </a:pPr>
            <a:r>
              <a:rPr lang="en-US" altLang="zh-CN" sz="1600" b="1" dirty="0">
                <a:solidFill>
                  <a:srgbClr val="0033CC"/>
                </a:solidFill>
                <a:latin typeface="黑体" pitchFamily="2" charset="-122"/>
                <a:ea typeface="黑体" pitchFamily="2" charset="-122"/>
              </a:rPr>
              <a:t>       </a:t>
            </a:r>
            <a:r>
              <a:rPr lang="zh-CN" altLang="en-US" sz="1600" b="1" dirty="0">
                <a:solidFill>
                  <a:srgbClr val="0033CC"/>
                </a:solidFill>
                <a:latin typeface="黑体" pitchFamily="2" charset="-122"/>
                <a:ea typeface="黑体" pitchFamily="2" charset="-122"/>
              </a:rPr>
              <a:t>成员类型 成员名</a:t>
            </a:r>
            <a:r>
              <a:rPr lang="en-US" altLang="zh-CN" sz="1600" b="1" dirty="0">
                <a:solidFill>
                  <a:srgbClr val="0033CC"/>
                </a:solidFill>
                <a:latin typeface="黑体" pitchFamily="2" charset="-122"/>
                <a:ea typeface="黑体" pitchFamily="2" charset="-122"/>
              </a:rPr>
              <a:t>;</a:t>
            </a:r>
          </a:p>
          <a:p>
            <a:pPr>
              <a:lnSpc>
                <a:spcPct val="130000"/>
              </a:lnSpc>
              <a:buFont typeface="Arial" charset="0"/>
              <a:buNone/>
            </a:pPr>
            <a:r>
              <a:rPr lang="en-US" altLang="zh-CN" sz="1600" b="1" dirty="0">
                <a:solidFill>
                  <a:srgbClr val="0033CC"/>
                </a:solidFill>
                <a:latin typeface="黑体" pitchFamily="2" charset="-122"/>
                <a:ea typeface="黑体" pitchFamily="2" charset="-122"/>
              </a:rPr>
              <a:t>     };                      </a:t>
            </a:r>
            <a:r>
              <a:rPr lang="en-US" altLang="zh-CN" sz="1600" b="1" i="1" dirty="0">
                <a:solidFill>
                  <a:schemeClr val="hlink"/>
                </a:solidFill>
                <a:latin typeface="黑体" pitchFamily="2" charset="-122"/>
                <a:ea typeface="黑体" pitchFamily="2" charset="-122"/>
              </a:rPr>
              <a:t>//</a:t>
            </a:r>
            <a:r>
              <a:rPr lang="zh-CN" altLang="en-US" sz="1600" b="1" i="1" dirty="0">
                <a:solidFill>
                  <a:schemeClr val="hlink"/>
                </a:solidFill>
                <a:latin typeface="黑体" pitchFamily="2" charset="-122"/>
                <a:ea typeface="黑体" pitchFamily="2" charset="-122"/>
              </a:rPr>
              <a:t>定义结构体用分号“</a:t>
            </a:r>
            <a:r>
              <a:rPr lang="en-US" altLang="zh-CN" sz="1600" b="1" i="1" dirty="0">
                <a:solidFill>
                  <a:schemeClr val="hlink"/>
                </a:solidFill>
                <a:latin typeface="黑体" pitchFamily="2" charset="-122"/>
                <a:ea typeface="黑体" pitchFamily="2" charset="-122"/>
              </a:rPr>
              <a:t>;”</a:t>
            </a:r>
            <a:r>
              <a:rPr lang="zh-CN" altLang="en-US" sz="1600" b="1" i="1" dirty="0">
                <a:solidFill>
                  <a:schemeClr val="hlink"/>
                </a:solidFill>
                <a:latin typeface="黑体" pitchFamily="2" charset="-122"/>
                <a:ea typeface="黑体" pitchFamily="2" charset="-122"/>
              </a:rPr>
              <a:t>表示结束。</a:t>
            </a:r>
            <a:endParaRPr lang="en-US" altLang="zh-CN" sz="1600" b="1" i="1" dirty="0">
              <a:solidFill>
                <a:schemeClr val="hlink"/>
              </a:solidFill>
              <a:latin typeface="黑体" pitchFamily="2" charset="-122"/>
              <a:ea typeface="黑体" pitchFamily="2" charset="-122"/>
            </a:endParaRPr>
          </a:p>
        </p:txBody>
      </p:sp>
    </p:spTree>
    <p:extLst>
      <p:ext uri="{BB962C8B-B14F-4D97-AF65-F5344CB8AC3E}">
        <p14:creationId xmlns:p14="http://schemas.microsoft.com/office/powerpoint/2010/main" val="2858787974"/>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3"/>
          <p:cNvGrpSpPr/>
          <p:nvPr/>
        </p:nvGrpSpPr>
        <p:grpSpPr>
          <a:xfrm>
            <a:off x="-23495" y="-113665"/>
            <a:ext cx="4674235" cy="787861"/>
            <a:chOff x="201757" y="129906"/>
            <a:chExt cx="6264696" cy="1096834"/>
          </a:xfrm>
        </p:grpSpPr>
        <p:pic>
          <p:nvPicPr>
            <p:cNvPr id="19473" name="Picture 9" descr="F:\ppt素材\图标\我收集的图标\字体\3.png"/>
            <p:cNvPicPr>
              <a:picLocks noChangeAspect="1"/>
            </p:cNvPicPr>
            <p:nvPr/>
          </p:nvPicPr>
          <p:blipFill>
            <a:blip r:embed="rId2"/>
            <a:stretch>
              <a:fillRect/>
            </a:stretch>
          </p:blipFill>
          <p:spPr>
            <a:xfrm rot="5400000">
              <a:off x="2884210" y="-2418911"/>
              <a:ext cx="899790" cy="6264696"/>
            </a:xfrm>
            <a:prstGeom prst="rect">
              <a:avLst/>
            </a:prstGeom>
            <a:noFill/>
            <a:ln w="9525">
              <a:noFill/>
            </a:ln>
          </p:spPr>
        </p:pic>
        <p:pic>
          <p:nvPicPr>
            <p:cNvPr id="19474" name="Picture 6" descr="F:\超棒ppt模板\中国风\中国风物件\maobi.png"/>
            <p:cNvPicPr>
              <a:picLocks noChangeAspect="1"/>
            </p:cNvPicPr>
            <p:nvPr/>
          </p:nvPicPr>
          <p:blipFill>
            <a:blip r:embed="rId3"/>
            <a:stretch>
              <a:fillRect/>
            </a:stretch>
          </p:blipFill>
          <p:spPr>
            <a:xfrm>
              <a:off x="308134" y="129906"/>
              <a:ext cx="775209" cy="775006"/>
            </a:xfrm>
            <a:prstGeom prst="rect">
              <a:avLst/>
            </a:prstGeom>
            <a:noFill/>
            <a:ln w="9525">
              <a:noFill/>
            </a:ln>
          </p:spPr>
        </p:pic>
        <p:sp>
          <p:nvSpPr>
            <p:cNvPr id="19475" name="TextBox 2"/>
            <p:cNvSpPr txBox="1"/>
            <p:nvPr/>
          </p:nvSpPr>
          <p:spPr>
            <a:xfrm>
              <a:off x="1083609" y="500071"/>
              <a:ext cx="2844474" cy="726669"/>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eaLnBrk="1" hangingPunct="1">
                <a:lnSpc>
                  <a:spcPct val="100000"/>
                </a:lnSpc>
                <a:spcBef>
                  <a:spcPct val="0"/>
                </a:spcBef>
                <a:buNone/>
              </a:pPr>
              <a:r>
                <a:rPr lang="zh-CN" altLang="en-US" b="1" dirty="0">
                  <a:solidFill>
                    <a:schemeClr val="bg1"/>
                  </a:solidFill>
                  <a:latin typeface="楷体" panose="02010609060101010101" pitchFamily="1" charset="-122"/>
                  <a:ea typeface="楷体" panose="02010609060101010101" pitchFamily="1" charset="-122"/>
                </a:rPr>
                <a:t>结构体</a:t>
              </a:r>
            </a:p>
          </p:txBody>
        </p:sp>
      </p:grpSp>
      <p:pic>
        <p:nvPicPr>
          <p:cNvPr id="4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4835" y="4641215"/>
            <a:ext cx="965200" cy="50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ext Box 4"/>
          <p:cNvSpPr txBox="1">
            <a:spLocks noChangeArrowheads="1"/>
          </p:cNvSpPr>
          <p:nvPr/>
        </p:nvSpPr>
        <p:spPr bwMode="auto">
          <a:xfrm>
            <a:off x="285720" y="687129"/>
            <a:ext cx="8424862" cy="4099199"/>
          </a:xfrm>
          <a:prstGeom prst="rect">
            <a:avLst/>
          </a:prstGeom>
          <a:noFill/>
          <a:ln w="9525">
            <a:noFill/>
            <a:miter lim="800000"/>
            <a:headEnd/>
            <a:tailEnd/>
          </a:ln>
          <a:effectLst/>
        </p:spPr>
        <p:txBody>
          <a:bodyPr>
            <a:spAutoFit/>
          </a:bodyPr>
          <a:lstStyle/>
          <a:p>
            <a:pPr>
              <a:lnSpc>
                <a:spcPts val="2100"/>
              </a:lnSpc>
              <a:buFont typeface="Arial" charset="0"/>
              <a:buNone/>
            </a:pPr>
            <a:r>
              <a:rPr lang="zh-CN" altLang="en-US" sz="1600" b="1" dirty="0">
                <a:latin typeface="黑体" pitchFamily="2" charset="-122"/>
                <a:ea typeface="黑体" pitchFamily="2" charset="-122"/>
              </a:rPr>
              <a:t>    如定义一个名为</a:t>
            </a:r>
            <a:r>
              <a:rPr lang="en-US" altLang="zh-CN" sz="1600" b="1" dirty="0">
                <a:latin typeface="黑体" pitchFamily="2" charset="-122"/>
                <a:ea typeface="黑体" pitchFamily="2" charset="-122"/>
              </a:rPr>
              <a:t>Student</a:t>
            </a:r>
            <a:r>
              <a:rPr lang="zh-CN" altLang="en-US" sz="1600" b="1" dirty="0">
                <a:latin typeface="黑体" pitchFamily="2" charset="-122"/>
                <a:ea typeface="黑体" pitchFamily="2" charset="-122"/>
              </a:rPr>
              <a:t>的结构体：</a:t>
            </a:r>
          </a:p>
          <a:p>
            <a:pPr>
              <a:lnSpc>
                <a:spcPts val="2100"/>
              </a:lnSpc>
              <a:buFont typeface="Arial" charset="0"/>
              <a:buNone/>
            </a:pPr>
            <a:r>
              <a:rPr lang="zh-CN" altLang="en-US" sz="1600" b="1" dirty="0">
                <a:latin typeface="黑体" pitchFamily="2" charset="-122"/>
                <a:ea typeface="黑体" pitchFamily="2" charset="-122"/>
              </a:rPr>
              <a:t>    </a:t>
            </a:r>
            <a:r>
              <a:rPr lang="en-US" altLang="zh-CN" sz="1600" b="1" dirty="0" err="1">
                <a:latin typeface="黑体" pitchFamily="2" charset="-122"/>
                <a:ea typeface="黑体" pitchFamily="2" charset="-122"/>
              </a:rPr>
              <a:t>struct</a:t>
            </a:r>
            <a:r>
              <a:rPr lang="en-US" altLang="zh-CN" sz="1600" b="1" dirty="0">
                <a:latin typeface="黑体" pitchFamily="2" charset="-122"/>
                <a:ea typeface="黑体" pitchFamily="2" charset="-122"/>
              </a:rPr>
              <a:t> Student {</a:t>
            </a:r>
          </a:p>
          <a:p>
            <a:pPr>
              <a:lnSpc>
                <a:spcPts val="2100"/>
              </a:lnSpc>
              <a:buFont typeface="Arial" charset="0"/>
              <a:buNone/>
            </a:pPr>
            <a:r>
              <a:rPr lang="en-US" altLang="zh-CN" sz="1600" b="1" dirty="0">
                <a:latin typeface="黑体" pitchFamily="2" charset="-122"/>
                <a:ea typeface="黑体" pitchFamily="2" charset="-122"/>
              </a:rPr>
              <a:t>	</a:t>
            </a:r>
            <a:r>
              <a:rPr lang="en-US" altLang="zh-CN" sz="1600" b="1" dirty="0" err="1">
                <a:latin typeface="黑体" pitchFamily="2" charset="-122"/>
                <a:ea typeface="黑体" pitchFamily="2" charset="-122"/>
              </a:rPr>
              <a:t>int</a:t>
            </a:r>
            <a:r>
              <a:rPr lang="en-US" altLang="zh-CN" sz="1600" b="1" dirty="0">
                <a:latin typeface="黑体" pitchFamily="2" charset="-122"/>
                <a:ea typeface="黑体" pitchFamily="2" charset="-122"/>
              </a:rPr>
              <a:t> num;               </a:t>
            </a:r>
            <a:r>
              <a:rPr lang="en-US" altLang="zh-CN" sz="1600" b="1" i="1" dirty="0">
                <a:solidFill>
                  <a:schemeClr val="hlink"/>
                </a:solidFill>
                <a:latin typeface="黑体" pitchFamily="2" charset="-122"/>
                <a:ea typeface="黑体" pitchFamily="2" charset="-122"/>
              </a:rPr>
              <a:t>//</a:t>
            </a:r>
            <a:r>
              <a:rPr lang="zh-CN" altLang="en-US" sz="1600" b="1" i="1" dirty="0">
                <a:solidFill>
                  <a:schemeClr val="hlink"/>
                </a:solidFill>
                <a:latin typeface="黑体" pitchFamily="2" charset="-122"/>
                <a:ea typeface="黑体" pitchFamily="2" charset="-122"/>
              </a:rPr>
              <a:t>学号</a:t>
            </a:r>
          </a:p>
          <a:p>
            <a:pPr>
              <a:lnSpc>
                <a:spcPts val="2100"/>
              </a:lnSpc>
              <a:buFont typeface="Arial" charset="0"/>
              <a:buNone/>
            </a:pPr>
            <a:r>
              <a:rPr lang="en-US" altLang="zh-CN" sz="1600" b="1" dirty="0">
                <a:latin typeface="黑体" pitchFamily="2" charset="-122"/>
                <a:ea typeface="黑体" pitchFamily="2" charset="-122"/>
              </a:rPr>
              <a:t>        char name[20];         </a:t>
            </a:r>
            <a:r>
              <a:rPr lang="en-US" altLang="zh-CN" sz="1600" b="1" i="1" dirty="0">
                <a:solidFill>
                  <a:schemeClr val="hlink"/>
                </a:solidFill>
                <a:latin typeface="黑体" pitchFamily="2" charset="-122"/>
                <a:ea typeface="黑体" pitchFamily="2" charset="-122"/>
              </a:rPr>
              <a:t>//</a:t>
            </a:r>
            <a:r>
              <a:rPr lang="zh-CN" altLang="en-US" sz="1600" b="1" i="1" dirty="0">
                <a:solidFill>
                  <a:schemeClr val="hlink"/>
                </a:solidFill>
                <a:latin typeface="黑体" pitchFamily="2" charset="-122"/>
                <a:ea typeface="黑体" pitchFamily="2" charset="-122"/>
              </a:rPr>
              <a:t>姓名</a:t>
            </a:r>
          </a:p>
          <a:p>
            <a:pPr>
              <a:lnSpc>
                <a:spcPts val="2100"/>
              </a:lnSpc>
              <a:buFont typeface="Arial" charset="0"/>
              <a:buNone/>
            </a:pPr>
            <a:r>
              <a:rPr lang="en-US" altLang="zh-CN" sz="1600" b="1" dirty="0">
                <a:latin typeface="黑体" pitchFamily="2" charset="-122"/>
                <a:ea typeface="黑体" pitchFamily="2" charset="-122"/>
              </a:rPr>
              <a:t>        char gender;           </a:t>
            </a:r>
            <a:r>
              <a:rPr lang="en-US" altLang="zh-CN" sz="1600" b="1" i="1" dirty="0">
                <a:solidFill>
                  <a:schemeClr val="hlink"/>
                </a:solidFill>
                <a:latin typeface="黑体" pitchFamily="2" charset="-122"/>
                <a:ea typeface="黑体" pitchFamily="2" charset="-122"/>
              </a:rPr>
              <a:t>//</a:t>
            </a:r>
            <a:r>
              <a:rPr lang="zh-CN" altLang="en-US" sz="1600" b="1" i="1" dirty="0">
                <a:solidFill>
                  <a:schemeClr val="hlink"/>
                </a:solidFill>
                <a:latin typeface="黑体" pitchFamily="2" charset="-122"/>
                <a:ea typeface="黑体" pitchFamily="2" charset="-122"/>
              </a:rPr>
              <a:t>性别</a:t>
            </a:r>
          </a:p>
          <a:p>
            <a:pPr>
              <a:lnSpc>
                <a:spcPts val="2100"/>
              </a:lnSpc>
              <a:buFont typeface="Arial" charset="0"/>
              <a:buNone/>
            </a:pPr>
            <a:r>
              <a:rPr lang="en-US" altLang="zh-CN" sz="1600" b="1" dirty="0">
                <a:latin typeface="黑体" pitchFamily="2" charset="-122"/>
                <a:ea typeface="黑体" pitchFamily="2" charset="-122"/>
              </a:rPr>
              <a:t>        float score;           </a:t>
            </a:r>
            <a:r>
              <a:rPr lang="en-US" altLang="zh-CN" sz="1600" b="1" i="1" dirty="0">
                <a:solidFill>
                  <a:schemeClr val="hlink"/>
                </a:solidFill>
                <a:latin typeface="黑体" pitchFamily="2" charset="-122"/>
                <a:ea typeface="黑体" pitchFamily="2" charset="-122"/>
              </a:rPr>
              <a:t>//</a:t>
            </a:r>
            <a:r>
              <a:rPr lang="zh-CN" altLang="en-US" sz="1600" b="1" i="1" dirty="0">
                <a:solidFill>
                  <a:schemeClr val="hlink"/>
                </a:solidFill>
                <a:latin typeface="黑体" pitchFamily="2" charset="-122"/>
                <a:ea typeface="黑体" pitchFamily="2" charset="-122"/>
              </a:rPr>
              <a:t>成绩</a:t>
            </a:r>
          </a:p>
          <a:p>
            <a:pPr>
              <a:lnSpc>
                <a:spcPts val="2100"/>
              </a:lnSpc>
              <a:buFont typeface="Arial" charset="0"/>
              <a:buNone/>
            </a:pPr>
            <a:r>
              <a:rPr lang="en-US" altLang="zh-CN" sz="1600" b="1" dirty="0">
                <a:latin typeface="黑体" pitchFamily="2" charset="-122"/>
                <a:ea typeface="黑体" pitchFamily="2" charset="-122"/>
              </a:rPr>
              <a:t>      }</a:t>
            </a:r>
            <a:r>
              <a:rPr lang="zh-CN" altLang="en-US" sz="1600" b="1" dirty="0" smtClean="0">
                <a:latin typeface="黑体" pitchFamily="2" charset="-122"/>
                <a:ea typeface="黑体" pitchFamily="2" charset="-122"/>
              </a:rPr>
              <a:t>；</a:t>
            </a:r>
            <a:endParaRPr lang="zh-CN" altLang="en-US" sz="1600" b="1" dirty="0">
              <a:latin typeface="黑体" pitchFamily="2" charset="-122"/>
              <a:ea typeface="黑体" pitchFamily="2" charset="-122"/>
            </a:endParaRPr>
          </a:p>
          <a:p>
            <a:pPr>
              <a:lnSpc>
                <a:spcPts val="2100"/>
              </a:lnSpc>
              <a:buFont typeface="Arial" charset="0"/>
              <a:buNone/>
            </a:pPr>
            <a:r>
              <a:rPr lang="zh-CN" altLang="en-US" sz="1600" b="1" dirty="0">
                <a:latin typeface="黑体" pitchFamily="2" charset="-122"/>
                <a:ea typeface="黑体" pitchFamily="2" charset="-122"/>
              </a:rPr>
              <a:t>    </a:t>
            </a:r>
            <a:r>
              <a:rPr lang="zh-CN" altLang="en-US" sz="1600" b="1" dirty="0">
                <a:solidFill>
                  <a:srgbClr val="FF0000"/>
                </a:solidFill>
                <a:latin typeface="黑体" pitchFamily="2" charset="-122"/>
                <a:ea typeface="黑体" pitchFamily="2" charset="-122"/>
              </a:rPr>
              <a:t>定义了一个结构体，即定义了一种新的数据类型</a:t>
            </a:r>
            <a:r>
              <a:rPr lang="zh-CN" altLang="en-US" sz="1600" b="1" dirty="0">
                <a:latin typeface="黑体" pitchFamily="2" charset="-122"/>
                <a:ea typeface="黑体" pitchFamily="2" charset="-122"/>
              </a:rPr>
              <a:t>。</a:t>
            </a:r>
          </a:p>
          <a:p>
            <a:pPr>
              <a:lnSpc>
                <a:spcPts val="2100"/>
              </a:lnSpc>
              <a:buFont typeface="Arial" charset="0"/>
              <a:buNone/>
            </a:pPr>
            <a:r>
              <a:rPr lang="zh-CN" altLang="en-US" sz="1600" b="1" dirty="0">
                <a:latin typeface="黑体" pitchFamily="2" charset="-122"/>
                <a:ea typeface="黑体" pitchFamily="2" charset="-122"/>
              </a:rPr>
              <a:t>    在上面我们定义了名为 </a:t>
            </a:r>
            <a:r>
              <a:rPr lang="en-US" altLang="zh-CN" sz="1600" b="1" dirty="0">
                <a:latin typeface="黑体" pitchFamily="2" charset="-122"/>
                <a:ea typeface="黑体" pitchFamily="2" charset="-122"/>
              </a:rPr>
              <a:t>Student </a:t>
            </a:r>
            <a:r>
              <a:rPr lang="zh-CN" altLang="en-US" sz="1600" b="1" dirty="0">
                <a:latin typeface="黑体" pitchFamily="2" charset="-122"/>
                <a:ea typeface="黑体" pitchFamily="2" charset="-122"/>
              </a:rPr>
              <a:t>的数据类型，一个 </a:t>
            </a:r>
            <a:r>
              <a:rPr lang="en-US" altLang="zh-CN" sz="1600" b="1" dirty="0">
                <a:latin typeface="黑体" pitchFamily="2" charset="-122"/>
                <a:ea typeface="黑体" pitchFamily="2" charset="-122"/>
              </a:rPr>
              <a:t>Student </a:t>
            </a:r>
            <a:r>
              <a:rPr lang="zh-CN" altLang="en-US" sz="1600" b="1" dirty="0">
                <a:latin typeface="黑体" pitchFamily="2" charset="-122"/>
                <a:ea typeface="黑体" pitchFamily="2" charset="-122"/>
              </a:rPr>
              <a:t>类型的变量有</a:t>
            </a:r>
            <a:r>
              <a:rPr lang="en-US" altLang="zh-CN" sz="1600" b="1" dirty="0">
                <a:latin typeface="黑体" pitchFamily="2" charset="-122"/>
                <a:ea typeface="黑体" pitchFamily="2" charset="-122"/>
              </a:rPr>
              <a:t>4</a:t>
            </a:r>
            <a:r>
              <a:rPr lang="zh-CN" altLang="en-US" sz="1600" b="1" dirty="0">
                <a:latin typeface="黑体" pitchFamily="2" charset="-122"/>
                <a:ea typeface="黑体" pitchFamily="2" charset="-122"/>
              </a:rPr>
              <a:t>个成员组成：</a:t>
            </a:r>
            <a:r>
              <a:rPr lang="en-US" altLang="zh-CN" sz="1600" b="1" dirty="0" err="1">
                <a:latin typeface="黑体" pitchFamily="2" charset="-122"/>
                <a:ea typeface="黑体" pitchFamily="2" charset="-122"/>
              </a:rPr>
              <a:t>int</a:t>
            </a:r>
            <a:r>
              <a:rPr lang="zh-CN" altLang="en-US" sz="1600" b="1" dirty="0">
                <a:latin typeface="黑体" pitchFamily="2" charset="-122"/>
                <a:ea typeface="黑体" pitchFamily="2" charset="-122"/>
              </a:rPr>
              <a:t>型的</a:t>
            </a:r>
            <a:r>
              <a:rPr lang="en-US" altLang="zh-CN" sz="1600" b="1" dirty="0">
                <a:latin typeface="黑体" pitchFamily="2" charset="-122"/>
                <a:ea typeface="黑体" pitchFamily="2" charset="-122"/>
              </a:rPr>
              <a:t>num</a:t>
            </a:r>
            <a:r>
              <a:rPr lang="zh-CN" altLang="en-US" sz="1600" b="1" dirty="0">
                <a:latin typeface="黑体" pitchFamily="2" charset="-122"/>
                <a:ea typeface="黑体" pitchFamily="2" charset="-122"/>
              </a:rPr>
              <a:t>，表示学号；</a:t>
            </a:r>
            <a:r>
              <a:rPr lang="en-US" altLang="zh-CN" sz="1600" b="1" dirty="0">
                <a:latin typeface="黑体" pitchFamily="2" charset="-122"/>
                <a:ea typeface="黑体" pitchFamily="2" charset="-122"/>
              </a:rPr>
              <a:t>char</a:t>
            </a:r>
            <a:r>
              <a:rPr lang="zh-CN" altLang="en-US" sz="1600" b="1" dirty="0">
                <a:latin typeface="黑体" pitchFamily="2" charset="-122"/>
                <a:ea typeface="黑体" pitchFamily="2" charset="-122"/>
              </a:rPr>
              <a:t>型数组</a:t>
            </a:r>
            <a:r>
              <a:rPr lang="en-US" altLang="zh-CN" sz="1600" b="1" dirty="0">
                <a:latin typeface="黑体" pitchFamily="2" charset="-122"/>
                <a:ea typeface="黑体" pitchFamily="2" charset="-122"/>
              </a:rPr>
              <a:t>name</a:t>
            </a:r>
            <a:r>
              <a:rPr lang="zh-CN" altLang="en-US" sz="1600" b="1" dirty="0">
                <a:latin typeface="黑体" pitchFamily="2" charset="-122"/>
                <a:ea typeface="黑体" pitchFamily="2" charset="-122"/>
              </a:rPr>
              <a:t>，表示姓名；</a:t>
            </a:r>
            <a:r>
              <a:rPr lang="en-US" altLang="zh-CN" sz="1600" b="1" dirty="0">
                <a:latin typeface="黑体" pitchFamily="2" charset="-122"/>
                <a:ea typeface="黑体" pitchFamily="2" charset="-122"/>
              </a:rPr>
              <a:t>char</a:t>
            </a:r>
            <a:r>
              <a:rPr lang="zh-CN" altLang="en-US" sz="1600" b="1" dirty="0">
                <a:latin typeface="黑体" pitchFamily="2" charset="-122"/>
                <a:ea typeface="黑体" pitchFamily="2" charset="-122"/>
              </a:rPr>
              <a:t>型的</a:t>
            </a:r>
            <a:r>
              <a:rPr lang="en-US" altLang="zh-CN" sz="1600" b="1" dirty="0">
                <a:latin typeface="黑体" pitchFamily="2" charset="-122"/>
                <a:ea typeface="黑体" pitchFamily="2" charset="-122"/>
              </a:rPr>
              <a:t>gender</a:t>
            </a:r>
            <a:r>
              <a:rPr lang="zh-CN" altLang="en-US" sz="1600" b="1" dirty="0">
                <a:latin typeface="黑体" pitchFamily="2" charset="-122"/>
                <a:ea typeface="黑体" pitchFamily="2" charset="-122"/>
              </a:rPr>
              <a:t>，表示性别；</a:t>
            </a:r>
            <a:r>
              <a:rPr lang="en-US" altLang="zh-CN" sz="1600" b="1" dirty="0">
                <a:latin typeface="黑体" pitchFamily="2" charset="-122"/>
                <a:ea typeface="黑体" pitchFamily="2" charset="-122"/>
              </a:rPr>
              <a:t>float</a:t>
            </a:r>
            <a:r>
              <a:rPr lang="zh-CN" altLang="en-US" sz="1600" b="1" dirty="0">
                <a:latin typeface="黑体" pitchFamily="2" charset="-122"/>
                <a:ea typeface="黑体" pitchFamily="2" charset="-122"/>
              </a:rPr>
              <a:t>型的</a:t>
            </a:r>
            <a:r>
              <a:rPr lang="en-US" altLang="zh-CN" sz="1600" b="1" dirty="0">
                <a:latin typeface="黑体" pitchFamily="2" charset="-122"/>
                <a:ea typeface="黑体" pitchFamily="2" charset="-122"/>
              </a:rPr>
              <a:t>score</a:t>
            </a:r>
            <a:r>
              <a:rPr lang="zh-CN" altLang="en-US" sz="1600" b="1" dirty="0">
                <a:latin typeface="黑体" pitchFamily="2" charset="-122"/>
                <a:ea typeface="黑体" pitchFamily="2" charset="-122"/>
              </a:rPr>
              <a:t>，表示成绩。</a:t>
            </a:r>
          </a:p>
          <a:p>
            <a:pPr>
              <a:lnSpc>
                <a:spcPts val="2100"/>
              </a:lnSpc>
              <a:buFont typeface="Arial" charset="0"/>
              <a:buNone/>
            </a:pPr>
            <a:r>
              <a:rPr lang="zh-CN" altLang="en-US" sz="1600" b="1" dirty="0">
                <a:latin typeface="黑体" pitchFamily="2" charset="-122"/>
                <a:ea typeface="黑体" pitchFamily="2" charset="-122"/>
              </a:rPr>
              <a:t>    定义了新的数据类型</a:t>
            </a:r>
            <a:r>
              <a:rPr lang="en-US" altLang="zh-CN" sz="1600" b="1" dirty="0">
                <a:latin typeface="黑体" pitchFamily="2" charset="-122"/>
                <a:ea typeface="黑体" pitchFamily="2" charset="-122"/>
              </a:rPr>
              <a:t>Student</a:t>
            </a:r>
            <a:r>
              <a:rPr lang="zh-CN" altLang="en-US" sz="1600" b="1" dirty="0">
                <a:latin typeface="黑体" pitchFamily="2" charset="-122"/>
                <a:ea typeface="黑体" pitchFamily="2" charset="-122"/>
              </a:rPr>
              <a:t>之后，我们可以用它来定义变量：</a:t>
            </a:r>
            <a:r>
              <a:rPr lang="en-US" altLang="zh-CN" sz="1600" b="1" dirty="0">
                <a:latin typeface="黑体" pitchFamily="2" charset="-122"/>
                <a:ea typeface="黑体" pitchFamily="2" charset="-122"/>
              </a:rPr>
              <a:t>Student stu1,stu2;</a:t>
            </a:r>
            <a:r>
              <a:rPr lang="zh-CN" altLang="en-US" sz="1600" b="1" dirty="0">
                <a:latin typeface="黑体" pitchFamily="2" charset="-122"/>
                <a:ea typeface="黑体" pitchFamily="2" charset="-122"/>
              </a:rPr>
              <a:t>其中 </a:t>
            </a:r>
            <a:r>
              <a:rPr lang="en-US" altLang="zh-CN" sz="1600" b="1" dirty="0">
                <a:latin typeface="黑体" pitchFamily="2" charset="-122"/>
                <a:ea typeface="黑体" pitchFamily="2" charset="-122"/>
              </a:rPr>
              <a:t>stu1,stu2</a:t>
            </a:r>
            <a:r>
              <a:rPr lang="zh-CN" altLang="en-US" sz="1600" b="1" dirty="0">
                <a:latin typeface="黑体" pitchFamily="2" charset="-122"/>
                <a:ea typeface="黑体" pitchFamily="2" charset="-122"/>
              </a:rPr>
              <a:t>即为结构体变量。</a:t>
            </a:r>
          </a:p>
          <a:p>
            <a:pPr>
              <a:lnSpc>
                <a:spcPts val="2100"/>
              </a:lnSpc>
              <a:buFont typeface="Arial" charset="0"/>
              <a:buNone/>
            </a:pPr>
            <a:r>
              <a:rPr lang="zh-CN" altLang="en-US" sz="1600" b="1" dirty="0">
                <a:latin typeface="黑体" pitchFamily="2" charset="-122"/>
                <a:ea typeface="黑体" pitchFamily="2" charset="-122"/>
              </a:rPr>
              <a:t>    要注意结构体类型是一个存储模型，本身不占内存，仅当定义其变量时，系统才按此存储模型为其变量分配相应的内存。</a:t>
            </a:r>
            <a:endParaRPr lang="en-US" altLang="zh-CN" sz="1600" b="1" i="1" dirty="0">
              <a:solidFill>
                <a:schemeClr val="hlink"/>
              </a:solidFill>
              <a:latin typeface="黑体" pitchFamily="2" charset="-122"/>
              <a:ea typeface="黑体" pitchFamily="2" charset="-122"/>
            </a:endParaRPr>
          </a:p>
        </p:txBody>
      </p:sp>
    </p:spTree>
    <p:extLst>
      <p:ext uri="{BB962C8B-B14F-4D97-AF65-F5344CB8AC3E}">
        <p14:creationId xmlns:p14="http://schemas.microsoft.com/office/powerpoint/2010/main" val="1418618539"/>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3"/>
          <p:cNvGrpSpPr/>
          <p:nvPr/>
        </p:nvGrpSpPr>
        <p:grpSpPr>
          <a:xfrm>
            <a:off x="-23495" y="-113665"/>
            <a:ext cx="4674235" cy="787861"/>
            <a:chOff x="201757" y="129906"/>
            <a:chExt cx="6264696" cy="1096834"/>
          </a:xfrm>
        </p:grpSpPr>
        <p:pic>
          <p:nvPicPr>
            <p:cNvPr id="19473" name="Picture 9" descr="F:\ppt素材\图标\我收集的图标\字体\3.png"/>
            <p:cNvPicPr>
              <a:picLocks noChangeAspect="1"/>
            </p:cNvPicPr>
            <p:nvPr/>
          </p:nvPicPr>
          <p:blipFill>
            <a:blip r:embed="rId2"/>
            <a:stretch>
              <a:fillRect/>
            </a:stretch>
          </p:blipFill>
          <p:spPr>
            <a:xfrm rot="5400000">
              <a:off x="2884210" y="-2418911"/>
              <a:ext cx="899790" cy="6264696"/>
            </a:xfrm>
            <a:prstGeom prst="rect">
              <a:avLst/>
            </a:prstGeom>
            <a:noFill/>
            <a:ln w="9525">
              <a:noFill/>
            </a:ln>
          </p:spPr>
        </p:pic>
        <p:pic>
          <p:nvPicPr>
            <p:cNvPr id="19474" name="Picture 6" descr="F:\超棒ppt模板\中国风\中国风物件\maobi.png"/>
            <p:cNvPicPr>
              <a:picLocks noChangeAspect="1"/>
            </p:cNvPicPr>
            <p:nvPr/>
          </p:nvPicPr>
          <p:blipFill>
            <a:blip r:embed="rId3"/>
            <a:stretch>
              <a:fillRect/>
            </a:stretch>
          </p:blipFill>
          <p:spPr>
            <a:xfrm>
              <a:off x="308134" y="129906"/>
              <a:ext cx="775209" cy="775006"/>
            </a:xfrm>
            <a:prstGeom prst="rect">
              <a:avLst/>
            </a:prstGeom>
            <a:noFill/>
            <a:ln w="9525">
              <a:noFill/>
            </a:ln>
          </p:spPr>
        </p:pic>
        <p:sp>
          <p:nvSpPr>
            <p:cNvPr id="19475" name="TextBox 2"/>
            <p:cNvSpPr txBox="1"/>
            <p:nvPr/>
          </p:nvSpPr>
          <p:spPr>
            <a:xfrm>
              <a:off x="1083609" y="500071"/>
              <a:ext cx="2844474" cy="726669"/>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eaLnBrk="1" hangingPunct="1">
                <a:lnSpc>
                  <a:spcPct val="100000"/>
                </a:lnSpc>
                <a:spcBef>
                  <a:spcPct val="0"/>
                </a:spcBef>
                <a:buNone/>
              </a:pPr>
              <a:r>
                <a:rPr lang="zh-CN" altLang="en-US" b="1" dirty="0">
                  <a:solidFill>
                    <a:schemeClr val="bg1"/>
                  </a:solidFill>
                  <a:latin typeface="楷体" panose="02010609060101010101" pitchFamily="1" charset="-122"/>
                  <a:ea typeface="楷体" panose="02010609060101010101" pitchFamily="1" charset="-122"/>
                </a:rPr>
                <a:t>结构体</a:t>
              </a:r>
            </a:p>
          </p:txBody>
        </p:sp>
      </p:grpSp>
      <p:pic>
        <p:nvPicPr>
          <p:cNvPr id="4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4835" y="4641215"/>
            <a:ext cx="965200" cy="50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4" descr="T)FEY@_6@@TQH4KGS{68[$T"/>
          <p:cNvPicPr>
            <a:picLocks noChangeAspect="1" noChangeArrowheads="1"/>
          </p:cNvPicPr>
          <p:nvPr/>
        </p:nvPicPr>
        <p:blipFill>
          <a:blip r:embed="rId5"/>
          <a:srcRect/>
          <a:stretch>
            <a:fillRect/>
          </a:stretch>
        </p:blipFill>
        <p:spPr bwMode="auto">
          <a:xfrm>
            <a:off x="1071538" y="642924"/>
            <a:ext cx="6748481" cy="4055352"/>
          </a:xfrm>
          <a:prstGeom prst="rect">
            <a:avLst/>
          </a:prstGeom>
          <a:noFill/>
        </p:spPr>
      </p:pic>
    </p:spTree>
    <p:extLst>
      <p:ext uri="{BB962C8B-B14F-4D97-AF65-F5344CB8AC3E}">
        <p14:creationId xmlns:p14="http://schemas.microsoft.com/office/powerpoint/2010/main" val="373037325"/>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组合 3"/>
          <p:cNvGrpSpPr/>
          <p:nvPr/>
        </p:nvGrpSpPr>
        <p:grpSpPr>
          <a:xfrm>
            <a:off x="-23495" y="-113665"/>
            <a:ext cx="4674235" cy="787861"/>
            <a:chOff x="201757" y="129906"/>
            <a:chExt cx="6264696" cy="1096834"/>
          </a:xfrm>
        </p:grpSpPr>
        <p:pic>
          <p:nvPicPr>
            <p:cNvPr id="19473" name="Picture 9" descr="F:\ppt素材\图标\我收集的图标\字体\3.png"/>
            <p:cNvPicPr>
              <a:picLocks noChangeAspect="1"/>
            </p:cNvPicPr>
            <p:nvPr/>
          </p:nvPicPr>
          <p:blipFill>
            <a:blip r:embed="rId2"/>
            <a:stretch>
              <a:fillRect/>
            </a:stretch>
          </p:blipFill>
          <p:spPr>
            <a:xfrm rot="5400000">
              <a:off x="2884210" y="-2418911"/>
              <a:ext cx="899790" cy="6264696"/>
            </a:xfrm>
            <a:prstGeom prst="rect">
              <a:avLst/>
            </a:prstGeom>
            <a:noFill/>
            <a:ln w="9525">
              <a:noFill/>
            </a:ln>
          </p:spPr>
        </p:pic>
        <p:pic>
          <p:nvPicPr>
            <p:cNvPr id="19474" name="Picture 6" descr="F:\超棒ppt模板\中国风\中国风物件\maobi.png"/>
            <p:cNvPicPr>
              <a:picLocks noChangeAspect="1"/>
            </p:cNvPicPr>
            <p:nvPr/>
          </p:nvPicPr>
          <p:blipFill>
            <a:blip r:embed="rId3"/>
            <a:stretch>
              <a:fillRect/>
            </a:stretch>
          </p:blipFill>
          <p:spPr>
            <a:xfrm>
              <a:off x="308134" y="129906"/>
              <a:ext cx="775209" cy="775006"/>
            </a:xfrm>
            <a:prstGeom prst="rect">
              <a:avLst/>
            </a:prstGeom>
            <a:noFill/>
            <a:ln w="9525">
              <a:noFill/>
            </a:ln>
          </p:spPr>
        </p:pic>
        <p:sp>
          <p:nvSpPr>
            <p:cNvPr id="19475" name="TextBox 2"/>
            <p:cNvSpPr txBox="1"/>
            <p:nvPr/>
          </p:nvSpPr>
          <p:spPr>
            <a:xfrm>
              <a:off x="1083609" y="500071"/>
              <a:ext cx="2844474" cy="726669"/>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eaLnBrk="1" hangingPunct="1">
                <a:lnSpc>
                  <a:spcPct val="100000"/>
                </a:lnSpc>
                <a:spcBef>
                  <a:spcPct val="0"/>
                </a:spcBef>
                <a:buNone/>
              </a:pPr>
              <a:r>
                <a:rPr lang="zh-CN" altLang="en-US" b="1" dirty="0">
                  <a:solidFill>
                    <a:schemeClr val="bg1"/>
                  </a:solidFill>
                  <a:latin typeface="楷体" panose="02010609060101010101" pitchFamily="1" charset="-122"/>
                  <a:ea typeface="楷体" panose="02010609060101010101" pitchFamily="1" charset="-122"/>
                </a:rPr>
                <a:t>结构体</a:t>
              </a:r>
            </a:p>
          </p:txBody>
        </p:sp>
      </p:grpSp>
      <p:pic>
        <p:nvPicPr>
          <p:cNvPr id="4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4835" y="4641215"/>
            <a:ext cx="965200" cy="50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文本框 3"/>
          <p:cNvSpPr txBox="1"/>
          <p:nvPr/>
        </p:nvSpPr>
        <p:spPr>
          <a:xfrm>
            <a:off x="374015" y="719455"/>
            <a:ext cx="8162925" cy="3969385"/>
          </a:xfrm>
          <a:prstGeom prst="rect">
            <a:avLst/>
          </a:prstGeom>
          <a:noFill/>
        </p:spPr>
        <p:txBody>
          <a:bodyPr wrap="square" rtlCol="0">
            <a:spAutoFit/>
          </a:bodyPr>
          <a:lstStyle/>
          <a:p>
            <a:pPr>
              <a:lnSpc>
                <a:spcPct val="150000"/>
              </a:lnSpc>
            </a:pPr>
            <a:r>
              <a:rPr lang="zh-CN" altLang="en-US" sz="1400" dirty="0" smtClean="0">
                <a:effectLst/>
                <a:latin typeface="微软雅黑" panose="020B0503020204020204" charset="-122"/>
                <a:ea typeface="微软雅黑" panose="020B0503020204020204" charset="-122"/>
                <a:sym typeface="+mn-ea"/>
              </a:rPr>
              <a:t>经常</a:t>
            </a:r>
            <a:r>
              <a:rPr lang="zh-CN" altLang="en-US" sz="1400" dirty="0">
                <a:effectLst/>
                <a:latin typeface="微软雅黑" panose="020B0503020204020204" charset="-122"/>
                <a:ea typeface="微软雅黑" panose="020B0503020204020204" charset="-122"/>
                <a:sym typeface="+mn-ea"/>
              </a:rPr>
              <a:t>需要记录每个对象的多个数据：每位同学的学号，姓名，成绩等信息，类型不一样。</a:t>
            </a:r>
          </a:p>
          <a:p>
            <a:pPr>
              <a:lnSpc>
                <a:spcPct val="150000"/>
              </a:lnSpc>
            </a:pPr>
            <a:r>
              <a:rPr lang="zh-CN" altLang="en-US" sz="1400" dirty="0">
                <a:effectLst/>
                <a:latin typeface="微软雅黑" panose="020B0503020204020204" charset="-122"/>
                <a:ea typeface="微软雅黑" panose="020B0503020204020204" charset="-122"/>
                <a:sym typeface="+mn-ea"/>
              </a:rPr>
              <a:t>需要用到一种构造数据类型：</a:t>
            </a:r>
            <a:r>
              <a:rPr lang="zh-CN" altLang="en-US" sz="1400" b="1" dirty="0">
                <a:solidFill>
                  <a:srgbClr val="FF0000"/>
                </a:solidFill>
                <a:effectLst/>
                <a:latin typeface="微软雅黑" panose="020B0503020204020204" charset="-122"/>
                <a:ea typeface="微软雅黑" panose="020B0503020204020204" charset="-122"/>
                <a:sym typeface="+mn-ea"/>
              </a:rPr>
              <a:t>结构体</a:t>
            </a:r>
          </a:p>
          <a:p>
            <a:pPr>
              <a:lnSpc>
                <a:spcPct val="150000"/>
              </a:lnSpc>
            </a:pPr>
            <a:r>
              <a:rPr lang="zh-CN" altLang="en-US" sz="1400" dirty="0">
                <a:effectLst/>
                <a:latin typeface="微软雅黑" panose="020B0503020204020204" charset="-122"/>
                <a:ea typeface="微软雅黑" panose="020B0503020204020204" charset="-122"/>
                <a:sym typeface="+mn-ea"/>
              </a:rPr>
              <a:t>先定义结构体，然后定义结构体变量：</a:t>
            </a:r>
            <a:endParaRPr lang="zh-CN" altLang="en-US" sz="1400" b="1" dirty="0">
              <a:solidFill>
                <a:srgbClr val="FF0000"/>
              </a:solidFill>
              <a:effectLst/>
              <a:latin typeface="微软雅黑" panose="020B0503020204020204" charset="-122"/>
              <a:ea typeface="微软雅黑" panose="020B0503020204020204" charset="-122"/>
              <a:sym typeface="+mn-ea"/>
            </a:endParaRPr>
          </a:p>
          <a:p>
            <a:pPr marL="0" lvl="0" indent="0" algn="l">
              <a:lnSpc>
                <a:spcPct val="150000"/>
              </a:lnSpc>
              <a:buNone/>
            </a:pPr>
            <a:r>
              <a:rPr lang="zh-CN" altLang="en-US" sz="1400" dirty="0">
                <a:effectLst/>
                <a:latin typeface="微软雅黑" panose="020B0503020204020204" charset="-122"/>
                <a:ea typeface="微软雅黑" panose="020B0503020204020204" charset="-122"/>
                <a:sym typeface="+mn-ea"/>
              </a:rPr>
              <a:t>先定义</a:t>
            </a:r>
            <a:r>
              <a:rPr lang="zh-CN" altLang="en-US" sz="1400" dirty="0" smtClean="0">
                <a:effectLst/>
                <a:latin typeface="微软雅黑" panose="020B0503020204020204" charset="-122"/>
                <a:ea typeface="微软雅黑" panose="020B0503020204020204" charset="-122"/>
                <a:sym typeface="+mn-ea"/>
              </a:rPr>
              <a:t>结构体（类型）：</a:t>
            </a:r>
            <a:endParaRPr lang="zh-CN" altLang="en-US" sz="1400" dirty="0">
              <a:solidFill>
                <a:schemeClr val="tx1"/>
              </a:solidFill>
              <a:effectLst/>
              <a:latin typeface="微软雅黑" panose="020B0503020204020204" charset="-122"/>
              <a:ea typeface="微软雅黑" panose="020B0503020204020204" charset="-122"/>
            </a:endParaRPr>
          </a:p>
          <a:p>
            <a:pPr marL="0" lvl="0" indent="0" algn="l">
              <a:lnSpc>
                <a:spcPct val="150000"/>
              </a:lnSpc>
              <a:buNone/>
            </a:pPr>
            <a:r>
              <a:rPr lang="zh-CN" altLang="en-US" sz="1400" b="1" dirty="0">
                <a:solidFill>
                  <a:srgbClr val="FF0000"/>
                </a:solidFill>
                <a:effectLst/>
                <a:latin typeface="微软雅黑" panose="020B0503020204020204" charset="-122"/>
                <a:ea typeface="微软雅黑" panose="020B0503020204020204" charset="-122"/>
                <a:sym typeface="+mn-ea"/>
              </a:rPr>
              <a:t>struct 结构体名{</a:t>
            </a:r>
            <a:endParaRPr lang="zh-CN" altLang="en-US" sz="1400" b="1" dirty="0">
              <a:solidFill>
                <a:srgbClr val="FF0000"/>
              </a:solidFill>
              <a:effectLst/>
              <a:latin typeface="微软雅黑" panose="020B0503020204020204" charset="-122"/>
              <a:ea typeface="微软雅黑" panose="020B0503020204020204" charset="-122"/>
            </a:endParaRPr>
          </a:p>
          <a:p>
            <a:pPr marL="0" lvl="0" indent="0" algn="l">
              <a:lnSpc>
                <a:spcPct val="150000"/>
              </a:lnSpc>
              <a:buNone/>
            </a:pPr>
            <a:r>
              <a:rPr lang="zh-CN" altLang="en-US" sz="1400" b="1" dirty="0">
                <a:solidFill>
                  <a:srgbClr val="FF0000"/>
                </a:solidFill>
                <a:latin typeface="微软雅黑" panose="020B0503020204020204" charset="-122"/>
                <a:ea typeface="微软雅黑" panose="020B0503020204020204" charset="-122"/>
                <a:sym typeface="+mn-ea"/>
              </a:rPr>
              <a:t> </a:t>
            </a:r>
            <a:r>
              <a:rPr lang="zh-CN" altLang="en-US" sz="1400" b="1" dirty="0" smtClean="0">
                <a:solidFill>
                  <a:srgbClr val="FF0000"/>
                </a:solidFill>
                <a:latin typeface="微软雅黑" panose="020B0503020204020204" charset="-122"/>
                <a:ea typeface="微软雅黑" panose="020B0503020204020204" charset="-122"/>
                <a:sym typeface="+mn-ea"/>
              </a:rPr>
              <a:t>      </a:t>
            </a:r>
            <a:r>
              <a:rPr lang="zh-CN" altLang="en-US" sz="1400" b="1" dirty="0" smtClean="0">
                <a:solidFill>
                  <a:srgbClr val="FF0000"/>
                </a:solidFill>
                <a:effectLst/>
                <a:latin typeface="微软雅黑" panose="020B0503020204020204" charset="-122"/>
                <a:ea typeface="微软雅黑" panose="020B0503020204020204" charset="-122"/>
                <a:sym typeface="+mn-ea"/>
              </a:rPr>
              <a:t>成员</a:t>
            </a:r>
            <a:r>
              <a:rPr lang="zh-CN" altLang="en-US" sz="1400" b="1" dirty="0">
                <a:solidFill>
                  <a:srgbClr val="FF0000"/>
                </a:solidFill>
                <a:effectLst/>
                <a:latin typeface="微软雅黑" panose="020B0503020204020204" charset="-122"/>
                <a:ea typeface="微软雅黑" panose="020B0503020204020204" charset="-122"/>
                <a:sym typeface="+mn-ea"/>
              </a:rPr>
              <a:t>列表；</a:t>
            </a:r>
            <a:endParaRPr lang="zh-CN" altLang="en-US" sz="1400" b="1" dirty="0">
              <a:solidFill>
                <a:srgbClr val="FF0000"/>
              </a:solidFill>
              <a:effectLst/>
              <a:latin typeface="微软雅黑" panose="020B0503020204020204" charset="-122"/>
              <a:ea typeface="微软雅黑" panose="020B0503020204020204" charset="-122"/>
            </a:endParaRPr>
          </a:p>
          <a:p>
            <a:pPr marL="0" lvl="0" indent="0" algn="l">
              <a:lnSpc>
                <a:spcPct val="150000"/>
              </a:lnSpc>
              <a:buNone/>
            </a:pPr>
            <a:r>
              <a:rPr lang="zh-CN" altLang="en-US" sz="1400" b="1" dirty="0" smtClean="0">
                <a:solidFill>
                  <a:srgbClr val="FF0000"/>
                </a:solidFill>
                <a:effectLst/>
                <a:latin typeface="微软雅黑" panose="020B0503020204020204" charset="-122"/>
                <a:ea typeface="微软雅黑" panose="020B0503020204020204" charset="-122"/>
                <a:sym typeface="+mn-ea"/>
              </a:rPr>
              <a:t>       成员</a:t>
            </a:r>
            <a:r>
              <a:rPr lang="zh-CN" altLang="en-US" sz="1400" b="1" dirty="0">
                <a:solidFill>
                  <a:srgbClr val="FF0000"/>
                </a:solidFill>
                <a:effectLst/>
                <a:latin typeface="微软雅黑" panose="020B0503020204020204" charset="-122"/>
                <a:ea typeface="微软雅黑" panose="020B0503020204020204" charset="-122"/>
                <a:sym typeface="+mn-ea"/>
              </a:rPr>
              <a:t>函数；</a:t>
            </a:r>
            <a:endParaRPr lang="zh-CN" altLang="en-US" sz="1400" b="1" dirty="0">
              <a:solidFill>
                <a:srgbClr val="FF0000"/>
              </a:solidFill>
              <a:effectLst/>
              <a:latin typeface="微软雅黑" panose="020B0503020204020204" charset="-122"/>
              <a:ea typeface="微软雅黑" panose="020B0503020204020204" charset="-122"/>
            </a:endParaRPr>
          </a:p>
          <a:p>
            <a:pPr marL="0" lvl="0" indent="0" algn="l">
              <a:lnSpc>
                <a:spcPct val="150000"/>
              </a:lnSpc>
              <a:buNone/>
            </a:pPr>
            <a:r>
              <a:rPr lang="zh-CN" altLang="en-US" sz="1400" b="1" dirty="0">
                <a:solidFill>
                  <a:srgbClr val="FF0000"/>
                </a:solidFill>
                <a:effectLst/>
                <a:latin typeface="微软雅黑" panose="020B0503020204020204" charset="-122"/>
                <a:ea typeface="微软雅黑" panose="020B0503020204020204" charset="-122"/>
                <a:sym typeface="+mn-ea"/>
              </a:rPr>
              <a:t>}；</a:t>
            </a:r>
          </a:p>
          <a:p>
            <a:pPr marL="0" lvl="0" indent="0" algn="l">
              <a:lnSpc>
                <a:spcPct val="150000"/>
              </a:lnSpc>
              <a:buNone/>
            </a:pPr>
            <a:r>
              <a:rPr lang="zh-CN" altLang="en-US" sz="1400" dirty="0">
                <a:effectLst/>
                <a:latin typeface="微软雅黑" panose="020B0503020204020204" charset="-122"/>
                <a:ea typeface="微软雅黑" panose="020B0503020204020204" charset="-122"/>
                <a:sym typeface="+mn-ea"/>
              </a:rPr>
              <a:t>再定义结构体变量：</a:t>
            </a:r>
            <a:endParaRPr lang="zh-CN" altLang="en-US" sz="1400" dirty="0">
              <a:solidFill>
                <a:schemeClr val="tx1"/>
              </a:solidFill>
              <a:effectLst/>
              <a:latin typeface="微软雅黑" panose="020B0503020204020204" charset="-122"/>
              <a:ea typeface="微软雅黑" panose="020B0503020204020204" charset="-122"/>
            </a:endParaRPr>
          </a:p>
          <a:p>
            <a:pPr marL="0" lvl="0" indent="0" algn="l">
              <a:lnSpc>
                <a:spcPct val="150000"/>
              </a:lnSpc>
              <a:buNone/>
            </a:pPr>
            <a:r>
              <a:rPr lang="zh-CN" altLang="en-US" sz="1400" b="1" dirty="0">
                <a:solidFill>
                  <a:srgbClr val="FF0000"/>
                </a:solidFill>
                <a:effectLst/>
                <a:latin typeface="微软雅黑" panose="020B0503020204020204" charset="-122"/>
                <a:ea typeface="微软雅黑" panose="020B0503020204020204" charset="-122"/>
                <a:sym typeface="+mn-ea"/>
              </a:rPr>
              <a:t>结构体名 结构体变量；</a:t>
            </a:r>
          </a:p>
          <a:p>
            <a:pPr marL="0" lvl="0" indent="0" algn="l">
              <a:lnSpc>
                <a:spcPct val="150000"/>
              </a:lnSpc>
              <a:buNone/>
            </a:pPr>
            <a:endParaRPr lang="zh-CN" altLang="en-US" sz="1400" dirty="0">
              <a:effectLst/>
              <a:latin typeface="微软雅黑" panose="020B0503020204020204" charset="-122"/>
              <a:ea typeface="微软雅黑" panose="020B0503020204020204" charset="-122"/>
              <a:sym typeface="+mn-ea"/>
            </a:endParaRPr>
          </a:p>
          <a:p>
            <a:pPr marL="0" lvl="0" indent="0" algn="l">
              <a:lnSpc>
                <a:spcPct val="150000"/>
              </a:lnSpc>
              <a:buNone/>
            </a:pPr>
            <a:endParaRPr lang="zh-CN" altLang="en-US" sz="1400" dirty="0">
              <a:latin typeface="隶书" panose="02010509060101010101" charset="-122"/>
              <a:ea typeface="隶书" panose="02010509060101010101" charset="-122"/>
              <a:cs typeface="隶书" panose="02010509060101010101" charset="-122"/>
            </a:endParaRPr>
          </a:p>
        </p:txBody>
      </p:sp>
      <p:sp>
        <p:nvSpPr>
          <p:cNvPr id="8" name="文本框 3"/>
          <p:cNvSpPr txBox="1"/>
          <p:nvPr/>
        </p:nvSpPr>
        <p:spPr>
          <a:xfrm>
            <a:off x="4455477" y="1526901"/>
            <a:ext cx="3384376" cy="2354491"/>
          </a:xfrm>
          <a:prstGeom prst="rect">
            <a:avLst/>
          </a:prstGeom>
          <a:noFill/>
          <a:ln w="25400">
            <a:solidFill>
              <a:schemeClr val="bg1">
                <a:lumMod val="65000"/>
              </a:schemeClr>
            </a:solidFill>
          </a:ln>
        </p:spPr>
        <p:txBody>
          <a:bodyPr wrap="square" rtlCol="0">
            <a:spAutoFit/>
          </a:bodyPr>
          <a:lstStyle/>
          <a:p>
            <a:pPr marL="0" lvl="0" indent="0" algn="l">
              <a:lnSpc>
                <a:spcPct val="150000"/>
              </a:lnSpc>
              <a:buNone/>
            </a:pPr>
            <a:r>
              <a:rPr lang="zh-CN" altLang="en-US" sz="1400" dirty="0">
                <a:effectLst/>
                <a:latin typeface="微软雅黑" panose="020B0503020204020204" charset="-122"/>
                <a:ea typeface="微软雅黑" panose="020B0503020204020204" charset="-122"/>
                <a:sym typeface="+mn-ea"/>
              </a:rPr>
              <a:t>如：</a:t>
            </a:r>
            <a:endParaRPr lang="zh-CN" altLang="en-US" sz="1400" dirty="0">
              <a:solidFill>
                <a:schemeClr val="tx1"/>
              </a:solidFill>
              <a:effectLst/>
              <a:latin typeface="微软雅黑" panose="020B0503020204020204" charset="-122"/>
              <a:ea typeface="微软雅黑" panose="020B0503020204020204" charset="-122"/>
            </a:endParaRPr>
          </a:p>
          <a:p>
            <a:pPr marL="0" lvl="0" indent="0" algn="l">
              <a:lnSpc>
                <a:spcPct val="150000"/>
              </a:lnSpc>
              <a:buNone/>
            </a:pPr>
            <a:r>
              <a:rPr lang="zh-CN" altLang="en-US" sz="1400" b="1" dirty="0">
                <a:solidFill>
                  <a:srgbClr val="FF0000"/>
                </a:solidFill>
                <a:effectLst/>
                <a:latin typeface="微软雅黑" panose="020B0503020204020204" charset="-122"/>
                <a:ea typeface="微软雅黑" panose="020B0503020204020204" charset="-122"/>
                <a:sym typeface="+mn-ea"/>
              </a:rPr>
              <a:t>struct</a:t>
            </a:r>
            <a:r>
              <a:rPr lang="zh-CN" altLang="en-US" sz="1400" dirty="0">
                <a:effectLst/>
                <a:latin typeface="微软雅黑" panose="020B0503020204020204" charset="-122"/>
                <a:ea typeface="微软雅黑" panose="020B0503020204020204" charset="-122"/>
                <a:sym typeface="+mn-ea"/>
              </a:rPr>
              <a:t> </a:t>
            </a:r>
            <a:r>
              <a:rPr lang="zh-CN" altLang="en-US" sz="1400" b="1" dirty="0">
                <a:solidFill>
                  <a:srgbClr val="0066FF"/>
                </a:solidFill>
                <a:effectLst/>
                <a:latin typeface="微软雅黑" panose="020B0503020204020204" charset="-122"/>
                <a:ea typeface="微软雅黑" panose="020B0503020204020204" charset="-122"/>
                <a:sym typeface="+mn-ea"/>
              </a:rPr>
              <a:t>student</a:t>
            </a:r>
            <a:r>
              <a:rPr lang="zh-CN" altLang="en-US" sz="1400" dirty="0">
                <a:effectLst/>
                <a:latin typeface="微软雅黑" panose="020B0503020204020204" charset="-122"/>
                <a:ea typeface="微软雅黑" panose="020B0503020204020204" charset="-122"/>
                <a:sym typeface="+mn-ea"/>
              </a:rPr>
              <a:t>{</a:t>
            </a:r>
          </a:p>
          <a:p>
            <a:pPr marL="0" lvl="0" indent="0" algn="l">
              <a:lnSpc>
                <a:spcPct val="150000"/>
              </a:lnSpc>
              <a:buNone/>
            </a:pPr>
            <a:r>
              <a:rPr lang="zh-CN" altLang="en-US" sz="1400" dirty="0">
                <a:effectLst/>
                <a:latin typeface="微软雅黑" panose="020B0503020204020204" charset="-122"/>
                <a:ea typeface="微软雅黑" panose="020B0503020204020204" charset="-122"/>
                <a:sym typeface="+mn-ea"/>
              </a:rPr>
              <a:t>    int </a:t>
            </a:r>
            <a:r>
              <a:rPr lang="en-US" altLang="zh-CN" sz="1400" dirty="0" err="1" smtClean="0">
                <a:effectLst/>
                <a:latin typeface="微软雅黑" panose="020B0503020204020204" charset="-122"/>
                <a:ea typeface="微软雅黑" panose="020B0503020204020204" charset="-122"/>
                <a:sym typeface="+mn-ea"/>
              </a:rPr>
              <a:t>xh</a:t>
            </a:r>
            <a:r>
              <a:rPr lang="zh-CN" altLang="en-US" sz="1400" dirty="0" smtClean="0">
                <a:effectLst/>
                <a:latin typeface="微软雅黑" panose="020B0503020204020204" charset="-122"/>
                <a:ea typeface="微软雅黑" panose="020B0503020204020204" charset="-122"/>
                <a:sym typeface="+mn-ea"/>
              </a:rPr>
              <a:t>;</a:t>
            </a:r>
            <a:endParaRPr lang="en-US" altLang="zh-CN" sz="1400" dirty="0" smtClean="0">
              <a:effectLst/>
              <a:latin typeface="微软雅黑" panose="020B0503020204020204" charset="-122"/>
              <a:ea typeface="微软雅黑" panose="020B0503020204020204" charset="-122"/>
              <a:sym typeface="+mn-ea"/>
            </a:endParaRPr>
          </a:p>
          <a:p>
            <a:pPr marL="0" lvl="0" indent="0" algn="l">
              <a:lnSpc>
                <a:spcPct val="150000"/>
              </a:lnSpc>
              <a:buNone/>
            </a:pPr>
            <a:r>
              <a:rPr lang="en-US" altLang="zh-CN" sz="1400" dirty="0">
                <a:latin typeface="微软雅黑" panose="020B0503020204020204" charset="-122"/>
                <a:ea typeface="微软雅黑" panose="020B0503020204020204" charset="-122"/>
                <a:sym typeface="+mn-ea"/>
              </a:rPr>
              <a:t> </a:t>
            </a:r>
            <a:r>
              <a:rPr lang="en-US" altLang="zh-CN" sz="1400" dirty="0" smtClean="0">
                <a:latin typeface="微软雅黑" panose="020B0503020204020204" charset="-122"/>
                <a:ea typeface="微软雅黑" panose="020B0503020204020204" charset="-122"/>
                <a:sym typeface="+mn-ea"/>
              </a:rPr>
              <a:t>   string  name;</a:t>
            </a:r>
            <a:endParaRPr lang="zh-CN" altLang="en-US" sz="1400" dirty="0">
              <a:effectLst/>
              <a:latin typeface="微软雅黑" panose="020B0503020204020204" charset="-122"/>
              <a:ea typeface="微软雅黑" panose="020B0503020204020204" charset="-122"/>
              <a:sym typeface="+mn-ea"/>
            </a:endParaRPr>
          </a:p>
          <a:p>
            <a:pPr marL="0" lvl="0" indent="0" algn="l">
              <a:lnSpc>
                <a:spcPct val="150000"/>
              </a:lnSpc>
              <a:buNone/>
            </a:pPr>
            <a:r>
              <a:rPr lang="zh-CN" altLang="en-US" sz="1400" dirty="0">
                <a:effectLst/>
                <a:latin typeface="微软雅黑" panose="020B0503020204020204" charset="-122"/>
                <a:ea typeface="微软雅黑" panose="020B0503020204020204" charset="-122"/>
                <a:sym typeface="+mn-ea"/>
              </a:rPr>
              <a:t>   </a:t>
            </a:r>
            <a:r>
              <a:rPr lang="zh-CN" altLang="en-US" sz="1400" dirty="0" smtClean="0">
                <a:effectLst/>
                <a:latin typeface="微软雅黑" panose="020B0503020204020204" charset="-122"/>
                <a:ea typeface="微软雅黑" panose="020B0503020204020204" charset="-122"/>
                <a:sym typeface="+mn-ea"/>
              </a:rPr>
              <a:t> double </a:t>
            </a:r>
            <a:r>
              <a:rPr lang="en-US" altLang="zh-CN" sz="1400" dirty="0" err="1" smtClean="0">
                <a:effectLst/>
                <a:latin typeface="微软雅黑" panose="020B0503020204020204" charset="-122"/>
                <a:ea typeface="微软雅黑" panose="020B0503020204020204" charset="-122"/>
                <a:sym typeface="+mn-ea"/>
              </a:rPr>
              <a:t>cj</a:t>
            </a:r>
            <a:r>
              <a:rPr lang="zh-CN" altLang="en-US" sz="1400" dirty="0" smtClean="0">
                <a:effectLst/>
                <a:latin typeface="微软雅黑" panose="020B0503020204020204" charset="-122"/>
                <a:ea typeface="微软雅黑" panose="020B0503020204020204" charset="-122"/>
                <a:sym typeface="+mn-ea"/>
              </a:rPr>
              <a:t>;</a:t>
            </a:r>
            <a:endParaRPr lang="zh-CN" altLang="en-US" sz="1400" dirty="0">
              <a:effectLst/>
              <a:latin typeface="微软雅黑" panose="020B0503020204020204" charset="-122"/>
              <a:ea typeface="微软雅黑" panose="020B0503020204020204" charset="-122"/>
              <a:sym typeface="+mn-ea"/>
            </a:endParaRPr>
          </a:p>
          <a:p>
            <a:pPr marL="0" lvl="0" indent="0" algn="l">
              <a:lnSpc>
                <a:spcPct val="150000"/>
              </a:lnSpc>
              <a:buNone/>
            </a:pPr>
            <a:r>
              <a:rPr lang="zh-CN" altLang="en-US" sz="1400" dirty="0">
                <a:effectLst/>
                <a:latin typeface="微软雅黑" panose="020B0503020204020204" charset="-122"/>
                <a:ea typeface="微软雅黑" panose="020B0503020204020204" charset="-122"/>
                <a:sym typeface="+mn-ea"/>
              </a:rPr>
              <a:t>};</a:t>
            </a:r>
            <a:endParaRPr lang="zh-CN" altLang="en-US" sz="1400" dirty="0">
              <a:solidFill>
                <a:schemeClr val="tx1"/>
              </a:solidFill>
              <a:effectLst/>
              <a:latin typeface="微软雅黑" panose="020B0503020204020204" charset="-122"/>
              <a:ea typeface="微软雅黑" panose="020B0503020204020204" charset="-122"/>
            </a:endParaRPr>
          </a:p>
          <a:p>
            <a:pPr marL="0" lvl="0" indent="0" algn="l">
              <a:lnSpc>
                <a:spcPct val="150000"/>
              </a:lnSpc>
              <a:buNone/>
            </a:pPr>
            <a:r>
              <a:rPr lang="zh-CN" altLang="en-US" sz="1400" b="1" dirty="0">
                <a:solidFill>
                  <a:srgbClr val="0066FF"/>
                </a:solidFill>
                <a:effectLst/>
                <a:latin typeface="微软雅黑" panose="020B0503020204020204" charset="-122"/>
                <a:ea typeface="微软雅黑" panose="020B0503020204020204" charset="-122"/>
                <a:sym typeface="+mn-ea"/>
              </a:rPr>
              <a:t>student</a:t>
            </a:r>
            <a:r>
              <a:rPr lang="zh-CN" altLang="en-US" sz="1400" dirty="0">
                <a:effectLst/>
                <a:latin typeface="微软雅黑" panose="020B0503020204020204" charset="-122"/>
                <a:ea typeface="微软雅黑" panose="020B0503020204020204" charset="-122"/>
                <a:sym typeface="+mn-ea"/>
              </a:rPr>
              <a:t> a[101];</a:t>
            </a:r>
            <a:endParaRPr lang="zh-CN" altLang="en-US" sz="1400" dirty="0">
              <a:latin typeface="隶书" panose="02010509060101010101" charset="-122"/>
              <a:ea typeface="隶书" panose="02010509060101010101" charset="-122"/>
              <a:cs typeface="隶书" panose="020105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4"/>
                                        </p:tgtEl>
                                        <p:attrNameLst>
                                          <p:attrName>style.visibility</p:attrName>
                                        </p:attrNameLst>
                                      </p:cBhvr>
                                      <p:to>
                                        <p:strVal val="visible"/>
                                      </p:to>
                                    </p:set>
                                    <p:anim calcmode="discrete" valueType="clr">
                                      <p:cBhvr override="childStyle">
                                        <p:cTn id="7" dur="80"/>
                                        <p:tgtEl>
                                          <p:spTgt spid="4"/>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4"/>
                                        </p:tgtEl>
                                        <p:attrNameLst>
                                          <p:attrName>fillcolor</p:attrName>
                                        </p:attrNameLst>
                                      </p:cBhvr>
                                      <p:tavLst>
                                        <p:tav tm="0">
                                          <p:val>
                                            <p:clrVal>
                                              <a:schemeClr val="accent2"/>
                                            </p:clrVal>
                                          </p:val>
                                        </p:tav>
                                        <p:tav tm="50000">
                                          <p:val>
                                            <p:clrVal>
                                              <a:schemeClr val="hlink"/>
                                            </p:clrVal>
                                          </p:val>
                                        </p:tav>
                                      </p:tavLst>
                                    </p:anim>
                                    <p:set>
                                      <p:cBhvr>
                                        <p:cTn id="9" dur="80"/>
                                        <p:tgtEl>
                                          <p:spTgt spid="4"/>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grpId="0" nodeType="clickEffect">
                                  <p:stCondLst>
                                    <p:cond delay="0"/>
                                  </p:stCondLst>
                                  <p:iterate type="lt">
                                    <p:tmPct val="50000"/>
                                  </p:iterate>
                                  <p:childTnLst>
                                    <p:set>
                                      <p:cBhvr>
                                        <p:cTn id="13" dur="1" fill="hold">
                                          <p:stCondLst>
                                            <p:cond delay="0"/>
                                          </p:stCondLst>
                                        </p:cTn>
                                        <p:tgtEl>
                                          <p:spTgt spid="8"/>
                                        </p:tgtEl>
                                        <p:attrNameLst>
                                          <p:attrName>style.visibility</p:attrName>
                                        </p:attrNameLst>
                                      </p:cBhvr>
                                      <p:to>
                                        <p:strVal val="visible"/>
                                      </p:to>
                                    </p:set>
                                    <p:anim calcmode="discrete" valueType="clr">
                                      <p:cBhvr override="childStyle">
                                        <p:cTn id="14" dur="80"/>
                                        <p:tgtEl>
                                          <p:spTgt spid="8"/>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8"/>
                                        </p:tgtEl>
                                        <p:attrNameLst>
                                          <p:attrName>fillcolor</p:attrName>
                                        </p:attrNameLst>
                                      </p:cBhvr>
                                      <p:tavLst>
                                        <p:tav tm="0">
                                          <p:val>
                                            <p:clrVal>
                                              <a:schemeClr val="accent2"/>
                                            </p:clrVal>
                                          </p:val>
                                        </p:tav>
                                        <p:tav tm="50000">
                                          <p:val>
                                            <p:clrVal>
                                              <a:schemeClr val="hlink"/>
                                            </p:clrVal>
                                          </p:val>
                                        </p:tav>
                                      </p:tavLst>
                                    </p:anim>
                                    <p:set>
                                      <p:cBhvr>
                                        <p:cTn id="16" dur="80"/>
                                        <p:tgtEl>
                                          <p:spTgt spid="8"/>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组合 3"/>
          <p:cNvGrpSpPr/>
          <p:nvPr/>
        </p:nvGrpSpPr>
        <p:grpSpPr>
          <a:xfrm>
            <a:off x="-23495" y="-113665"/>
            <a:ext cx="4674235" cy="787861"/>
            <a:chOff x="201757" y="129906"/>
            <a:chExt cx="6264696" cy="1096834"/>
          </a:xfrm>
        </p:grpSpPr>
        <p:pic>
          <p:nvPicPr>
            <p:cNvPr id="19473" name="Picture 9" descr="F:\ppt素材\图标\我收集的图标\字体\3.png"/>
            <p:cNvPicPr>
              <a:picLocks noChangeAspect="1"/>
            </p:cNvPicPr>
            <p:nvPr/>
          </p:nvPicPr>
          <p:blipFill>
            <a:blip r:embed="rId2"/>
            <a:stretch>
              <a:fillRect/>
            </a:stretch>
          </p:blipFill>
          <p:spPr>
            <a:xfrm rot="5400000">
              <a:off x="2884210" y="-2418911"/>
              <a:ext cx="899790" cy="6264696"/>
            </a:xfrm>
            <a:prstGeom prst="rect">
              <a:avLst/>
            </a:prstGeom>
            <a:noFill/>
            <a:ln w="9525">
              <a:noFill/>
            </a:ln>
          </p:spPr>
        </p:pic>
        <p:pic>
          <p:nvPicPr>
            <p:cNvPr id="19474" name="Picture 6" descr="F:\超棒ppt模板\中国风\中国风物件\maobi.png"/>
            <p:cNvPicPr>
              <a:picLocks noChangeAspect="1"/>
            </p:cNvPicPr>
            <p:nvPr/>
          </p:nvPicPr>
          <p:blipFill>
            <a:blip r:embed="rId3"/>
            <a:stretch>
              <a:fillRect/>
            </a:stretch>
          </p:blipFill>
          <p:spPr>
            <a:xfrm>
              <a:off x="308134" y="129906"/>
              <a:ext cx="775209" cy="775006"/>
            </a:xfrm>
            <a:prstGeom prst="rect">
              <a:avLst/>
            </a:prstGeom>
            <a:noFill/>
            <a:ln w="9525">
              <a:noFill/>
            </a:ln>
          </p:spPr>
        </p:pic>
        <p:sp>
          <p:nvSpPr>
            <p:cNvPr id="19475" name="TextBox 2"/>
            <p:cNvSpPr txBox="1"/>
            <p:nvPr/>
          </p:nvSpPr>
          <p:spPr>
            <a:xfrm>
              <a:off x="1083609" y="500071"/>
              <a:ext cx="2844474" cy="726669"/>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eaLnBrk="1" hangingPunct="1">
                <a:lnSpc>
                  <a:spcPct val="100000"/>
                </a:lnSpc>
                <a:spcBef>
                  <a:spcPct val="0"/>
                </a:spcBef>
                <a:buNone/>
              </a:pPr>
              <a:r>
                <a:rPr lang="zh-CN" altLang="en-US" b="1" dirty="0">
                  <a:solidFill>
                    <a:schemeClr val="bg1"/>
                  </a:solidFill>
                  <a:latin typeface="楷体" panose="02010609060101010101" pitchFamily="1" charset="-122"/>
                  <a:ea typeface="楷体" panose="02010609060101010101" pitchFamily="1" charset="-122"/>
                </a:rPr>
                <a:t>结构体</a:t>
              </a:r>
            </a:p>
          </p:txBody>
        </p:sp>
      </p:grpSp>
      <p:pic>
        <p:nvPicPr>
          <p:cNvPr id="4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4835" y="4641215"/>
            <a:ext cx="965200" cy="50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文本框 3"/>
          <p:cNvSpPr txBox="1"/>
          <p:nvPr/>
        </p:nvSpPr>
        <p:spPr>
          <a:xfrm>
            <a:off x="374015" y="719455"/>
            <a:ext cx="8162925" cy="2030095"/>
          </a:xfrm>
          <a:prstGeom prst="rect">
            <a:avLst/>
          </a:prstGeom>
          <a:noFill/>
        </p:spPr>
        <p:txBody>
          <a:bodyPr wrap="square" rtlCol="0">
            <a:spAutoFit/>
          </a:bodyPr>
          <a:lstStyle/>
          <a:p>
            <a:pPr marL="0" lvl="0" indent="0" algn="l">
              <a:lnSpc>
                <a:spcPct val="150000"/>
              </a:lnSpc>
              <a:buNone/>
            </a:pPr>
            <a:r>
              <a:rPr lang="zh-CN" altLang="en-US" sz="1400" dirty="0">
                <a:effectLst/>
                <a:latin typeface="微软雅黑" panose="020B0503020204020204" charset="-122"/>
                <a:ea typeface="微软雅黑" panose="020B0503020204020204" charset="-122"/>
                <a:sym typeface="+mn-ea"/>
              </a:rPr>
              <a:t>如：</a:t>
            </a:r>
            <a:endParaRPr lang="zh-CN" altLang="en-US" sz="1400" dirty="0">
              <a:solidFill>
                <a:schemeClr val="tx1"/>
              </a:solidFill>
              <a:effectLst/>
              <a:latin typeface="微软雅黑" panose="020B0503020204020204" charset="-122"/>
              <a:ea typeface="微软雅黑" panose="020B0503020204020204" charset="-122"/>
            </a:endParaRPr>
          </a:p>
          <a:p>
            <a:pPr marL="0" lvl="0" indent="0" algn="l">
              <a:lnSpc>
                <a:spcPct val="150000"/>
              </a:lnSpc>
              <a:buNone/>
            </a:pPr>
            <a:r>
              <a:rPr lang="zh-CN" altLang="en-US" sz="1400" dirty="0">
                <a:effectLst/>
                <a:latin typeface="微软雅黑" panose="020B0503020204020204" charset="-122"/>
                <a:ea typeface="微软雅黑" panose="020B0503020204020204" charset="-122"/>
                <a:sym typeface="+mn-ea"/>
              </a:rPr>
              <a:t>struct student{</a:t>
            </a:r>
          </a:p>
          <a:p>
            <a:pPr marL="0" lvl="0" indent="0" algn="l">
              <a:lnSpc>
                <a:spcPct val="150000"/>
              </a:lnSpc>
              <a:buNone/>
            </a:pPr>
            <a:r>
              <a:rPr lang="zh-CN" altLang="en-US" sz="1400" dirty="0">
                <a:effectLst/>
                <a:latin typeface="微软雅黑" panose="020B0503020204020204" charset="-122"/>
                <a:ea typeface="微软雅黑" panose="020B0503020204020204" charset="-122"/>
                <a:sym typeface="+mn-ea"/>
              </a:rPr>
              <a:t>    int num;</a:t>
            </a:r>
          </a:p>
          <a:p>
            <a:pPr marL="0" lvl="0" indent="0" algn="l">
              <a:lnSpc>
                <a:spcPct val="150000"/>
              </a:lnSpc>
              <a:buNone/>
            </a:pPr>
            <a:r>
              <a:rPr lang="zh-CN" altLang="en-US" sz="1400" dirty="0">
                <a:effectLst/>
                <a:latin typeface="微软雅黑" panose="020B0503020204020204" charset="-122"/>
                <a:ea typeface="微软雅黑" panose="020B0503020204020204" charset="-122"/>
                <a:sym typeface="+mn-ea"/>
              </a:rPr>
              <a:t>   double score;</a:t>
            </a:r>
          </a:p>
          <a:p>
            <a:pPr marL="0" lvl="0" indent="0" algn="l">
              <a:lnSpc>
                <a:spcPct val="150000"/>
              </a:lnSpc>
              <a:buNone/>
            </a:pPr>
            <a:r>
              <a:rPr lang="zh-CN" altLang="en-US" sz="1400" dirty="0">
                <a:effectLst/>
                <a:latin typeface="微软雅黑" panose="020B0503020204020204" charset="-122"/>
                <a:ea typeface="微软雅黑" panose="020B0503020204020204" charset="-122"/>
                <a:sym typeface="+mn-ea"/>
              </a:rPr>
              <a:t>};</a:t>
            </a:r>
            <a:endParaRPr lang="zh-CN" altLang="en-US" sz="1400" dirty="0">
              <a:solidFill>
                <a:schemeClr val="tx1"/>
              </a:solidFill>
              <a:effectLst/>
              <a:latin typeface="微软雅黑" panose="020B0503020204020204" charset="-122"/>
              <a:ea typeface="微软雅黑" panose="020B0503020204020204" charset="-122"/>
            </a:endParaRPr>
          </a:p>
          <a:p>
            <a:pPr marL="0" lvl="0" indent="0" algn="l">
              <a:lnSpc>
                <a:spcPct val="150000"/>
              </a:lnSpc>
              <a:buNone/>
            </a:pPr>
            <a:r>
              <a:rPr lang="zh-CN" altLang="en-US" sz="1400" dirty="0">
                <a:effectLst/>
                <a:latin typeface="微软雅黑" panose="020B0503020204020204" charset="-122"/>
                <a:ea typeface="微软雅黑" panose="020B0503020204020204" charset="-122"/>
                <a:sym typeface="+mn-ea"/>
              </a:rPr>
              <a:t>student a[101];</a:t>
            </a:r>
            <a:endParaRPr lang="zh-CN" altLang="en-US" sz="1400">
              <a:latin typeface="隶书" panose="02010509060101010101" charset="-122"/>
              <a:ea typeface="隶书" panose="02010509060101010101" charset="-122"/>
              <a:cs typeface="隶书" panose="02010509060101010101" charset="-122"/>
            </a:endParaRPr>
          </a:p>
        </p:txBody>
      </p:sp>
      <p:sp>
        <p:nvSpPr>
          <p:cNvPr id="2" name="文本框 1"/>
          <p:cNvSpPr txBox="1"/>
          <p:nvPr/>
        </p:nvSpPr>
        <p:spPr>
          <a:xfrm>
            <a:off x="125095" y="2836545"/>
            <a:ext cx="5121275" cy="922020"/>
          </a:xfrm>
          <a:prstGeom prst="rect">
            <a:avLst/>
          </a:prstGeom>
          <a:noFill/>
        </p:spPr>
        <p:txBody>
          <a:bodyPr wrap="square" rtlCol="0" anchor="t">
            <a:spAutoFit/>
          </a:bodyPr>
          <a:lstStyle/>
          <a:p>
            <a:pPr marL="0" lvl="0" indent="0" algn="l">
              <a:lnSpc>
                <a:spcPct val="150000"/>
              </a:lnSpc>
              <a:buNone/>
            </a:pPr>
            <a:r>
              <a:rPr lang="zh-CN" altLang="en-US" dirty="0">
                <a:effectLst/>
                <a:latin typeface="微软雅黑" panose="020B0503020204020204" charset="-122"/>
                <a:ea typeface="微软雅黑" panose="020B0503020204020204" charset="-122"/>
                <a:sym typeface="+mn-ea"/>
              </a:rPr>
              <a:t>引用结构体成员时：</a:t>
            </a:r>
            <a:r>
              <a:rPr lang="zh-CN" altLang="en-US" b="1" dirty="0">
                <a:solidFill>
                  <a:srgbClr val="FF0000"/>
                </a:solidFill>
                <a:effectLst/>
                <a:latin typeface="微软雅黑" panose="020B0503020204020204" charset="-122"/>
                <a:ea typeface="微软雅黑" panose="020B0503020204020204" charset="-122"/>
                <a:sym typeface="+mn-ea"/>
              </a:rPr>
              <a:t>结构体变量.成员</a:t>
            </a:r>
            <a:endParaRPr lang="zh-CN" altLang="en-US" dirty="0">
              <a:solidFill>
                <a:schemeClr val="tx1"/>
              </a:solidFill>
              <a:effectLst/>
              <a:latin typeface="微软雅黑" panose="020B0503020204020204" charset="-122"/>
              <a:ea typeface="微软雅黑" panose="020B0503020204020204" charset="-122"/>
            </a:endParaRPr>
          </a:p>
          <a:p>
            <a:pPr marL="0" lvl="0" indent="0" algn="l">
              <a:lnSpc>
                <a:spcPct val="150000"/>
              </a:lnSpc>
              <a:buNone/>
            </a:pPr>
            <a:r>
              <a:rPr lang="zh-CN" altLang="en-US" dirty="0">
                <a:effectLst/>
                <a:latin typeface="微软雅黑" panose="020B0503020204020204" charset="-122"/>
                <a:ea typeface="微软雅黑" panose="020B0503020204020204" charset="-122"/>
                <a:sym typeface="+mn-ea"/>
              </a:rPr>
              <a:t>例：a[2].num ; a[2].score</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4"/>
                                        </p:tgtEl>
                                        <p:attrNameLst>
                                          <p:attrName>style.visibility</p:attrName>
                                        </p:attrNameLst>
                                      </p:cBhvr>
                                      <p:to>
                                        <p:strVal val="visible"/>
                                      </p:to>
                                    </p:set>
                                    <p:anim calcmode="discrete" valueType="clr">
                                      <p:cBhvr override="childStyle">
                                        <p:cTn id="7" dur="80"/>
                                        <p:tgtEl>
                                          <p:spTgt spid="4"/>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4"/>
                                        </p:tgtEl>
                                        <p:attrNameLst>
                                          <p:attrName>fillcolor</p:attrName>
                                        </p:attrNameLst>
                                      </p:cBhvr>
                                      <p:tavLst>
                                        <p:tav tm="0">
                                          <p:val>
                                            <p:clrVal>
                                              <a:schemeClr val="accent2"/>
                                            </p:clrVal>
                                          </p:val>
                                        </p:tav>
                                        <p:tav tm="50000">
                                          <p:val>
                                            <p:clrVal>
                                              <a:schemeClr val="hlink"/>
                                            </p:clrVal>
                                          </p:val>
                                        </p:tav>
                                      </p:tavLst>
                                    </p:anim>
                                    <p:set>
                                      <p:cBhvr>
                                        <p:cTn id="9" dur="80"/>
                                        <p:tgtEl>
                                          <p:spTgt spid="4"/>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grpId="0" nodeType="clickEffect">
                                  <p:stCondLst>
                                    <p:cond delay="0"/>
                                  </p:stCondLst>
                                  <p:iterate type="lt">
                                    <p:tmPct val="50000"/>
                                  </p:iterate>
                                  <p:childTnLst>
                                    <p:set>
                                      <p:cBhvr>
                                        <p:cTn id="13" dur="1" fill="hold">
                                          <p:stCondLst>
                                            <p:cond delay="0"/>
                                          </p:stCondLst>
                                        </p:cTn>
                                        <p:tgtEl>
                                          <p:spTgt spid="2"/>
                                        </p:tgtEl>
                                        <p:attrNameLst>
                                          <p:attrName>style.visibility</p:attrName>
                                        </p:attrNameLst>
                                      </p:cBhvr>
                                      <p:to>
                                        <p:strVal val="visible"/>
                                      </p:to>
                                    </p:set>
                                    <p:anim calcmode="discrete" valueType="clr">
                                      <p:cBhvr override="childStyle">
                                        <p:cTn id="14" dur="80"/>
                                        <p:tgtEl>
                                          <p:spTgt spid="2"/>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2"/>
                                        </p:tgtEl>
                                        <p:attrNameLst>
                                          <p:attrName>fillcolor</p:attrName>
                                        </p:attrNameLst>
                                      </p:cBhvr>
                                      <p:tavLst>
                                        <p:tav tm="0">
                                          <p:val>
                                            <p:clrVal>
                                              <a:schemeClr val="accent2"/>
                                            </p:clrVal>
                                          </p:val>
                                        </p:tav>
                                        <p:tav tm="50000">
                                          <p:val>
                                            <p:clrVal>
                                              <a:schemeClr val="hlink"/>
                                            </p:clrVal>
                                          </p:val>
                                        </p:tav>
                                      </p:tavLst>
                                    </p:anim>
                                    <p:set>
                                      <p:cBhvr>
                                        <p:cTn id="16" dur="80"/>
                                        <p:tgtEl>
                                          <p:spTgt spid="2"/>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组合 3"/>
          <p:cNvGrpSpPr/>
          <p:nvPr/>
        </p:nvGrpSpPr>
        <p:grpSpPr>
          <a:xfrm>
            <a:off x="-23495" y="-113665"/>
            <a:ext cx="4674235" cy="787861"/>
            <a:chOff x="201757" y="129906"/>
            <a:chExt cx="6264696" cy="1096834"/>
          </a:xfrm>
        </p:grpSpPr>
        <p:pic>
          <p:nvPicPr>
            <p:cNvPr id="19473" name="Picture 9" descr="F:\ppt素材\图标\我收集的图标\字体\3.png"/>
            <p:cNvPicPr>
              <a:picLocks noChangeAspect="1"/>
            </p:cNvPicPr>
            <p:nvPr/>
          </p:nvPicPr>
          <p:blipFill>
            <a:blip r:embed="rId2"/>
            <a:stretch>
              <a:fillRect/>
            </a:stretch>
          </p:blipFill>
          <p:spPr>
            <a:xfrm rot="5400000">
              <a:off x="2884210" y="-2418911"/>
              <a:ext cx="899790" cy="6264696"/>
            </a:xfrm>
            <a:prstGeom prst="rect">
              <a:avLst/>
            </a:prstGeom>
            <a:noFill/>
            <a:ln w="9525">
              <a:noFill/>
            </a:ln>
          </p:spPr>
        </p:pic>
        <p:pic>
          <p:nvPicPr>
            <p:cNvPr id="19474" name="Picture 6" descr="F:\超棒ppt模板\中国风\中国风物件\maobi.png"/>
            <p:cNvPicPr>
              <a:picLocks noChangeAspect="1"/>
            </p:cNvPicPr>
            <p:nvPr/>
          </p:nvPicPr>
          <p:blipFill>
            <a:blip r:embed="rId3"/>
            <a:stretch>
              <a:fillRect/>
            </a:stretch>
          </p:blipFill>
          <p:spPr>
            <a:xfrm>
              <a:off x="308134" y="129906"/>
              <a:ext cx="775209" cy="775006"/>
            </a:xfrm>
            <a:prstGeom prst="rect">
              <a:avLst/>
            </a:prstGeom>
            <a:noFill/>
            <a:ln w="9525">
              <a:noFill/>
            </a:ln>
          </p:spPr>
        </p:pic>
        <p:sp>
          <p:nvSpPr>
            <p:cNvPr id="19475" name="TextBox 2"/>
            <p:cNvSpPr txBox="1"/>
            <p:nvPr/>
          </p:nvSpPr>
          <p:spPr>
            <a:xfrm>
              <a:off x="1083609" y="500071"/>
              <a:ext cx="2844474" cy="726669"/>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eaLnBrk="1" hangingPunct="1">
                <a:lnSpc>
                  <a:spcPct val="100000"/>
                </a:lnSpc>
                <a:spcBef>
                  <a:spcPct val="0"/>
                </a:spcBef>
                <a:buNone/>
              </a:pPr>
              <a:r>
                <a:rPr lang="zh-CN" altLang="en-US" b="1" dirty="0">
                  <a:solidFill>
                    <a:schemeClr val="bg1"/>
                  </a:solidFill>
                  <a:latin typeface="楷体" panose="02010609060101010101" pitchFamily="1" charset="-122"/>
                  <a:ea typeface="楷体" panose="02010609060101010101" pitchFamily="1" charset="-122"/>
                </a:rPr>
                <a:t>结构体</a:t>
              </a:r>
            </a:p>
          </p:txBody>
        </p:sp>
      </p:grpSp>
      <p:pic>
        <p:nvPicPr>
          <p:cNvPr id="4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4835" y="4641215"/>
            <a:ext cx="965200" cy="50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文本框 3"/>
          <p:cNvSpPr txBox="1"/>
          <p:nvPr/>
        </p:nvSpPr>
        <p:spPr>
          <a:xfrm>
            <a:off x="374015" y="719455"/>
            <a:ext cx="8162925" cy="4431030"/>
          </a:xfrm>
          <a:prstGeom prst="rect">
            <a:avLst/>
          </a:prstGeom>
          <a:noFill/>
        </p:spPr>
        <p:txBody>
          <a:bodyPr wrap="square" rtlCol="0">
            <a:spAutoFit/>
          </a:bodyPr>
          <a:lstStyle/>
          <a:p>
            <a:pPr marL="0" lvl="0" indent="0" algn="l">
              <a:lnSpc>
                <a:spcPct val="150000"/>
              </a:lnSpc>
              <a:buNone/>
            </a:pPr>
            <a:r>
              <a:rPr lang="zh-CN" altLang="en-US" sz="1600" dirty="0">
                <a:effectLst/>
                <a:latin typeface="微软雅黑" panose="020B0503020204020204" charset="-122"/>
                <a:ea typeface="微软雅黑" panose="020B0503020204020204" charset="-122"/>
                <a:sym typeface="+mn-ea"/>
              </a:rPr>
              <a:t>在排序中的应用：</a:t>
            </a:r>
            <a:endParaRPr lang="zh-CN" altLang="en-US" sz="1600" dirty="0">
              <a:solidFill>
                <a:schemeClr val="tx1"/>
              </a:solidFill>
              <a:effectLst/>
              <a:latin typeface="微软雅黑" panose="020B0503020204020204" charset="-122"/>
              <a:ea typeface="微软雅黑" panose="020B0503020204020204" charset="-122"/>
            </a:endParaRPr>
          </a:p>
          <a:p>
            <a:pPr marL="0" lvl="0" indent="0" algn="l">
              <a:lnSpc>
                <a:spcPct val="150000"/>
              </a:lnSpc>
              <a:buNone/>
            </a:pPr>
            <a:r>
              <a:rPr lang="zh-CN" altLang="en-US" sz="1600" dirty="0">
                <a:effectLst/>
                <a:latin typeface="微软雅黑" panose="020B0503020204020204" charset="-122"/>
                <a:ea typeface="微软雅黑" panose="020B0503020204020204" charset="-122"/>
                <a:sym typeface="+mn-ea"/>
              </a:rPr>
              <a:t>1.按成绩从高到底排序。</a:t>
            </a:r>
            <a:endParaRPr lang="zh-CN" altLang="en-US" sz="1600" dirty="0">
              <a:solidFill>
                <a:schemeClr val="tx1"/>
              </a:solidFill>
              <a:effectLst/>
              <a:latin typeface="微软雅黑" panose="020B0503020204020204" charset="-122"/>
              <a:ea typeface="微软雅黑" panose="020B0503020204020204" charset="-122"/>
            </a:endParaRPr>
          </a:p>
          <a:p>
            <a:pPr marL="0" lvl="0" indent="0" algn="l">
              <a:lnSpc>
                <a:spcPct val="150000"/>
              </a:lnSpc>
              <a:buNone/>
            </a:pPr>
            <a:r>
              <a:rPr lang="zh-CN" altLang="en-US" sz="1600" dirty="0">
                <a:solidFill>
                  <a:srgbClr val="FF0000"/>
                </a:solidFill>
                <a:effectLst/>
                <a:latin typeface="微软雅黑" panose="020B0503020204020204" charset="-122"/>
                <a:ea typeface="微软雅黑" panose="020B0503020204020204" charset="-122"/>
                <a:sym typeface="+mn-ea"/>
              </a:rPr>
              <a:t>sort</a:t>
            </a:r>
            <a:r>
              <a:rPr lang="zh-CN" altLang="en-US" sz="1600" dirty="0">
                <a:effectLst/>
                <a:latin typeface="微软雅黑" panose="020B0503020204020204" charset="-122"/>
                <a:ea typeface="微软雅黑" panose="020B0503020204020204" charset="-122"/>
                <a:sym typeface="+mn-ea"/>
              </a:rPr>
              <a:t>(a,a+n,cmp);</a:t>
            </a:r>
            <a:endParaRPr lang="zh-CN" altLang="en-US" sz="1600" dirty="0">
              <a:solidFill>
                <a:schemeClr val="tx1"/>
              </a:solidFill>
              <a:effectLst/>
              <a:latin typeface="微软雅黑" panose="020B0503020204020204" charset="-122"/>
              <a:ea typeface="微软雅黑" panose="020B0503020204020204" charset="-122"/>
            </a:endParaRPr>
          </a:p>
          <a:p>
            <a:pPr marL="0" lvl="0" indent="0" algn="l">
              <a:lnSpc>
                <a:spcPct val="150000"/>
              </a:lnSpc>
              <a:buNone/>
            </a:pPr>
            <a:r>
              <a:rPr lang="zh-CN" altLang="en-US" sz="1600" dirty="0">
                <a:effectLst/>
                <a:latin typeface="微软雅黑" panose="020B0503020204020204" charset="-122"/>
                <a:ea typeface="微软雅黑" panose="020B0503020204020204" charset="-122"/>
                <a:sym typeface="+mn-ea"/>
              </a:rPr>
              <a:t>int cmp(student a,student b){</a:t>
            </a:r>
          </a:p>
          <a:p>
            <a:pPr marL="0" lvl="0" indent="0" algn="l">
              <a:lnSpc>
                <a:spcPct val="150000"/>
              </a:lnSpc>
              <a:buNone/>
            </a:pPr>
            <a:r>
              <a:rPr lang="zh-CN" altLang="en-US" sz="1600" dirty="0">
                <a:effectLst/>
                <a:latin typeface="微软雅黑" panose="020B0503020204020204" charset="-122"/>
                <a:ea typeface="微软雅黑" panose="020B0503020204020204" charset="-122"/>
                <a:sym typeface="+mn-ea"/>
              </a:rPr>
              <a:t>    return a.score&gt;b.score;</a:t>
            </a:r>
          </a:p>
          <a:p>
            <a:pPr marL="0" lvl="0" indent="0" algn="l">
              <a:lnSpc>
                <a:spcPct val="150000"/>
              </a:lnSpc>
              <a:buNone/>
            </a:pPr>
            <a:r>
              <a:rPr lang="zh-CN" altLang="en-US" sz="1600" dirty="0">
                <a:effectLst/>
                <a:latin typeface="微软雅黑" panose="020B0503020204020204" charset="-122"/>
                <a:ea typeface="微软雅黑" panose="020B0503020204020204" charset="-122"/>
                <a:sym typeface="+mn-ea"/>
              </a:rPr>
              <a:t>}</a:t>
            </a:r>
            <a:endParaRPr lang="zh-CN" altLang="en-US" sz="1600" dirty="0">
              <a:solidFill>
                <a:schemeClr val="tx1"/>
              </a:solidFill>
              <a:effectLst/>
              <a:latin typeface="微软雅黑" panose="020B0503020204020204" charset="-122"/>
              <a:ea typeface="微软雅黑" panose="020B0503020204020204" charset="-122"/>
            </a:endParaRPr>
          </a:p>
          <a:p>
            <a:pPr marL="0" lvl="0" indent="0" algn="l">
              <a:lnSpc>
                <a:spcPct val="150000"/>
              </a:lnSpc>
              <a:buNone/>
            </a:pPr>
            <a:r>
              <a:rPr lang="zh-CN" altLang="en-US" sz="1600" dirty="0">
                <a:effectLst/>
                <a:latin typeface="微软雅黑" panose="020B0503020204020204" charset="-122"/>
                <a:ea typeface="微软雅黑" panose="020B0503020204020204" charset="-122"/>
                <a:sym typeface="+mn-ea"/>
              </a:rPr>
              <a:t>2.按成绩从高到底排序，成绩一样的学号小的在前。</a:t>
            </a:r>
            <a:endParaRPr lang="zh-CN" altLang="en-US" sz="1600" dirty="0">
              <a:solidFill>
                <a:schemeClr val="tx1"/>
              </a:solidFill>
              <a:effectLst/>
              <a:latin typeface="微软雅黑" panose="020B0503020204020204" charset="-122"/>
              <a:ea typeface="微软雅黑" panose="020B0503020204020204" charset="-122"/>
            </a:endParaRPr>
          </a:p>
          <a:p>
            <a:pPr marL="0" lvl="0" indent="0" algn="l">
              <a:lnSpc>
                <a:spcPct val="150000"/>
              </a:lnSpc>
              <a:buNone/>
            </a:pPr>
            <a:r>
              <a:rPr lang="zh-CN" altLang="en-US" sz="1600" dirty="0">
                <a:effectLst/>
                <a:latin typeface="微软雅黑" panose="020B0503020204020204" charset="-122"/>
                <a:ea typeface="微软雅黑" panose="020B0503020204020204" charset="-122"/>
                <a:sym typeface="+mn-ea"/>
              </a:rPr>
              <a:t>int cmp(student a,student b){</a:t>
            </a:r>
            <a:endParaRPr lang="zh-CN" altLang="en-US" sz="1600" dirty="0">
              <a:solidFill>
                <a:schemeClr val="tx1"/>
              </a:solidFill>
              <a:effectLst/>
              <a:latin typeface="微软雅黑" panose="020B0503020204020204" charset="-122"/>
              <a:ea typeface="微软雅黑" panose="020B0503020204020204" charset="-122"/>
            </a:endParaRPr>
          </a:p>
          <a:p>
            <a:pPr marL="0" lvl="0" indent="0" algn="l">
              <a:lnSpc>
                <a:spcPct val="150000"/>
              </a:lnSpc>
              <a:buNone/>
            </a:pPr>
            <a:r>
              <a:rPr lang="zh-CN" altLang="en-US" sz="1600" dirty="0">
                <a:effectLst/>
                <a:latin typeface="微软雅黑" panose="020B0503020204020204" charset="-122"/>
                <a:ea typeface="微软雅黑" panose="020B0503020204020204" charset="-122"/>
                <a:sym typeface="+mn-ea"/>
              </a:rPr>
              <a:t>	return a.score&gt;b.score|| a.score==b.score&amp;&amp; a.num&lt;b.num;</a:t>
            </a:r>
            <a:endParaRPr lang="zh-CN" altLang="en-US" sz="1600" dirty="0">
              <a:solidFill>
                <a:schemeClr val="tx1"/>
              </a:solidFill>
              <a:effectLst/>
              <a:latin typeface="微软雅黑" panose="020B0503020204020204" charset="-122"/>
              <a:ea typeface="微软雅黑" panose="020B0503020204020204" charset="-122"/>
            </a:endParaRPr>
          </a:p>
          <a:p>
            <a:pPr marL="0" lvl="0" indent="0" algn="l">
              <a:lnSpc>
                <a:spcPct val="150000"/>
              </a:lnSpc>
              <a:buNone/>
            </a:pPr>
            <a:r>
              <a:rPr lang="zh-CN" altLang="en-US" sz="1600" dirty="0">
                <a:effectLst/>
                <a:latin typeface="微软雅黑" panose="020B0503020204020204" charset="-122"/>
                <a:ea typeface="微软雅黑" panose="020B0503020204020204" charset="-122"/>
                <a:sym typeface="+mn-ea"/>
              </a:rPr>
              <a:t>}</a:t>
            </a:r>
            <a:endParaRPr lang="zh-CN" altLang="en-US" sz="1600" dirty="0">
              <a:solidFill>
                <a:schemeClr val="tx1"/>
              </a:solidFill>
              <a:effectLst/>
              <a:latin typeface="微软雅黑" panose="020B0503020204020204" charset="-122"/>
              <a:ea typeface="微软雅黑" panose="020B0503020204020204" charset="-122"/>
            </a:endParaRPr>
          </a:p>
          <a:p>
            <a:pPr marL="0" lvl="0" indent="0" algn="l">
              <a:lnSpc>
                <a:spcPct val="150000"/>
              </a:lnSpc>
              <a:buNone/>
            </a:pPr>
            <a:endParaRPr lang="zh-CN" altLang="en-US" sz="1400" dirty="0">
              <a:effectLst/>
              <a:latin typeface="微软雅黑" panose="020B0503020204020204" charset="-122"/>
              <a:ea typeface="微软雅黑" panose="020B0503020204020204" charset="-122"/>
              <a:sym typeface="+mn-ea"/>
            </a:endParaRPr>
          </a:p>
          <a:p>
            <a:pPr marL="0" lvl="0" indent="0" algn="l">
              <a:lnSpc>
                <a:spcPct val="150000"/>
              </a:lnSpc>
              <a:buNone/>
            </a:pPr>
            <a:endParaRPr lang="zh-CN" altLang="en-US" sz="1400" dirty="0">
              <a:latin typeface="隶书" panose="02010509060101010101" charset="-122"/>
              <a:ea typeface="隶书" panose="02010509060101010101" charset="-122"/>
              <a:cs typeface="隶书" panose="020105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4"/>
                                        </p:tgtEl>
                                        <p:attrNameLst>
                                          <p:attrName>style.visibility</p:attrName>
                                        </p:attrNameLst>
                                      </p:cBhvr>
                                      <p:to>
                                        <p:strVal val="visible"/>
                                      </p:to>
                                    </p:set>
                                    <p:anim calcmode="discrete" valueType="clr">
                                      <p:cBhvr override="childStyle">
                                        <p:cTn id="7" dur="80"/>
                                        <p:tgtEl>
                                          <p:spTgt spid="4"/>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4"/>
                                        </p:tgtEl>
                                        <p:attrNameLst>
                                          <p:attrName>fillcolor</p:attrName>
                                        </p:attrNameLst>
                                      </p:cBhvr>
                                      <p:tavLst>
                                        <p:tav tm="0">
                                          <p:val>
                                            <p:clrVal>
                                              <a:schemeClr val="accent2"/>
                                            </p:clrVal>
                                          </p:val>
                                        </p:tav>
                                        <p:tav tm="50000">
                                          <p:val>
                                            <p:clrVal>
                                              <a:schemeClr val="hlink"/>
                                            </p:clrVal>
                                          </p:val>
                                        </p:tav>
                                      </p:tavLst>
                                    </p:anim>
                                    <p:set>
                                      <p:cBhvr>
                                        <p:cTn id="9" dur="80"/>
                                        <p:tgtEl>
                                          <p:spTgt spid="4"/>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组合 3"/>
          <p:cNvGrpSpPr/>
          <p:nvPr/>
        </p:nvGrpSpPr>
        <p:grpSpPr>
          <a:xfrm>
            <a:off x="-23495" y="-113665"/>
            <a:ext cx="4674235" cy="787861"/>
            <a:chOff x="201757" y="129906"/>
            <a:chExt cx="6264696" cy="1096834"/>
          </a:xfrm>
        </p:grpSpPr>
        <p:pic>
          <p:nvPicPr>
            <p:cNvPr id="19473" name="Picture 9" descr="F:\ppt素材\图标\我收集的图标\字体\3.png"/>
            <p:cNvPicPr>
              <a:picLocks noChangeAspect="1"/>
            </p:cNvPicPr>
            <p:nvPr/>
          </p:nvPicPr>
          <p:blipFill>
            <a:blip r:embed="rId2"/>
            <a:stretch>
              <a:fillRect/>
            </a:stretch>
          </p:blipFill>
          <p:spPr>
            <a:xfrm rot="5400000">
              <a:off x="2884210" y="-2418911"/>
              <a:ext cx="899790" cy="6264696"/>
            </a:xfrm>
            <a:prstGeom prst="rect">
              <a:avLst/>
            </a:prstGeom>
            <a:noFill/>
            <a:ln w="9525">
              <a:noFill/>
            </a:ln>
          </p:spPr>
        </p:pic>
        <p:pic>
          <p:nvPicPr>
            <p:cNvPr id="19474" name="Picture 6" descr="F:\超棒ppt模板\中国风\中国风物件\maobi.png"/>
            <p:cNvPicPr>
              <a:picLocks noChangeAspect="1"/>
            </p:cNvPicPr>
            <p:nvPr/>
          </p:nvPicPr>
          <p:blipFill>
            <a:blip r:embed="rId3"/>
            <a:stretch>
              <a:fillRect/>
            </a:stretch>
          </p:blipFill>
          <p:spPr>
            <a:xfrm>
              <a:off x="308134" y="129906"/>
              <a:ext cx="775209" cy="775006"/>
            </a:xfrm>
            <a:prstGeom prst="rect">
              <a:avLst/>
            </a:prstGeom>
            <a:noFill/>
            <a:ln w="9525">
              <a:noFill/>
            </a:ln>
          </p:spPr>
        </p:pic>
        <p:sp>
          <p:nvSpPr>
            <p:cNvPr id="19475" name="TextBox 2"/>
            <p:cNvSpPr txBox="1"/>
            <p:nvPr/>
          </p:nvSpPr>
          <p:spPr>
            <a:xfrm>
              <a:off x="1083609" y="500071"/>
              <a:ext cx="2844474" cy="726669"/>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eaLnBrk="1" hangingPunct="1">
                <a:lnSpc>
                  <a:spcPct val="100000"/>
                </a:lnSpc>
                <a:spcBef>
                  <a:spcPct val="0"/>
                </a:spcBef>
                <a:buNone/>
              </a:pPr>
              <a:r>
                <a:rPr lang="zh-CN" altLang="en-US" b="1" dirty="0">
                  <a:solidFill>
                    <a:schemeClr val="bg1"/>
                  </a:solidFill>
                  <a:latin typeface="楷体" panose="02010609060101010101" pitchFamily="1" charset="-122"/>
                  <a:ea typeface="楷体" panose="02010609060101010101" pitchFamily="1" charset="-122"/>
                </a:rPr>
                <a:t>结构体</a:t>
              </a:r>
            </a:p>
          </p:txBody>
        </p:sp>
      </p:grpSp>
      <p:pic>
        <p:nvPicPr>
          <p:cNvPr id="4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4835" y="4641215"/>
            <a:ext cx="965200" cy="50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文本框 3"/>
          <p:cNvSpPr txBox="1"/>
          <p:nvPr/>
        </p:nvSpPr>
        <p:spPr>
          <a:xfrm>
            <a:off x="370205" y="554990"/>
            <a:ext cx="8162925" cy="506730"/>
          </a:xfrm>
          <a:prstGeom prst="rect">
            <a:avLst/>
          </a:prstGeom>
          <a:noFill/>
        </p:spPr>
        <p:txBody>
          <a:bodyPr wrap="square" rtlCol="0">
            <a:spAutoFit/>
          </a:bodyPr>
          <a:lstStyle/>
          <a:p>
            <a:pPr marL="0" lvl="0" indent="0" algn="l">
              <a:lnSpc>
                <a:spcPct val="150000"/>
              </a:lnSpc>
              <a:buNone/>
            </a:pPr>
            <a:r>
              <a:rPr lang="zh-CN" altLang="zh-CN" b="1">
                <a:latin typeface="微软雅黑" panose="020B0503020204020204" charset="-122"/>
                <a:ea typeface="微软雅黑" panose="020B0503020204020204" charset="-122"/>
                <a:sym typeface="+mn-ea"/>
              </a:rPr>
              <a:t>结构</a:t>
            </a:r>
            <a:r>
              <a:rPr lang="zh-CN" altLang="en-US" b="1">
                <a:latin typeface="微软雅黑" panose="020B0503020204020204" charset="-122"/>
                <a:ea typeface="微软雅黑" panose="020B0503020204020204" charset="-122"/>
                <a:sym typeface="+mn-ea"/>
              </a:rPr>
              <a:t>体应用举例</a:t>
            </a:r>
            <a:endParaRPr lang="zh-CN" altLang="en-US" b="1">
              <a:latin typeface="微软雅黑" panose="020B0503020204020204" charset="-122"/>
              <a:ea typeface="微软雅黑" panose="020B0503020204020204" charset="-122"/>
              <a:cs typeface="隶书" panose="02010509060101010101" charset="-122"/>
            </a:endParaRPr>
          </a:p>
        </p:txBody>
      </p:sp>
      <p:sp>
        <p:nvSpPr>
          <p:cNvPr id="2" name="文本框 1"/>
          <p:cNvSpPr txBox="1"/>
          <p:nvPr/>
        </p:nvSpPr>
        <p:spPr>
          <a:xfrm>
            <a:off x="357505" y="1042035"/>
            <a:ext cx="8162925" cy="2030095"/>
          </a:xfrm>
          <a:prstGeom prst="rect">
            <a:avLst/>
          </a:prstGeom>
          <a:noFill/>
        </p:spPr>
        <p:txBody>
          <a:bodyPr wrap="square" rtlCol="0">
            <a:spAutoFit/>
          </a:bodyPr>
          <a:lstStyle/>
          <a:p>
            <a:pPr marL="0" lvl="0" indent="0" algn="l">
              <a:lnSpc>
                <a:spcPct val="100000"/>
              </a:lnSpc>
              <a:buNone/>
            </a:pPr>
            <a:r>
              <a:rPr lang="zh-CN" sz="1400" b="1">
                <a:latin typeface="微软雅黑" panose="020B0503020204020204" charset="-122"/>
                <a:ea typeface="微软雅黑" panose="020B0503020204020204" charset="-122"/>
                <a:cs typeface="微软雅黑" panose="020B0503020204020204" charset="-122"/>
                <a:sym typeface="+mn-ea"/>
              </a:rPr>
              <a:t>例</a:t>
            </a:r>
            <a:r>
              <a:rPr lang="en-US" altLang="zh-CN" sz="1400" b="1">
                <a:latin typeface="微软雅黑" panose="020B0503020204020204" charset="-122"/>
                <a:ea typeface="微软雅黑" panose="020B0503020204020204" charset="-122"/>
                <a:cs typeface="微软雅黑" panose="020B0503020204020204" charset="-122"/>
                <a:sym typeface="+mn-ea"/>
              </a:rPr>
              <a:t>1</a:t>
            </a:r>
            <a:r>
              <a:rPr lang="zh-CN" altLang="en-US" sz="1400" b="1">
                <a:latin typeface="微软雅黑" panose="020B0503020204020204" charset="-122"/>
                <a:ea typeface="微软雅黑" panose="020B0503020204020204" charset="-122"/>
                <a:cs typeface="微软雅黑" panose="020B0503020204020204" charset="-122"/>
                <a:sym typeface="+mn-ea"/>
              </a:rPr>
              <a:t>：</a:t>
            </a:r>
            <a:r>
              <a:rPr altLang="zh-CN" sz="1400" b="1">
                <a:latin typeface="微软雅黑" panose="020B0503020204020204" charset="-122"/>
                <a:ea typeface="微软雅黑" panose="020B0503020204020204" charset="-122"/>
                <a:cs typeface="微软雅黑" panose="020B0503020204020204" charset="-122"/>
                <a:sym typeface="+mn-ea"/>
              </a:rPr>
              <a:t>谁考了第k名</a:t>
            </a:r>
            <a:r>
              <a:rPr lang="zh-CN" sz="1400" b="1">
                <a:latin typeface="微软雅黑" panose="020B0503020204020204" charset="-122"/>
                <a:ea typeface="微软雅黑" panose="020B0503020204020204" charset="-122"/>
                <a:cs typeface="微软雅黑" panose="020B0503020204020204" charset="-122"/>
                <a:sym typeface="+mn-ea"/>
              </a:rPr>
              <a:t>（</a:t>
            </a:r>
            <a:r>
              <a:rPr lang="en-US" altLang="zh-CN" sz="1400" b="1">
                <a:latin typeface="微软雅黑" panose="020B0503020204020204" charset="-122"/>
                <a:ea typeface="微软雅黑" panose="020B0503020204020204" charset="-122"/>
                <a:cs typeface="微软雅黑" panose="020B0503020204020204" charset="-122"/>
                <a:sym typeface="+mn-ea"/>
              </a:rPr>
              <a:t>noi1.10----01</a:t>
            </a:r>
            <a:r>
              <a:rPr lang="zh-CN" sz="1400" b="1">
                <a:latin typeface="微软雅黑" panose="020B0503020204020204" charset="-122"/>
                <a:ea typeface="微软雅黑" panose="020B0503020204020204" charset="-122"/>
                <a:cs typeface="微软雅黑" panose="020B0503020204020204" charset="-122"/>
                <a:sym typeface="+mn-ea"/>
              </a:rPr>
              <a:t>）</a:t>
            </a:r>
            <a:endParaRPr altLang="zh-CN" sz="1400" b="1">
              <a:latin typeface="微软雅黑" panose="020B0503020204020204" charset="-122"/>
              <a:ea typeface="微软雅黑" panose="020B0503020204020204" charset="-122"/>
              <a:cs typeface="微软雅黑" panose="020B0503020204020204" charset="-122"/>
              <a:sym typeface="+mn-ea"/>
            </a:endParaRPr>
          </a:p>
          <a:p>
            <a:pPr marL="0" lvl="0" indent="0" algn="l">
              <a:lnSpc>
                <a:spcPct val="100000"/>
              </a:lnSpc>
              <a:buNone/>
            </a:pPr>
            <a:r>
              <a:rPr altLang="zh-CN" sz="1400">
                <a:latin typeface="微软雅黑" panose="020B0503020204020204" charset="-122"/>
                <a:ea typeface="微软雅黑" panose="020B0503020204020204" charset="-122"/>
                <a:cs typeface="微软雅黑" panose="020B0503020204020204" charset="-122"/>
                <a:sym typeface="+mn-ea"/>
              </a:rPr>
              <a:t>描述</a:t>
            </a:r>
          </a:p>
          <a:p>
            <a:pPr marL="0" lvl="0" indent="0" algn="l">
              <a:lnSpc>
                <a:spcPct val="100000"/>
              </a:lnSpc>
              <a:buNone/>
            </a:pPr>
            <a:r>
              <a:rPr altLang="zh-CN" sz="1400">
                <a:latin typeface="微软雅黑" panose="020B0503020204020204" charset="-122"/>
                <a:ea typeface="微软雅黑" panose="020B0503020204020204" charset="-122"/>
                <a:cs typeface="微软雅黑" panose="020B0503020204020204" charset="-122"/>
                <a:sym typeface="+mn-ea"/>
              </a:rPr>
              <a:t>    在一次考试中，每个学生的成绩都不相同，现知道了每个学生的学号和成绩，求考第k名学生的学号和成绩。</a:t>
            </a:r>
          </a:p>
          <a:p>
            <a:pPr marL="0" lvl="0" indent="0" algn="l">
              <a:lnSpc>
                <a:spcPct val="100000"/>
              </a:lnSpc>
              <a:buNone/>
            </a:pPr>
            <a:r>
              <a:rPr altLang="zh-CN" sz="1400">
                <a:latin typeface="微软雅黑" panose="020B0503020204020204" charset="-122"/>
                <a:ea typeface="微软雅黑" panose="020B0503020204020204" charset="-122"/>
                <a:cs typeface="微软雅黑" panose="020B0503020204020204" charset="-122"/>
                <a:sym typeface="+mn-ea"/>
              </a:rPr>
              <a:t>输入</a:t>
            </a:r>
          </a:p>
          <a:p>
            <a:pPr marL="0" lvl="0" indent="0" algn="l">
              <a:lnSpc>
                <a:spcPct val="100000"/>
              </a:lnSpc>
              <a:buNone/>
            </a:pPr>
            <a:r>
              <a:rPr altLang="zh-CN" sz="1400">
                <a:latin typeface="微软雅黑" panose="020B0503020204020204" charset="-122"/>
                <a:ea typeface="微软雅黑" panose="020B0503020204020204" charset="-122"/>
                <a:cs typeface="微软雅黑" panose="020B0503020204020204" charset="-122"/>
                <a:sym typeface="+mn-ea"/>
              </a:rPr>
              <a:t>    第一行有两个整数，分别是学生的人数n（1≤n≤100），和求第k名学生的k（1≤k≤n）。</a:t>
            </a:r>
          </a:p>
          <a:p>
            <a:pPr marL="0" lvl="0" indent="0" algn="l">
              <a:lnSpc>
                <a:spcPct val="100000"/>
              </a:lnSpc>
              <a:buNone/>
            </a:pPr>
            <a:r>
              <a:rPr altLang="zh-CN" sz="1400">
                <a:latin typeface="微软雅黑" panose="020B0503020204020204" charset="-122"/>
                <a:ea typeface="微软雅黑" panose="020B0503020204020204" charset="-122"/>
                <a:cs typeface="微软雅黑" panose="020B0503020204020204" charset="-122"/>
                <a:sym typeface="+mn-ea"/>
              </a:rPr>
              <a:t>    其后有n行数据，每行包括一个学号（整数）和一个成绩（浮点数），中间用一个空格分隔。</a:t>
            </a:r>
          </a:p>
          <a:p>
            <a:pPr marL="0" lvl="0" indent="0" algn="l">
              <a:lnSpc>
                <a:spcPct val="100000"/>
              </a:lnSpc>
              <a:buNone/>
            </a:pPr>
            <a:r>
              <a:rPr altLang="zh-CN" sz="1400">
                <a:latin typeface="微软雅黑" panose="020B0503020204020204" charset="-122"/>
                <a:ea typeface="微软雅黑" panose="020B0503020204020204" charset="-122"/>
                <a:cs typeface="微软雅黑" panose="020B0503020204020204" charset="-122"/>
                <a:sym typeface="+mn-ea"/>
              </a:rPr>
              <a:t>输出</a:t>
            </a:r>
          </a:p>
          <a:p>
            <a:pPr marL="0" lvl="0" indent="0" algn="l">
              <a:lnSpc>
                <a:spcPct val="100000"/>
              </a:lnSpc>
              <a:buNone/>
            </a:pPr>
            <a:r>
              <a:rPr altLang="zh-CN" sz="1400">
                <a:latin typeface="微软雅黑" panose="020B0503020204020204" charset="-122"/>
                <a:ea typeface="微软雅黑" panose="020B0503020204020204" charset="-122"/>
                <a:cs typeface="微软雅黑" panose="020B0503020204020204" charset="-122"/>
                <a:sym typeface="+mn-ea"/>
              </a:rPr>
              <a:t>    输出第k名学生的学号和成绩，中间用空格分隔。（注：请用%g输出成绩）</a:t>
            </a:r>
            <a:endParaRPr lang="zh-CN" altLang="en-US" sz="1400" b="1">
              <a:latin typeface="微软雅黑" panose="020B0503020204020204" charset="-122"/>
              <a:ea typeface="微软雅黑" panose="020B0503020204020204" charset="-122"/>
              <a:cs typeface="微软雅黑" panose="020B0503020204020204" charset="-122"/>
            </a:endParaRPr>
          </a:p>
        </p:txBody>
      </p:sp>
      <p:sp>
        <p:nvSpPr>
          <p:cNvPr id="3" name="文本框 2"/>
          <p:cNvSpPr txBox="1"/>
          <p:nvPr/>
        </p:nvSpPr>
        <p:spPr>
          <a:xfrm>
            <a:off x="425450" y="2954655"/>
            <a:ext cx="2540000" cy="2245360"/>
          </a:xfrm>
          <a:prstGeom prst="rect">
            <a:avLst/>
          </a:prstGeom>
          <a:noFill/>
        </p:spPr>
        <p:txBody>
          <a:bodyPr wrap="square" rtlCol="0" anchor="t">
            <a:spAutoFit/>
          </a:bodyPr>
          <a:lstStyle/>
          <a:p>
            <a:pPr algn="l"/>
            <a:r>
              <a:rPr lang="zh-CN" altLang="en-US" sz="1400" dirty="0">
                <a:effectLst>
                  <a:outerShdw blurRad="38100" dist="19050" dir="2700000" algn="tl" rotWithShape="0">
                    <a:schemeClr val="dk1">
                      <a:alpha val="40000"/>
                    </a:schemeClr>
                  </a:outerShdw>
                </a:effectLst>
                <a:latin typeface="隶书" panose="02010509060101010101" charset="-122"/>
                <a:ea typeface="隶书" panose="02010509060101010101" charset="-122"/>
                <a:cs typeface="隶书" panose="02010509060101010101" charset="-122"/>
                <a:sym typeface="+mn-ea"/>
              </a:rPr>
              <a:t>样例输入</a:t>
            </a:r>
            <a:endParaRPr lang="zh-CN" altLang="en-US" sz="1400" dirty="0">
              <a:solidFill>
                <a:schemeClr val="tx1"/>
              </a:solidFill>
              <a:effectLst>
                <a:outerShdw blurRad="38100" dist="19050" dir="2700000" algn="tl" rotWithShape="0">
                  <a:schemeClr val="dk1">
                    <a:alpha val="40000"/>
                  </a:schemeClr>
                </a:outerShdw>
              </a:effectLst>
              <a:latin typeface="隶书" panose="02010509060101010101" charset="-122"/>
              <a:ea typeface="隶书" panose="02010509060101010101" charset="-122"/>
              <a:cs typeface="隶书" panose="02010509060101010101" charset="-122"/>
            </a:endParaRPr>
          </a:p>
          <a:p>
            <a:pPr algn="l"/>
            <a:r>
              <a:rPr lang="zh-CN" altLang="en-US" sz="1400" dirty="0">
                <a:effectLst>
                  <a:outerShdw blurRad="38100" dist="19050" dir="2700000" algn="tl" rotWithShape="0">
                    <a:schemeClr val="dk1">
                      <a:alpha val="40000"/>
                    </a:schemeClr>
                  </a:outerShdw>
                </a:effectLst>
                <a:latin typeface="隶书" panose="02010509060101010101" charset="-122"/>
                <a:ea typeface="隶书" panose="02010509060101010101" charset="-122"/>
                <a:cs typeface="隶书" panose="02010509060101010101" charset="-122"/>
                <a:sym typeface="+mn-ea"/>
              </a:rPr>
              <a:t>    5 3</a:t>
            </a:r>
            <a:endParaRPr lang="zh-CN" altLang="en-US" sz="1400" dirty="0">
              <a:solidFill>
                <a:schemeClr val="tx1"/>
              </a:solidFill>
              <a:effectLst>
                <a:outerShdw blurRad="38100" dist="19050" dir="2700000" algn="tl" rotWithShape="0">
                  <a:schemeClr val="dk1">
                    <a:alpha val="40000"/>
                  </a:schemeClr>
                </a:outerShdw>
              </a:effectLst>
              <a:latin typeface="隶书" panose="02010509060101010101" charset="-122"/>
              <a:ea typeface="隶书" panose="02010509060101010101" charset="-122"/>
              <a:cs typeface="隶书" panose="02010509060101010101" charset="-122"/>
            </a:endParaRPr>
          </a:p>
          <a:p>
            <a:pPr algn="l"/>
            <a:r>
              <a:rPr lang="zh-CN" altLang="en-US" sz="1400" dirty="0">
                <a:effectLst>
                  <a:outerShdw blurRad="38100" dist="19050" dir="2700000" algn="tl" rotWithShape="0">
                    <a:schemeClr val="dk1">
                      <a:alpha val="40000"/>
                    </a:schemeClr>
                  </a:outerShdw>
                </a:effectLst>
                <a:latin typeface="隶书" panose="02010509060101010101" charset="-122"/>
                <a:ea typeface="隶书" panose="02010509060101010101" charset="-122"/>
                <a:cs typeface="隶书" panose="02010509060101010101" charset="-122"/>
                <a:sym typeface="+mn-ea"/>
              </a:rPr>
              <a:t>    90788001 67.8</a:t>
            </a:r>
            <a:endParaRPr lang="zh-CN" altLang="en-US" sz="1400" dirty="0">
              <a:solidFill>
                <a:schemeClr val="tx1"/>
              </a:solidFill>
              <a:effectLst>
                <a:outerShdw blurRad="38100" dist="19050" dir="2700000" algn="tl" rotWithShape="0">
                  <a:schemeClr val="dk1">
                    <a:alpha val="40000"/>
                  </a:schemeClr>
                </a:outerShdw>
              </a:effectLst>
              <a:latin typeface="隶书" panose="02010509060101010101" charset="-122"/>
              <a:ea typeface="隶书" panose="02010509060101010101" charset="-122"/>
              <a:cs typeface="隶书" panose="02010509060101010101" charset="-122"/>
            </a:endParaRPr>
          </a:p>
          <a:p>
            <a:pPr algn="l"/>
            <a:r>
              <a:rPr lang="zh-CN" altLang="en-US" sz="1400" dirty="0">
                <a:effectLst>
                  <a:outerShdw blurRad="38100" dist="19050" dir="2700000" algn="tl" rotWithShape="0">
                    <a:schemeClr val="dk1">
                      <a:alpha val="40000"/>
                    </a:schemeClr>
                  </a:outerShdw>
                </a:effectLst>
                <a:latin typeface="隶书" panose="02010509060101010101" charset="-122"/>
                <a:ea typeface="隶书" panose="02010509060101010101" charset="-122"/>
                <a:cs typeface="隶书" panose="02010509060101010101" charset="-122"/>
                <a:sym typeface="+mn-ea"/>
              </a:rPr>
              <a:t>    90788002 90.3</a:t>
            </a:r>
            <a:endParaRPr lang="zh-CN" altLang="en-US" sz="1400" dirty="0">
              <a:solidFill>
                <a:schemeClr val="tx1"/>
              </a:solidFill>
              <a:effectLst>
                <a:outerShdw blurRad="38100" dist="19050" dir="2700000" algn="tl" rotWithShape="0">
                  <a:schemeClr val="dk1">
                    <a:alpha val="40000"/>
                  </a:schemeClr>
                </a:outerShdw>
              </a:effectLst>
              <a:latin typeface="隶书" panose="02010509060101010101" charset="-122"/>
              <a:ea typeface="隶书" panose="02010509060101010101" charset="-122"/>
              <a:cs typeface="隶书" panose="02010509060101010101" charset="-122"/>
            </a:endParaRPr>
          </a:p>
          <a:p>
            <a:pPr algn="l"/>
            <a:r>
              <a:rPr lang="zh-CN" altLang="en-US" sz="1400" dirty="0">
                <a:effectLst>
                  <a:outerShdw blurRad="38100" dist="19050" dir="2700000" algn="tl" rotWithShape="0">
                    <a:schemeClr val="dk1">
                      <a:alpha val="40000"/>
                    </a:schemeClr>
                  </a:outerShdw>
                </a:effectLst>
                <a:latin typeface="隶书" panose="02010509060101010101" charset="-122"/>
                <a:ea typeface="隶书" panose="02010509060101010101" charset="-122"/>
                <a:cs typeface="隶书" panose="02010509060101010101" charset="-122"/>
                <a:sym typeface="+mn-ea"/>
              </a:rPr>
              <a:t>    90788003 61</a:t>
            </a:r>
            <a:endParaRPr lang="zh-CN" altLang="en-US" sz="1400" dirty="0">
              <a:solidFill>
                <a:schemeClr val="tx1"/>
              </a:solidFill>
              <a:effectLst>
                <a:outerShdw blurRad="38100" dist="19050" dir="2700000" algn="tl" rotWithShape="0">
                  <a:schemeClr val="dk1">
                    <a:alpha val="40000"/>
                  </a:schemeClr>
                </a:outerShdw>
              </a:effectLst>
              <a:latin typeface="隶书" panose="02010509060101010101" charset="-122"/>
              <a:ea typeface="隶书" panose="02010509060101010101" charset="-122"/>
              <a:cs typeface="隶书" panose="02010509060101010101" charset="-122"/>
            </a:endParaRPr>
          </a:p>
          <a:p>
            <a:pPr algn="l"/>
            <a:r>
              <a:rPr lang="zh-CN" altLang="en-US" sz="1400" dirty="0">
                <a:effectLst>
                  <a:outerShdw blurRad="38100" dist="19050" dir="2700000" algn="tl" rotWithShape="0">
                    <a:schemeClr val="dk1">
                      <a:alpha val="40000"/>
                    </a:schemeClr>
                  </a:outerShdw>
                </a:effectLst>
                <a:latin typeface="隶书" panose="02010509060101010101" charset="-122"/>
                <a:ea typeface="隶书" panose="02010509060101010101" charset="-122"/>
                <a:cs typeface="隶书" panose="02010509060101010101" charset="-122"/>
                <a:sym typeface="+mn-ea"/>
              </a:rPr>
              <a:t>    90788004 68.4</a:t>
            </a:r>
            <a:endParaRPr lang="zh-CN" altLang="en-US" sz="1400" dirty="0">
              <a:solidFill>
                <a:schemeClr val="tx1"/>
              </a:solidFill>
              <a:effectLst>
                <a:outerShdw blurRad="38100" dist="19050" dir="2700000" algn="tl" rotWithShape="0">
                  <a:schemeClr val="dk1">
                    <a:alpha val="40000"/>
                  </a:schemeClr>
                </a:outerShdw>
              </a:effectLst>
              <a:latin typeface="隶书" panose="02010509060101010101" charset="-122"/>
              <a:ea typeface="隶书" panose="02010509060101010101" charset="-122"/>
              <a:cs typeface="隶书" panose="02010509060101010101" charset="-122"/>
            </a:endParaRPr>
          </a:p>
          <a:p>
            <a:pPr algn="l"/>
            <a:r>
              <a:rPr lang="zh-CN" altLang="en-US" sz="1400" dirty="0">
                <a:effectLst>
                  <a:outerShdw blurRad="38100" dist="19050" dir="2700000" algn="tl" rotWithShape="0">
                    <a:schemeClr val="dk1">
                      <a:alpha val="40000"/>
                    </a:schemeClr>
                  </a:outerShdw>
                </a:effectLst>
                <a:latin typeface="隶书" panose="02010509060101010101" charset="-122"/>
                <a:ea typeface="隶书" panose="02010509060101010101" charset="-122"/>
                <a:cs typeface="隶书" panose="02010509060101010101" charset="-122"/>
                <a:sym typeface="+mn-ea"/>
              </a:rPr>
              <a:t>    90788005 73.9</a:t>
            </a:r>
          </a:p>
          <a:p>
            <a:pPr algn="l"/>
            <a:endParaRPr lang="zh-CN" altLang="en-US" sz="1400" dirty="0">
              <a:solidFill>
                <a:schemeClr val="tx1"/>
              </a:solidFill>
              <a:effectLst>
                <a:outerShdw blurRad="38100" dist="19050" dir="2700000" algn="tl" rotWithShape="0">
                  <a:schemeClr val="dk1">
                    <a:alpha val="40000"/>
                  </a:schemeClr>
                </a:outerShdw>
              </a:effectLst>
              <a:latin typeface="隶书" panose="02010509060101010101" charset="-122"/>
              <a:ea typeface="隶书" panose="02010509060101010101" charset="-122"/>
              <a:cs typeface="隶书" panose="02010509060101010101" charset="-122"/>
            </a:endParaRPr>
          </a:p>
          <a:p>
            <a:pPr algn="l"/>
            <a:r>
              <a:rPr lang="zh-CN" altLang="en-US" sz="1400" dirty="0">
                <a:effectLst>
                  <a:outerShdw blurRad="38100" dist="19050" dir="2700000" algn="tl" rotWithShape="0">
                    <a:schemeClr val="dk1">
                      <a:alpha val="40000"/>
                    </a:schemeClr>
                  </a:outerShdw>
                </a:effectLst>
                <a:latin typeface="隶书" panose="02010509060101010101" charset="-122"/>
                <a:ea typeface="隶书" panose="02010509060101010101" charset="-122"/>
                <a:cs typeface="隶书" panose="02010509060101010101" charset="-122"/>
                <a:sym typeface="+mn-ea"/>
              </a:rPr>
              <a:t>样例输出</a:t>
            </a:r>
            <a:endParaRPr lang="zh-CN" altLang="en-US" sz="1400" dirty="0">
              <a:solidFill>
                <a:schemeClr val="tx1"/>
              </a:solidFill>
              <a:effectLst>
                <a:outerShdw blurRad="38100" dist="19050" dir="2700000" algn="tl" rotWithShape="0">
                  <a:schemeClr val="dk1">
                    <a:alpha val="40000"/>
                  </a:schemeClr>
                </a:outerShdw>
              </a:effectLst>
              <a:latin typeface="隶书" panose="02010509060101010101" charset="-122"/>
              <a:ea typeface="隶书" panose="02010509060101010101" charset="-122"/>
              <a:cs typeface="隶书" panose="02010509060101010101" charset="-122"/>
            </a:endParaRPr>
          </a:p>
          <a:p>
            <a:pPr algn="l"/>
            <a:r>
              <a:rPr lang="zh-CN" altLang="en-US" sz="1400" dirty="0">
                <a:effectLst>
                  <a:outerShdw blurRad="38100" dist="19050" dir="2700000" algn="tl" rotWithShape="0">
                    <a:schemeClr val="dk1">
                      <a:alpha val="40000"/>
                    </a:schemeClr>
                  </a:outerShdw>
                </a:effectLst>
                <a:latin typeface="隶书" panose="02010509060101010101" charset="-122"/>
                <a:ea typeface="隶书" panose="02010509060101010101" charset="-122"/>
                <a:cs typeface="隶书" panose="02010509060101010101" charset="-122"/>
                <a:sym typeface="+mn-ea"/>
              </a:rPr>
              <a:t>    90788004 68.4</a:t>
            </a:r>
            <a:endParaRPr lang="zh-CN" altLang="en-US" sz="1400">
              <a:latin typeface="隶书" panose="02010509060101010101" charset="-122"/>
              <a:ea typeface="隶书" panose="02010509060101010101" charset="-122"/>
              <a:cs typeface="隶书" panose="020105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2"/>
                                        </p:tgtEl>
                                        <p:attrNameLst>
                                          <p:attrName>style.visibility</p:attrName>
                                        </p:attrNameLst>
                                      </p:cBhvr>
                                      <p:to>
                                        <p:strVal val="visible"/>
                                      </p:to>
                                    </p:set>
                                    <p:anim calcmode="discrete" valueType="clr">
                                      <p:cBhvr override="childStyle">
                                        <p:cTn id="7" dur="80"/>
                                        <p:tgtEl>
                                          <p:spTgt spid="2"/>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
                                        </p:tgtEl>
                                        <p:attrNameLst>
                                          <p:attrName>fillcolor</p:attrName>
                                        </p:attrNameLst>
                                      </p:cBhvr>
                                      <p:tavLst>
                                        <p:tav tm="0">
                                          <p:val>
                                            <p:clrVal>
                                              <a:schemeClr val="accent2"/>
                                            </p:clrVal>
                                          </p:val>
                                        </p:tav>
                                        <p:tav tm="50000">
                                          <p:val>
                                            <p:clrVal>
                                              <a:schemeClr val="hlink"/>
                                            </p:clrVal>
                                          </p:val>
                                        </p:tav>
                                      </p:tavLst>
                                    </p:anim>
                                    <p:set>
                                      <p:cBhvr>
                                        <p:cTn id="9" dur="80"/>
                                        <p:tgtEl>
                                          <p:spTgt spid="2"/>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grpId="0" nodeType="clickEffect">
                                  <p:stCondLst>
                                    <p:cond delay="0"/>
                                  </p:stCondLst>
                                  <p:iterate type="lt">
                                    <p:tmPct val="50000"/>
                                  </p:iterate>
                                  <p:childTnLst>
                                    <p:set>
                                      <p:cBhvr>
                                        <p:cTn id="13" dur="1" fill="hold">
                                          <p:stCondLst>
                                            <p:cond delay="0"/>
                                          </p:stCondLst>
                                        </p:cTn>
                                        <p:tgtEl>
                                          <p:spTgt spid="3"/>
                                        </p:tgtEl>
                                        <p:attrNameLst>
                                          <p:attrName>style.visibility</p:attrName>
                                        </p:attrNameLst>
                                      </p:cBhvr>
                                      <p:to>
                                        <p:strVal val="visible"/>
                                      </p:to>
                                    </p:set>
                                    <p:anim calcmode="discrete" valueType="clr">
                                      <p:cBhvr override="childStyle">
                                        <p:cTn id="14" dur="80"/>
                                        <p:tgtEl>
                                          <p:spTgt spid="3"/>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3"/>
                                        </p:tgtEl>
                                        <p:attrNameLst>
                                          <p:attrName>fillcolor</p:attrName>
                                        </p:attrNameLst>
                                      </p:cBhvr>
                                      <p:tavLst>
                                        <p:tav tm="0">
                                          <p:val>
                                            <p:clrVal>
                                              <a:schemeClr val="accent2"/>
                                            </p:clrVal>
                                          </p:val>
                                        </p:tav>
                                        <p:tav tm="50000">
                                          <p:val>
                                            <p:clrVal>
                                              <a:schemeClr val="hlink"/>
                                            </p:clrVal>
                                          </p:val>
                                        </p:tav>
                                      </p:tavLst>
                                    </p:anim>
                                    <p:set>
                                      <p:cBhvr>
                                        <p:cTn id="16" dur="80"/>
                                        <p:tgtEl>
                                          <p:spTgt spid="3"/>
                                        </p:tgtEl>
                                        <p:attrNameLst>
                                          <p:attrName>fill.type</p:attrName>
                                        </p:attrNameLst>
                                      </p:cBhvr>
                                      <p:to>
                                        <p:strVal val="solid"/>
                                      </p:to>
                                    </p:set>
                                  </p:childTnLst>
                                </p:cTn>
                              </p:par>
                            </p:childTnLst>
                          </p:cTn>
                        </p:par>
                      </p:childTnLst>
                    </p:cTn>
                  </p:par>
                  <p:par>
                    <p:cTn id="17" fill="hold">
                      <p:stCondLst>
                        <p:cond delay="indefinite"/>
                      </p:stCondLst>
                      <p:childTnLst>
                        <p:par>
                          <p:cTn id="18" fill="hold">
                            <p:stCondLst>
                              <p:cond delay="0"/>
                            </p:stCondLst>
                            <p:childTnLst>
                              <p:par>
                                <p:cTn id="19" presetID="27" presetClass="entr" presetSubtype="0" fill="hold" grpId="1" nodeType="clickEffect">
                                  <p:stCondLst>
                                    <p:cond delay="0"/>
                                  </p:stCondLst>
                                  <p:iterate type="lt">
                                    <p:tmPct val="50000"/>
                                  </p:iterate>
                                  <p:childTnLst>
                                    <p:set>
                                      <p:cBhvr>
                                        <p:cTn id="20" dur="1" fill="hold">
                                          <p:stCondLst>
                                            <p:cond delay="0"/>
                                          </p:stCondLst>
                                        </p:cTn>
                                        <p:tgtEl>
                                          <p:spTgt spid="2"/>
                                        </p:tgtEl>
                                        <p:attrNameLst>
                                          <p:attrName>style.visibility</p:attrName>
                                        </p:attrNameLst>
                                      </p:cBhvr>
                                      <p:to>
                                        <p:strVal val="visible"/>
                                      </p:to>
                                    </p:set>
                                    <p:anim calcmode="discrete" valueType="clr">
                                      <p:cBhvr override="childStyle">
                                        <p:cTn id="21" dur="80"/>
                                        <p:tgtEl>
                                          <p:spTgt spid="2"/>
                                        </p:tgtEl>
                                        <p:attrNameLst>
                                          <p:attrName>style.color</p:attrName>
                                        </p:attrNameLst>
                                      </p:cBhvr>
                                      <p:tavLst>
                                        <p:tav tm="0">
                                          <p:val>
                                            <p:clrVal>
                                              <a:schemeClr val="accent2"/>
                                            </p:clrVal>
                                          </p:val>
                                        </p:tav>
                                        <p:tav tm="50000">
                                          <p:val>
                                            <p:clrVal>
                                              <a:schemeClr val="hlink"/>
                                            </p:clrVal>
                                          </p:val>
                                        </p:tav>
                                      </p:tavLst>
                                    </p:anim>
                                    <p:anim calcmode="discrete" valueType="clr">
                                      <p:cBhvr>
                                        <p:cTn id="22" dur="80"/>
                                        <p:tgtEl>
                                          <p:spTgt spid="2"/>
                                        </p:tgtEl>
                                        <p:attrNameLst>
                                          <p:attrName>fillcolor</p:attrName>
                                        </p:attrNameLst>
                                      </p:cBhvr>
                                      <p:tavLst>
                                        <p:tav tm="0">
                                          <p:val>
                                            <p:clrVal>
                                              <a:schemeClr val="accent2"/>
                                            </p:clrVal>
                                          </p:val>
                                        </p:tav>
                                        <p:tav tm="50000">
                                          <p:val>
                                            <p:clrVal>
                                              <a:schemeClr val="hlink"/>
                                            </p:clrVal>
                                          </p:val>
                                        </p:tav>
                                      </p:tavLst>
                                    </p:anim>
                                    <p:set>
                                      <p:cBhvr>
                                        <p:cTn id="23" dur="80"/>
                                        <p:tgtEl>
                                          <p:spTgt spid="2"/>
                                        </p:tgtEl>
                                        <p:attrNameLst>
                                          <p:attrName>fill.type</p:attrName>
                                        </p:attrNameLst>
                                      </p:cBhvr>
                                      <p:to>
                                        <p:strVal val="solid"/>
                                      </p:to>
                                    </p:set>
                                  </p:childTnLst>
                                </p:cTn>
                              </p:par>
                            </p:childTnLst>
                          </p:cTn>
                        </p:par>
                      </p:childTnLst>
                    </p:cTn>
                  </p:par>
                  <p:par>
                    <p:cTn id="24" fill="hold">
                      <p:stCondLst>
                        <p:cond delay="indefinite"/>
                      </p:stCondLst>
                      <p:childTnLst>
                        <p:par>
                          <p:cTn id="25" fill="hold">
                            <p:stCondLst>
                              <p:cond delay="0"/>
                            </p:stCondLst>
                            <p:childTnLst>
                              <p:par>
                                <p:cTn id="26" presetID="27" presetClass="entr" presetSubtype="0" fill="hold" grpId="1" nodeType="clickEffect">
                                  <p:stCondLst>
                                    <p:cond delay="0"/>
                                  </p:stCondLst>
                                  <p:iterate type="lt">
                                    <p:tmPct val="50000"/>
                                  </p:iterate>
                                  <p:childTnLst>
                                    <p:set>
                                      <p:cBhvr>
                                        <p:cTn id="27" dur="1" fill="hold">
                                          <p:stCondLst>
                                            <p:cond delay="0"/>
                                          </p:stCondLst>
                                        </p:cTn>
                                        <p:tgtEl>
                                          <p:spTgt spid="3"/>
                                        </p:tgtEl>
                                        <p:attrNameLst>
                                          <p:attrName>style.visibility</p:attrName>
                                        </p:attrNameLst>
                                      </p:cBhvr>
                                      <p:to>
                                        <p:strVal val="visible"/>
                                      </p:to>
                                    </p:set>
                                    <p:anim calcmode="discrete" valueType="clr">
                                      <p:cBhvr override="childStyle">
                                        <p:cTn id="28" dur="80"/>
                                        <p:tgtEl>
                                          <p:spTgt spid="3"/>
                                        </p:tgtEl>
                                        <p:attrNameLst>
                                          <p:attrName>style.color</p:attrName>
                                        </p:attrNameLst>
                                      </p:cBhvr>
                                      <p:tavLst>
                                        <p:tav tm="0">
                                          <p:val>
                                            <p:clrVal>
                                              <a:schemeClr val="accent2"/>
                                            </p:clrVal>
                                          </p:val>
                                        </p:tav>
                                        <p:tav tm="50000">
                                          <p:val>
                                            <p:clrVal>
                                              <a:schemeClr val="hlink"/>
                                            </p:clrVal>
                                          </p:val>
                                        </p:tav>
                                      </p:tavLst>
                                    </p:anim>
                                    <p:anim calcmode="discrete" valueType="clr">
                                      <p:cBhvr>
                                        <p:cTn id="29" dur="80"/>
                                        <p:tgtEl>
                                          <p:spTgt spid="3"/>
                                        </p:tgtEl>
                                        <p:attrNameLst>
                                          <p:attrName>fillcolor</p:attrName>
                                        </p:attrNameLst>
                                      </p:cBhvr>
                                      <p:tavLst>
                                        <p:tav tm="0">
                                          <p:val>
                                            <p:clrVal>
                                              <a:schemeClr val="accent2"/>
                                            </p:clrVal>
                                          </p:val>
                                        </p:tav>
                                        <p:tav tm="50000">
                                          <p:val>
                                            <p:clrVal>
                                              <a:schemeClr val="hlink"/>
                                            </p:clrVal>
                                          </p:val>
                                        </p:tav>
                                      </p:tavLst>
                                    </p:anim>
                                    <p:set>
                                      <p:cBhvr>
                                        <p:cTn id="30" dur="80"/>
                                        <p:tgtEl>
                                          <p:spTgt spid="3"/>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p:bldP spid="3" grpId="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组合 3"/>
          <p:cNvGrpSpPr/>
          <p:nvPr/>
        </p:nvGrpSpPr>
        <p:grpSpPr>
          <a:xfrm>
            <a:off x="-23495" y="-113665"/>
            <a:ext cx="4674235" cy="787861"/>
            <a:chOff x="201757" y="129906"/>
            <a:chExt cx="6264696" cy="1096834"/>
          </a:xfrm>
        </p:grpSpPr>
        <p:pic>
          <p:nvPicPr>
            <p:cNvPr id="19473" name="Picture 9" descr="F:\ppt素材\图标\我收集的图标\字体\3.png"/>
            <p:cNvPicPr>
              <a:picLocks noChangeAspect="1"/>
            </p:cNvPicPr>
            <p:nvPr/>
          </p:nvPicPr>
          <p:blipFill>
            <a:blip r:embed="rId2"/>
            <a:stretch>
              <a:fillRect/>
            </a:stretch>
          </p:blipFill>
          <p:spPr>
            <a:xfrm rot="5400000">
              <a:off x="2884210" y="-2418911"/>
              <a:ext cx="899790" cy="6264696"/>
            </a:xfrm>
            <a:prstGeom prst="rect">
              <a:avLst/>
            </a:prstGeom>
            <a:noFill/>
            <a:ln w="9525">
              <a:noFill/>
            </a:ln>
          </p:spPr>
        </p:pic>
        <p:pic>
          <p:nvPicPr>
            <p:cNvPr id="19474" name="Picture 6" descr="F:\超棒ppt模板\中国风\中国风物件\maobi.png"/>
            <p:cNvPicPr>
              <a:picLocks noChangeAspect="1"/>
            </p:cNvPicPr>
            <p:nvPr/>
          </p:nvPicPr>
          <p:blipFill>
            <a:blip r:embed="rId3"/>
            <a:stretch>
              <a:fillRect/>
            </a:stretch>
          </p:blipFill>
          <p:spPr>
            <a:xfrm>
              <a:off x="308134" y="129906"/>
              <a:ext cx="775209" cy="775006"/>
            </a:xfrm>
            <a:prstGeom prst="rect">
              <a:avLst/>
            </a:prstGeom>
            <a:noFill/>
            <a:ln w="9525">
              <a:noFill/>
            </a:ln>
          </p:spPr>
        </p:pic>
        <p:sp>
          <p:nvSpPr>
            <p:cNvPr id="19475" name="TextBox 2"/>
            <p:cNvSpPr txBox="1"/>
            <p:nvPr/>
          </p:nvSpPr>
          <p:spPr>
            <a:xfrm>
              <a:off x="1083609" y="500071"/>
              <a:ext cx="2844474" cy="726669"/>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eaLnBrk="1" hangingPunct="1">
                <a:lnSpc>
                  <a:spcPct val="100000"/>
                </a:lnSpc>
                <a:spcBef>
                  <a:spcPct val="0"/>
                </a:spcBef>
                <a:buNone/>
              </a:pPr>
              <a:r>
                <a:rPr lang="zh-CN" altLang="en-US" b="1" dirty="0">
                  <a:solidFill>
                    <a:schemeClr val="bg1"/>
                  </a:solidFill>
                  <a:latin typeface="楷体" panose="02010609060101010101" pitchFamily="1" charset="-122"/>
                  <a:ea typeface="楷体" panose="02010609060101010101" pitchFamily="1" charset="-122"/>
                </a:rPr>
                <a:t>结构体</a:t>
              </a:r>
            </a:p>
          </p:txBody>
        </p:sp>
      </p:grpSp>
      <p:pic>
        <p:nvPicPr>
          <p:cNvPr id="4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4835" y="4641215"/>
            <a:ext cx="965200" cy="50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文本框 3"/>
          <p:cNvSpPr txBox="1"/>
          <p:nvPr/>
        </p:nvSpPr>
        <p:spPr>
          <a:xfrm>
            <a:off x="370205" y="554990"/>
            <a:ext cx="8162925" cy="506730"/>
          </a:xfrm>
          <a:prstGeom prst="rect">
            <a:avLst/>
          </a:prstGeom>
          <a:noFill/>
        </p:spPr>
        <p:txBody>
          <a:bodyPr wrap="square" rtlCol="0">
            <a:spAutoFit/>
          </a:bodyPr>
          <a:lstStyle/>
          <a:p>
            <a:pPr marL="0" lvl="0" indent="0" algn="l">
              <a:lnSpc>
                <a:spcPct val="150000"/>
              </a:lnSpc>
              <a:buNone/>
            </a:pPr>
            <a:r>
              <a:rPr lang="zh-CN" altLang="zh-CN" b="1">
                <a:latin typeface="微软雅黑" panose="020B0503020204020204" charset="-122"/>
                <a:ea typeface="微软雅黑" panose="020B0503020204020204" charset="-122"/>
                <a:sym typeface="+mn-ea"/>
              </a:rPr>
              <a:t>结构</a:t>
            </a:r>
            <a:r>
              <a:rPr lang="zh-CN" altLang="en-US" b="1">
                <a:latin typeface="微软雅黑" panose="020B0503020204020204" charset="-122"/>
                <a:ea typeface="微软雅黑" panose="020B0503020204020204" charset="-122"/>
                <a:sym typeface="+mn-ea"/>
              </a:rPr>
              <a:t>体应用举例</a:t>
            </a:r>
            <a:endParaRPr lang="zh-CN" altLang="en-US" b="1">
              <a:latin typeface="微软雅黑" panose="020B0503020204020204" charset="-122"/>
              <a:ea typeface="微软雅黑" panose="020B0503020204020204" charset="-122"/>
              <a:cs typeface="隶书" panose="02010509060101010101" charset="-122"/>
            </a:endParaRPr>
          </a:p>
        </p:txBody>
      </p:sp>
      <p:pic>
        <p:nvPicPr>
          <p:cNvPr id="5" name="图片 4"/>
          <p:cNvPicPr>
            <a:picLocks noChangeAspect="1"/>
          </p:cNvPicPr>
          <p:nvPr/>
        </p:nvPicPr>
        <p:blipFill>
          <a:blip r:embed="rId5"/>
          <a:stretch>
            <a:fillRect/>
          </a:stretch>
        </p:blipFill>
        <p:spPr>
          <a:xfrm>
            <a:off x="1014730" y="1007110"/>
            <a:ext cx="5346065" cy="3994150"/>
          </a:xfrm>
          <a:prstGeom prst="rect">
            <a:avLst/>
          </a:prstGeom>
          <a:ln>
            <a:solidFill>
              <a:schemeClr val="accent1"/>
            </a:solid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to="" calcmode="lin" valueType="num">
                                      <p:cBhvr>
                                        <p:cTn id="7" dur="1" fill="hold"/>
                                        <p:tgtEl>
                                          <p:spTgt spid="5"/>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组合 3"/>
          <p:cNvGrpSpPr/>
          <p:nvPr/>
        </p:nvGrpSpPr>
        <p:grpSpPr>
          <a:xfrm>
            <a:off x="-23495" y="-113665"/>
            <a:ext cx="4674235" cy="787861"/>
            <a:chOff x="201757" y="129906"/>
            <a:chExt cx="6264696" cy="1096834"/>
          </a:xfrm>
        </p:grpSpPr>
        <p:pic>
          <p:nvPicPr>
            <p:cNvPr id="19473" name="Picture 9" descr="F:\ppt素材\图标\我收集的图标\字体\3.png"/>
            <p:cNvPicPr>
              <a:picLocks noChangeAspect="1"/>
            </p:cNvPicPr>
            <p:nvPr/>
          </p:nvPicPr>
          <p:blipFill>
            <a:blip r:embed="rId2"/>
            <a:stretch>
              <a:fillRect/>
            </a:stretch>
          </p:blipFill>
          <p:spPr>
            <a:xfrm rot="5400000">
              <a:off x="2884210" y="-2418911"/>
              <a:ext cx="899790" cy="6264696"/>
            </a:xfrm>
            <a:prstGeom prst="rect">
              <a:avLst/>
            </a:prstGeom>
            <a:noFill/>
            <a:ln w="9525">
              <a:noFill/>
            </a:ln>
          </p:spPr>
        </p:pic>
        <p:pic>
          <p:nvPicPr>
            <p:cNvPr id="19474" name="Picture 6" descr="F:\超棒ppt模板\中国风\中国风物件\maobi.png"/>
            <p:cNvPicPr>
              <a:picLocks noChangeAspect="1"/>
            </p:cNvPicPr>
            <p:nvPr/>
          </p:nvPicPr>
          <p:blipFill>
            <a:blip r:embed="rId3"/>
            <a:stretch>
              <a:fillRect/>
            </a:stretch>
          </p:blipFill>
          <p:spPr>
            <a:xfrm>
              <a:off x="308134" y="129906"/>
              <a:ext cx="775209" cy="775006"/>
            </a:xfrm>
            <a:prstGeom prst="rect">
              <a:avLst/>
            </a:prstGeom>
            <a:noFill/>
            <a:ln w="9525">
              <a:noFill/>
            </a:ln>
          </p:spPr>
        </p:pic>
        <p:sp>
          <p:nvSpPr>
            <p:cNvPr id="19475" name="TextBox 2"/>
            <p:cNvSpPr txBox="1"/>
            <p:nvPr/>
          </p:nvSpPr>
          <p:spPr>
            <a:xfrm>
              <a:off x="1083609" y="500071"/>
              <a:ext cx="2844474" cy="726669"/>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eaLnBrk="1" hangingPunct="1">
                <a:lnSpc>
                  <a:spcPct val="100000"/>
                </a:lnSpc>
                <a:spcBef>
                  <a:spcPct val="0"/>
                </a:spcBef>
                <a:buNone/>
              </a:pPr>
              <a:r>
                <a:rPr lang="zh-CN" altLang="en-US" b="1" dirty="0">
                  <a:solidFill>
                    <a:schemeClr val="bg1"/>
                  </a:solidFill>
                  <a:latin typeface="楷体" panose="02010609060101010101" pitchFamily="1" charset="-122"/>
                  <a:ea typeface="楷体" panose="02010609060101010101" pitchFamily="1" charset="-122"/>
                </a:rPr>
                <a:t>结构体</a:t>
              </a:r>
            </a:p>
          </p:txBody>
        </p:sp>
      </p:grpSp>
      <p:pic>
        <p:nvPicPr>
          <p:cNvPr id="4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4835" y="4641215"/>
            <a:ext cx="965200" cy="50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文本框 3"/>
          <p:cNvSpPr txBox="1"/>
          <p:nvPr/>
        </p:nvSpPr>
        <p:spPr>
          <a:xfrm>
            <a:off x="370205" y="554990"/>
            <a:ext cx="8162925" cy="506730"/>
          </a:xfrm>
          <a:prstGeom prst="rect">
            <a:avLst/>
          </a:prstGeom>
          <a:noFill/>
        </p:spPr>
        <p:txBody>
          <a:bodyPr wrap="square" rtlCol="0">
            <a:spAutoFit/>
          </a:bodyPr>
          <a:lstStyle/>
          <a:p>
            <a:pPr marL="0" lvl="0" indent="0" algn="l">
              <a:lnSpc>
                <a:spcPct val="150000"/>
              </a:lnSpc>
              <a:buNone/>
            </a:pPr>
            <a:r>
              <a:rPr lang="zh-CN" altLang="zh-CN" b="1">
                <a:latin typeface="微软雅黑" panose="020B0503020204020204" charset="-122"/>
                <a:ea typeface="微软雅黑" panose="020B0503020204020204" charset="-122"/>
                <a:sym typeface="+mn-ea"/>
              </a:rPr>
              <a:t>结构</a:t>
            </a:r>
            <a:r>
              <a:rPr lang="zh-CN" altLang="en-US" b="1">
                <a:latin typeface="微软雅黑" panose="020B0503020204020204" charset="-122"/>
                <a:ea typeface="微软雅黑" panose="020B0503020204020204" charset="-122"/>
                <a:sym typeface="+mn-ea"/>
              </a:rPr>
              <a:t>体应用举例</a:t>
            </a:r>
            <a:endParaRPr lang="zh-CN" altLang="en-US" b="1">
              <a:latin typeface="微软雅黑" panose="020B0503020204020204" charset="-122"/>
              <a:ea typeface="微软雅黑" panose="020B0503020204020204" charset="-122"/>
              <a:cs typeface="隶书" panose="02010509060101010101" charset="-122"/>
            </a:endParaRPr>
          </a:p>
        </p:txBody>
      </p:sp>
      <p:sp>
        <p:nvSpPr>
          <p:cNvPr id="2" name="文本框 1"/>
          <p:cNvSpPr txBox="1"/>
          <p:nvPr/>
        </p:nvSpPr>
        <p:spPr>
          <a:xfrm>
            <a:off x="357505" y="1042035"/>
            <a:ext cx="6134100" cy="3148965"/>
          </a:xfrm>
          <a:prstGeom prst="rect">
            <a:avLst/>
          </a:prstGeom>
          <a:noFill/>
        </p:spPr>
        <p:txBody>
          <a:bodyPr wrap="square" rtlCol="0">
            <a:spAutoFit/>
          </a:bodyPr>
          <a:lstStyle/>
          <a:p>
            <a:pPr algn="l">
              <a:lnSpc>
                <a:spcPct val="120000"/>
              </a:lnSpc>
              <a:spcBef>
                <a:spcPts val="0"/>
              </a:spcBef>
              <a:spcAft>
                <a:spcPts val="0"/>
              </a:spcAft>
            </a:pPr>
            <a:r>
              <a:rPr lang="zh-CN" altLang="en-US" sz="1400" b="1" dirty="0">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sym typeface="+mn-ea"/>
              </a:rPr>
              <a:t>例</a:t>
            </a:r>
            <a:r>
              <a:rPr lang="zh-CN" altLang="en-US" sz="1400" dirty="0">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sym typeface="+mn-ea"/>
              </a:rPr>
              <a:t>2:成绩排序</a:t>
            </a:r>
            <a:r>
              <a:rPr lang="zh-CN" sz="1400">
                <a:latin typeface="微软雅黑" panose="020B0503020204020204" charset="-122"/>
                <a:ea typeface="微软雅黑" panose="020B0503020204020204" charset="-122"/>
                <a:cs typeface="微软雅黑" panose="020B0503020204020204" charset="-122"/>
                <a:sym typeface="+mn-ea"/>
              </a:rPr>
              <a:t>（</a:t>
            </a:r>
            <a:r>
              <a:rPr lang="en-US" altLang="zh-CN" sz="1400">
                <a:latin typeface="微软雅黑" panose="020B0503020204020204" charset="-122"/>
                <a:ea typeface="微软雅黑" panose="020B0503020204020204" charset="-122"/>
                <a:cs typeface="微软雅黑" panose="020B0503020204020204" charset="-122"/>
                <a:sym typeface="+mn-ea"/>
              </a:rPr>
              <a:t>noi1.10----03</a:t>
            </a:r>
            <a:r>
              <a:rPr lang="zh-CN" sz="1400">
                <a:latin typeface="微软雅黑" panose="020B0503020204020204" charset="-122"/>
                <a:ea typeface="微软雅黑" panose="020B0503020204020204" charset="-122"/>
                <a:cs typeface="微软雅黑" panose="020B0503020204020204" charset="-122"/>
                <a:sym typeface="+mn-ea"/>
              </a:rPr>
              <a:t>）</a:t>
            </a:r>
            <a:endParaRPr lang="zh-CN" altLang="en-US" sz="1400" dirty="0">
              <a:solidFill>
                <a:schemeClr val="accent6"/>
              </a:solidFill>
              <a:latin typeface="微软雅黑" panose="020B0503020204020204" charset="-122"/>
              <a:ea typeface="微软雅黑" panose="020B0503020204020204" charset="-122"/>
            </a:endParaRPr>
          </a:p>
          <a:p>
            <a:pPr algn="l">
              <a:lnSpc>
                <a:spcPct val="120000"/>
              </a:lnSpc>
              <a:spcBef>
                <a:spcPts val="0"/>
              </a:spcBef>
              <a:spcAft>
                <a:spcPts val="0"/>
              </a:spcAft>
            </a:pPr>
            <a:r>
              <a:rPr lang="zh-CN" altLang="en-US" sz="1400" dirty="0">
                <a:effectLst>
                  <a:outerShdw blurRad="38100" dist="19050" dir="2700000" algn="tl" rotWithShape="0">
                    <a:schemeClr val="dk1">
                      <a:alpha val="40000"/>
                    </a:schemeClr>
                  </a:outerShdw>
                </a:effectLst>
                <a:latin typeface="微软雅黑" panose="020B0503020204020204" charset="-122"/>
                <a:ea typeface="微软雅黑" panose="020B0503020204020204" charset="-122"/>
                <a:sym typeface="+mn-ea"/>
              </a:rPr>
              <a:t>描述</a:t>
            </a:r>
            <a:endParaRPr lang="zh-CN" altLang="en-US" sz="1400" dirty="0">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endParaRPr>
          </a:p>
          <a:p>
            <a:pPr algn="l">
              <a:lnSpc>
                <a:spcPct val="120000"/>
              </a:lnSpc>
              <a:spcBef>
                <a:spcPts val="0"/>
              </a:spcBef>
              <a:spcAft>
                <a:spcPts val="0"/>
              </a:spcAft>
            </a:pPr>
            <a:r>
              <a:rPr lang="zh-CN" altLang="en-US" sz="1400" dirty="0">
                <a:effectLst>
                  <a:outerShdw blurRad="38100" dist="19050" dir="2700000" algn="tl" rotWithShape="0">
                    <a:schemeClr val="dk1">
                      <a:alpha val="40000"/>
                    </a:schemeClr>
                  </a:outerShdw>
                </a:effectLst>
                <a:latin typeface="微软雅黑" panose="020B0503020204020204" charset="-122"/>
                <a:ea typeface="微软雅黑" panose="020B0503020204020204" charset="-122"/>
                <a:sym typeface="+mn-ea"/>
              </a:rPr>
              <a:t>    给出班里某门课程的成绩单，请你按成绩从高到低对成绩单排序输出，</a:t>
            </a:r>
            <a:endParaRPr lang="zh-CN" altLang="en-US" sz="1400" dirty="0">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endParaRPr>
          </a:p>
          <a:p>
            <a:pPr algn="l">
              <a:lnSpc>
                <a:spcPct val="120000"/>
              </a:lnSpc>
              <a:spcBef>
                <a:spcPts val="0"/>
              </a:spcBef>
              <a:spcAft>
                <a:spcPts val="0"/>
              </a:spcAft>
            </a:pPr>
            <a:r>
              <a:rPr lang="zh-CN" altLang="en-US" sz="1400" dirty="0">
                <a:effectLst>
                  <a:outerShdw blurRad="38100" dist="19050" dir="2700000" algn="tl" rotWithShape="0">
                    <a:schemeClr val="dk1">
                      <a:alpha val="40000"/>
                    </a:schemeClr>
                  </a:outerShdw>
                </a:effectLst>
                <a:latin typeface="微软雅黑" panose="020B0503020204020204" charset="-122"/>
                <a:ea typeface="微软雅黑" panose="020B0503020204020204" charset="-122"/>
                <a:sym typeface="+mn-ea"/>
              </a:rPr>
              <a:t>如果有相同分数则名字字典序小的在前。</a:t>
            </a:r>
            <a:endParaRPr lang="zh-CN" altLang="en-US" sz="1400" dirty="0">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endParaRPr>
          </a:p>
          <a:p>
            <a:pPr algn="l">
              <a:lnSpc>
                <a:spcPct val="120000"/>
              </a:lnSpc>
              <a:spcBef>
                <a:spcPts val="0"/>
              </a:spcBef>
              <a:spcAft>
                <a:spcPts val="0"/>
              </a:spcAft>
            </a:pPr>
            <a:r>
              <a:rPr lang="zh-CN" altLang="en-US" sz="1400" dirty="0">
                <a:effectLst>
                  <a:outerShdw blurRad="38100" dist="19050" dir="2700000" algn="tl" rotWithShape="0">
                    <a:schemeClr val="dk1">
                      <a:alpha val="40000"/>
                    </a:schemeClr>
                  </a:outerShdw>
                </a:effectLst>
                <a:latin typeface="微软雅黑" panose="020B0503020204020204" charset="-122"/>
                <a:ea typeface="微软雅黑" panose="020B0503020204020204" charset="-122"/>
                <a:sym typeface="+mn-ea"/>
              </a:rPr>
              <a:t>输入</a:t>
            </a:r>
            <a:endParaRPr lang="zh-CN" altLang="en-US" sz="1400" dirty="0">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endParaRPr>
          </a:p>
          <a:p>
            <a:pPr algn="l">
              <a:lnSpc>
                <a:spcPct val="120000"/>
              </a:lnSpc>
              <a:spcBef>
                <a:spcPts val="0"/>
              </a:spcBef>
              <a:spcAft>
                <a:spcPts val="0"/>
              </a:spcAft>
            </a:pPr>
            <a:r>
              <a:rPr lang="zh-CN" altLang="en-US" sz="1400" dirty="0">
                <a:effectLst>
                  <a:outerShdw blurRad="38100" dist="19050" dir="2700000" algn="tl" rotWithShape="0">
                    <a:schemeClr val="dk1">
                      <a:alpha val="40000"/>
                    </a:schemeClr>
                  </a:outerShdw>
                </a:effectLst>
                <a:latin typeface="微软雅黑" panose="020B0503020204020204" charset="-122"/>
                <a:ea typeface="微软雅黑" panose="020B0503020204020204" charset="-122"/>
                <a:sym typeface="+mn-ea"/>
              </a:rPr>
              <a:t>    第一行为n (0 &lt; n &lt; 20)，表示班里的学生数目；</a:t>
            </a:r>
            <a:endParaRPr lang="zh-CN" altLang="en-US" sz="1400" dirty="0">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endParaRPr>
          </a:p>
          <a:p>
            <a:pPr algn="l">
              <a:lnSpc>
                <a:spcPct val="120000"/>
              </a:lnSpc>
              <a:spcBef>
                <a:spcPts val="0"/>
              </a:spcBef>
              <a:spcAft>
                <a:spcPts val="0"/>
              </a:spcAft>
            </a:pPr>
            <a:r>
              <a:rPr lang="zh-CN" altLang="en-US" sz="1400" dirty="0">
                <a:effectLst>
                  <a:outerShdw blurRad="38100" dist="19050" dir="2700000" algn="tl" rotWithShape="0">
                    <a:schemeClr val="dk1">
                      <a:alpha val="40000"/>
                    </a:schemeClr>
                  </a:outerShdw>
                </a:effectLst>
                <a:latin typeface="微软雅黑" panose="020B0503020204020204" charset="-122"/>
                <a:ea typeface="微软雅黑" panose="020B0503020204020204" charset="-122"/>
                <a:sym typeface="+mn-ea"/>
              </a:rPr>
              <a:t>    接下来的n行，每行为每个学生的名字和他的成绩, 中间用单个空格隔开。</a:t>
            </a:r>
            <a:endParaRPr lang="zh-CN" altLang="en-US" sz="1400" dirty="0">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endParaRPr>
          </a:p>
          <a:p>
            <a:pPr algn="l">
              <a:lnSpc>
                <a:spcPct val="120000"/>
              </a:lnSpc>
              <a:spcBef>
                <a:spcPts val="0"/>
              </a:spcBef>
              <a:spcAft>
                <a:spcPts val="0"/>
              </a:spcAft>
            </a:pPr>
            <a:r>
              <a:rPr lang="zh-CN" altLang="en-US" sz="1400" dirty="0">
                <a:effectLst>
                  <a:outerShdw blurRad="38100" dist="19050" dir="2700000" algn="tl" rotWithShape="0">
                    <a:schemeClr val="dk1">
                      <a:alpha val="40000"/>
                    </a:schemeClr>
                  </a:outerShdw>
                </a:effectLst>
                <a:latin typeface="微软雅黑" panose="020B0503020204020204" charset="-122"/>
                <a:ea typeface="微软雅黑" panose="020B0503020204020204" charset="-122"/>
                <a:sym typeface="+mn-ea"/>
              </a:rPr>
              <a:t>名字只包含字母且长度不超过20，成绩为一个不大于100的非负整数。</a:t>
            </a:r>
            <a:endParaRPr lang="zh-CN" altLang="en-US" sz="1400" dirty="0">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endParaRPr>
          </a:p>
          <a:p>
            <a:pPr algn="l">
              <a:lnSpc>
                <a:spcPct val="120000"/>
              </a:lnSpc>
              <a:spcBef>
                <a:spcPts val="0"/>
              </a:spcBef>
              <a:spcAft>
                <a:spcPts val="0"/>
              </a:spcAft>
            </a:pPr>
            <a:r>
              <a:rPr lang="zh-CN" altLang="en-US" sz="1400" dirty="0">
                <a:effectLst>
                  <a:outerShdw blurRad="38100" dist="19050" dir="2700000" algn="tl" rotWithShape="0">
                    <a:schemeClr val="dk1">
                      <a:alpha val="40000"/>
                    </a:schemeClr>
                  </a:outerShdw>
                </a:effectLst>
                <a:latin typeface="微软雅黑" panose="020B0503020204020204" charset="-122"/>
                <a:ea typeface="微软雅黑" panose="020B0503020204020204" charset="-122"/>
                <a:sym typeface="+mn-ea"/>
              </a:rPr>
              <a:t>输出</a:t>
            </a:r>
            <a:endParaRPr lang="zh-CN" altLang="en-US" sz="1400" dirty="0">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endParaRPr>
          </a:p>
          <a:p>
            <a:pPr algn="l">
              <a:lnSpc>
                <a:spcPct val="120000"/>
              </a:lnSpc>
              <a:spcBef>
                <a:spcPts val="0"/>
              </a:spcBef>
              <a:spcAft>
                <a:spcPts val="0"/>
              </a:spcAft>
            </a:pPr>
            <a:r>
              <a:rPr lang="zh-CN" altLang="en-US" sz="1400" dirty="0">
                <a:effectLst>
                  <a:outerShdw blurRad="38100" dist="19050" dir="2700000" algn="tl" rotWithShape="0">
                    <a:schemeClr val="dk1">
                      <a:alpha val="40000"/>
                    </a:schemeClr>
                  </a:outerShdw>
                </a:effectLst>
                <a:latin typeface="微软雅黑" panose="020B0503020204020204" charset="-122"/>
                <a:ea typeface="微软雅黑" panose="020B0503020204020204" charset="-122"/>
                <a:sym typeface="+mn-ea"/>
              </a:rPr>
              <a:t>    把成绩单按分数从高到低的顺序进行排序并输出，每行包含名字和分数</a:t>
            </a:r>
            <a:endParaRPr lang="zh-CN" altLang="en-US" sz="1400" dirty="0">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endParaRPr>
          </a:p>
          <a:p>
            <a:pPr algn="l">
              <a:lnSpc>
                <a:spcPct val="120000"/>
              </a:lnSpc>
              <a:spcBef>
                <a:spcPts val="0"/>
              </a:spcBef>
              <a:spcAft>
                <a:spcPts val="0"/>
              </a:spcAft>
            </a:pPr>
            <a:r>
              <a:rPr lang="zh-CN" altLang="en-US" sz="1400" dirty="0">
                <a:effectLst>
                  <a:outerShdw blurRad="38100" dist="19050" dir="2700000" algn="tl" rotWithShape="0">
                    <a:schemeClr val="dk1">
                      <a:alpha val="40000"/>
                    </a:schemeClr>
                  </a:outerShdw>
                </a:effectLst>
                <a:latin typeface="微软雅黑" panose="020B0503020204020204" charset="-122"/>
                <a:ea typeface="微软雅黑" panose="020B0503020204020204" charset="-122"/>
                <a:sym typeface="+mn-ea"/>
              </a:rPr>
              <a:t>两项，之间有一个空格。</a:t>
            </a:r>
            <a:endParaRPr lang="zh-CN" altLang="en-US" sz="1400" dirty="0">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endParaRPr>
          </a:p>
          <a:p>
            <a:pPr marL="0" lvl="0" indent="0" algn="l">
              <a:lnSpc>
                <a:spcPct val="100000"/>
              </a:lnSpc>
              <a:buNone/>
            </a:pPr>
            <a:endParaRPr lang="zh-CN" altLang="en-US" sz="1400" b="1">
              <a:latin typeface="微软雅黑" panose="020B0503020204020204" charset="-122"/>
              <a:ea typeface="微软雅黑" panose="020B0503020204020204" charset="-122"/>
              <a:cs typeface="微软雅黑" panose="020B0503020204020204" charset="-122"/>
            </a:endParaRPr>
          </a:p>
        </p:txBody>
      </p:sp>
      <p:sp>
        <p:nvSpPr>
          <p:cNvPr id="5" name="文本框 4"/>
          <p:cNvSpPr txBox="1"/>
          <p:nvPr/>
        </p:nvSpPr>
        <p:spPr>
          <a:xfrm>
            <a:off x="6652260" y="1245870"/>
            <a:ext cx="2421890" cy="2461260"/>
          </a:xfrm>
          <a:prstGeom prst="rect">
            <a:avLst/>
          </a:prstGeom>
          <a:noFill/>
        </p:spPr>
        <p:txBody>
          <a:bodyPr wrap="square" rtlCol="0" anchor="t">
            <a:spAutoFit/>
          </a:bodyPr>
          <a:lstStyle/>
          <a:p>
            <a:pPr algn="l"/>
            <a:r>
              <a:rPr lang="zh-CN" altLang="en-US" sz="1400" dirty="0">
                <a:effectLst>
                  <a:outerShdw blurRad="38100" dist="19050" dir="2700000" algn="tl" rotWithShape="0">
                    <a:schemeClr val="dk1">
                      <a:alpha val="40000"/>
                    </a:schemeClr>
                  </a:outerShdw>
                </a:effectLst>
                <a:latin typeface="微软雅黑" panose="020B0503020204020204" charset="-122"/>
                <a:ea typeface="微软雅黑" panose="020B0503020204020204" charset="-122"/>
                <a:sym typeface="+mn-ea"/>
              </a:rPr>
              <a:t>样例输入</a:t>
            </a:r>
            <a:endParaRPr lang="zh-CN" altLang="en-US" sz="1400" dirty="0">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endParaRPr>
          </a:p>
          <a:p>
            <a:pPr algn="l"/>
            <a:r>
              <a:rPr lang="zh-CN" altLang="en-US" sz="1400" dirty="0">
                <a:effectLst>
                  <a:outerShdw blurRad="38100" dist="19050" dir="2700000" algn="tl" rotWithShape="0">
                    <a:schemeClr val="dk1">
                      <a:alpha val="40000"/>
                    </a:schemeClr>
                  </a:outerShdw>
                </a:effectLst>
                <a:latin typeface="微软雅黑" panose="020B0503020204020204" charset="-122"/>
                <a:ea typeface="微软雅黑" panose="020B0503020204020204" charset="-122"/>
                <a:sym typeface="+mn-ea"/>
              </a:rPr>
              <a:t>    4</a:t>
            </a:r>
            <a:endParaRPr lang="zh-CN" altLang="en-US" sz="1400" dirty="0">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endParaRPr>
          </a:p>
          <a:p>
            <a:pPr algn="l"/>
            <a:r>
              <a:rPr lang="zh-CN" altLang="en-US" sz="1400" dirty="0">
                <a:effectLst>
                  <a:outerShdw blurRad="38100" dist="19050" dir="2700000" algn="tl" rotWithShape="0">
                    <a:schemeClr val="dk1">
                      <a:alpha val="40000"/>
                    </a:schemeClr>
                  </a:outerShdw>
                </a:effectLst>
                <a:latin typeface="微软雅黑" panose="020B0503020204020204" charset="-122"/>
                <a:ea typeface="微软雅黑" panose="020B0503020204020204" charset="-122"/>
                <a:sym typeface="+mn-ea"/>
              </a:rPr>
              <a:t>    Kitty 80</a:t>
            </a:r>
            <a:endParaRPr lang="zh-CN" altLang="en-US" sz="1400" dirty="0">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endParaRPr>
          </a:p>
          <a:p>
            <a:pPr algn="l"/>
            <a:r>
              <a:rPr lang="zh-CN" altLang="en-US" sz="1400" dirty="0">
                <a:effectLst>
                  <a:outerShdw blurRad="38100" dist="19050" dir="2700000" algn="tl" rotWithShape="0">
                    <a:schemeClr val="dk1">
                      <a:alpha val="40000"/>
                    </a:schemeClr>
                  </a:outerShdw>
                </a:effectLst>
                <a:latin typeface="微软雅黑" panose="020B0503020204020204" charset="-122"/>
                <a:ea typeface="微软雅黑" panose="020B0503020204020204" charset="-122"/>
                <a:sym typeface="+mn-ea"/>
              </a:rPr>
              <a:t>    Hanmeimei 90</a:t>
            </a:r>
            <a:endParaRPr lang="zh-CN" altLang="en-US" sz="1400" dirty="0">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endParaRPr>
          </a:p>
          <a:p>
            <a:pPr algn="l"/>
            <a:r>
              <a:rPr lang="zh-CN" altLang="en-US" sz="1400" dirty="0">
                <a:effectLst>
                  <a:outerShdw blurRad="38100" dist="19050" dir="2700000" algn="tl" rotWithShape="0">
                    <a:schemeClr val="dk1">
                      <a:alpha val="40000"/>
                    </a:schemeClr>
                  </a:outerShdw>
                </a:effectLst>
                <a:latin typeface="微软雅黑" panose="020B0503020204020204" charset="-122"/>
                <a:ea typeface="微软雅黑" panose="020B0503020204020204" charset="-122"/>
                <a:sym typeface="+mn-ea"/>
              </a:rPr>
              <a:t>    Joey 92</a:t>
            </a:r>
            <a:endParaRPr lang="zh-CN" altLang="en-US" sz="1400" dirty="0">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endParaRPr>
          </a:p>
          <a:p>
            <a:pPr algn="l"/>
            <a:r>
              <a:rPr lang="zh-CN" altLang="en-US" sz="1400" dirty="0">
                <a:effectLst>
                  <a:outerShdw blurRad="38100" dist="19050" dir="2700000" algn="tl" rotWithShape="0">
                    <a:schemeClr val="dk1">
                      <a:alpha val="40000"/>
                    </a:schemeClr>
                  </a:outerShdw>
                </a:effectLst>
                <a:latin typeface="微软雅黑" panose="020B0503020204020204" charset="-122"/>
                <a:ea typeface="微软雅黑" panose="020B0503020204020204" charset="-122"/>
                <a:sym typeface="+mn-ea"/>
              </a:rPr>
              <a:t>    Tim 28</a:t>
            </a:r>
            <a:endParaRPr lang="zh-CN" altLang="en-US" sz="1400" dirty="0">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endParaRPr>
          </a:p>
          <a:p>
            <a:pPr algn="l"/>
            <a:r>
              <a:rPr lang="zh-CN" altLang="en-US" sz="1400" dirty="0">
                <a:effectLst>
                  <a:outerShdw blurRad="38100" dist="19050" dir="2700000" algn="tl" rotWithShape="0">
                    <a:schemeClr val="dk1">
                      <a:alpha val="40000"/>
                    </a:schemeClr>
                  </a:outerShdw>
                </a:effectLst>
                <a:latin typeface="微软雅黑" panose="020B0503020204020204" charset="-122"/>
                <a:ea typeface="微软雅黑" panose="020B0503020204020204" charset="-122"/>
                <a:sym typeface="+mn-ea"/>
              </a:rPr>
              <a:t>样例输出</a:t>
            </a:r>
            <a:endParaRPr lang="zh-CN" altLang="en-US" sz="1400" dirty="0">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endParaRPr>
          </a:p>
          <a:p>
            <a:pPr algn="l"/>
            <a:r>
              <a:rPr lang="zh-CN" altLang="en-US" sz="1400" dirty="0">
                <a:effectLst>
                  <a:outerShdw blurRad="38100" dist="19050" dir="2700000" algn="tl" rotWithShape="0">
                    <a:schemeClr val="dk1">
                      <a:alpha val="40000"/>
                    </a:schemeClr>
                  </a:outerShdw>
                </a:effectLst>
                <a:latin typeface="微软雅黑" panose="020B0503020204020204" charset="-122"/>
                <a:ea typeface="微软雅黑" panose="020B0503020204020204" charset="-122"/>
                <a:sym typeface="+mn-ea"/>
              </a:rPr>
              <a:t>    Joey 92</a:t>
            </a:r>
            <a:endParaRPr lang="zh-CN" altLang="en-US" sz="1400" dirty="0">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endParaRPr>
          </a:p>
          <a:p>
            <a:pPr algn="l"/>
            <a:r>
              <a:rPr lang="zh-CN" altLang="en-US" sz="1400" dirty="0">
                <a:effectLst>
                  <a:outerShdw blurRad="38100" dist="19050" dir="2700000" algn="tl" rotWithShape="0">
                    <a:schemeClr val="dk1">
                      <a:alpha val="40000"/>
                    </a:schemeClr>
                  </a:outerShdw>
                </a:effectLst>
                <a:latin typeface="微软雅黑" panose="020B0503020204020204" charset="-122"/>
                <a:ea typeface="微软雅黑" panose="020B0503020204020204" charset="-122"/>
                <a:sym typeface="+mn-ea"/>
              </a:rPr>
              <a:t>    Hanmeimei 90 </a:t>
            </a:r>
            <a:endParaRPr lang="zh-CN" altLang="en-US" sz="1400" dirty="0">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endParaRPr>
          </a:p>
          <a:p>
            <a:pPr algn="l"/>
            <a:r>
              <a:rPr lang="zh-CN" altLang="en-US" sz="1400" dirty="0">
                <a:effectLst>
                  <a:outerShdw blurRad="38100" dist="19050" dir="2700000" algn="tl" rotWithShape="0">
                    <a:schemeClr val="dk1">
                      <a:alpha val="40000"/>
                    </a:schemeClr>
                  </a:outerShdw>
                </a:effectLst>
                <a:latin typeface="微软雅黑" panose="020B0503020204020204" charset="-122"/>
                <a:ea typeface="微软雅黑" panose="020B0503020204020204" charset="-122"/>
                <a:sym typeface="+mn-ea"/>
              </a:rPr>
              <a:t>    Kitty 80</a:t>
            </a:r>
            <a:endParaRPr lang="zh-CN" altLang="en-US" sz="1400" dirty="0">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endParaRPr>
          </a:p>
          <a:p>
            <a:pPr algn="l"/>
            <a:r>
              <a:rPr lang="zh-CN" altLang="en-US" sz="1400" dirty="0">
                <a:effectLst>
                  <a:outerShdw blurRad="38100" dist="19050" dir="2700000" algn="tl" rotWithShape="0">
                    <a:schemeClr val="dk1">
                      <a:alpha val="40000"/>
                    </a:schemeClr>
                  </a:outerShdw>
                </a:effectLst>
                <a:latin typeface="微软雅黑" panose="020B0503020204020204" charset="-122"/>
                <a:ea typeface="微软雅黑" panose="020B0503020204020204" charset="-122"/>
                <a:sym typeface="+mn-ea"/>
              </a:rPr>
              <a:t>Tim 28</a:t>
            </a:r>
            <a:endParaRPr lang="zh-CN" altLang="en-US"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2"/>
                                        </p:tgtEl>
                                        <p:attrNameLst>
                                          <p:attrName>style.visibility</p:attrName>
                                        </p:attrNameLst>
                                      </p:cBhvr>
                                      <p:to>
                                        <p:strVal val="visible"/>
                                      </p:to>
                                    </p:set>
                                    <p:anim calcmode="discrete" valueType="clr">
                                      <p:cBhvr override="childStyle">
                                        <p:cTn id="7" dur="80"/>
                                        <p:tgtEl>
                                          <p:spTgt spid="2"/>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
                                        </p:tgtEl>
                                        <p:attrNameLst>
                                          <p:attrName>fillcolor</p:attrName>
                                        </p:attrNameLst>
                                      </p:cBhvr>
                                      <p:tavLst>
                                        <p:tav tm="0">
                                          <p:val>
                                            <p:clrVal>
                                              <a:schemeClr val="accent2"/>
                                            </p:clrVal>
                                          </p:val>
                                        </p:tav>
                                        <p:tav tm="50000">
                                          <p:val>
                                            <p:clrVal>
                                              <a:schemeClr val="hlink"/>
                                            </p:clrVal>
                                          </p:val>
                                        </p:tav>
                                      </p:tavLst>
                                    </p:anim>
                                    <p:set>
                                      <p:cBhvr>
                                        <p:cTn id="9" dur="80"/>
                                        <p:tgtEl>
                                          <p:spTgt spid="2"/>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grpId="0" nodeType="clickEffect">
                                  <p:stCondLst>
                                    <p:cond delay="0"/>
                                  </p:stCondLst>
                                  <p:iterate type="lt">
                                    <p:tmPct val="50000"/>
                                  </p:iterate>
                                  <p:childTnLst>
                                    <p:set>
                                      <p:cBhvr>
                                        <p:cTn id="13" dur="1" fill="hold">
                                          <p:stCondLst>
                                            <p:cond delay="0"/>
                                          </p:stCondLst>
                                        </p:cTn>
                                        <p:tgtEl>
                                          <p:spTgt spid="5"/>
                                        </p:tgtEl>
                                        <p:attrNameLst>
                                          <p:attrName>style.visibility</p:attrName>
                                        </p:attrNameLst>
                                      </p:cBhvr>
                                      <p:to>
                                        <p:strVal val="visible"/>
                                      </p:to>
                                    </p:set>
                                    <p:anim calcmode="discrete" valueType="clr">
                                      <p:cBhvr override="childStyle">
                                        <p:cTn id="14" dur="80"/>
                                        <p:tgtEl>
                                          <p:spTgt spid="5"/>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5"/>
                                        </p:tgtEl>
                                        <p:attrNameLst>
                                          <p:attrName>fillcolor</p:attrName>
                                        </p:attrNameLst>
                                      </p:cBhvr>
                                      <p:tavLst>
                                        <p:tav tm="0">
                                          <p:val>
                                            <p:clrVal>
                                              <a:schemeClr val="accent2"/>
                                            </p:clrVal>
                                          </p:val>
                                        </p:tav>
                                        <p:tav tm="50000">
                                          <p:val>
                                            <p:clrVal>
                                              <a:schemeClr val="hlink"/>
                                            </p:clrVal>
                                          </p:val>
                                        </p:tav>
                                      </p:tavLst>
                                    </p:anim>
                                    <p:set>
                                      <p:cBhvr>
                                        <p:cTn id="16" dur="80"/>
                                        <p:tgtEl>
                                          <p:spTgt spid="5"/>
                                        </p:tgtEl>
                                        <p:attrNameLst>
                                          <p:attrName>fill.type</p:attrName>
                                        </p:attrNameLst>
                                      </p:cBhvr>
                                      <p:to>
                                        <p:strVal val="solid"/>
                                      </p:to>
                                    </p:set>
                                  </p:childTnLst>
                                </p:cTn>
                              </p:par>
                            </p:childTnLst>
                          </p:cTn>
                        </p:par>
                      </p:childTnLst>
                    </p:cTn>
                  </p:par>
                  <p:par>
                    <p:cTn id="17" fill="hold">
                      <p:stCondLst>
                        <p:cond delay="indefinite"/>
                      </p:stCondLst>
                      <p:childTnLst>
                        <p:par>
                          <p:cTn id="18" fill="hold">
                            <p:stCondLst>
                              <p:cond delay="0"/>
                            </p:stCondLst>
                            <p:childTnLst>
                              <p:par>
                                <p:cTn id="19" presetID="27" presetClass="entr" presetSubtype="0" fill="hold" grpId="1" nodeType="clickEffect">
                                  <p:stCondLst>
                                    <p:cond delay="0"/>
                                  </p:stCondLst>
                                  <p:iterate type="lt">
                                    <p:tmPct val="50000"/>
                                  </p:iterate>
                                  <p:childTnLst>
                                    <p:set>
                                      <p:cBhvr>
                                        <p:cTn id="20" dur="1" fill="hold">
                                          <p:stCondLst>
                                            <p:cond delay="0"/>
                                          </p:stCondLst>
                                        </p:cTn>
                                        <p:tgtEl>
                                          <p:spTgt spid="2"/>
                                        </p:tgtEl>
                                        <p:attrNameLst>
                                          <p:attrName>style.visibility</p:attrName>
                                        </p:attrNameLst>
                                      </p:cBhvr>
                                      <p:to>
                                        <p:strVal val="visible"/>
                                      </p:to>
                                    </p:set>
                                    <p:anim calcmode="discrete" valueType="clr">
                                      <p:cBhvr override="childStyle">
                                        <p:cTn id="21" dur="80"/>
                                        <p:tgtEl>
                                          <p:spTgt spid="2"/>
                                        </p:tgtEl>
                                        <p:attrNameLst>
                                          <p:attrName>style.color</p:attrName>
                                        </p:attrNameLst>
                                      </p:cBhvr>
                                      <p:tavLst>
                                        <p:tav tm="0">
                                          <p:val>
                                            <p:clrVal>
                                              <a:schemeClr val="accent2"/>
                                            </p:clrVal>
                                          </p:val>
                                        </p:tav>
                                        <p:tav tm="50000">
                                          <p:val>
                                            <p:clrVal>
                                              <a:schemeClr val="hlink"/>
                                            </p:clrVal>
                                          </p:val>
                                        </p:tav>
                                      </p:tavLst>
                                    </p:anim>
                                    <p:anim calcmode="discrete" valueType="clr">
                                      <p:cBhvr>
                                        <p:cTn id="22" dur="80"/>
                                        <p:tgtEl>
                                          <p:spTgt spid="2"/>
                                        </p:tgtEl>
                                        <p:attrNameLst>
                                          <p:attrName>fillcolor</p:attrName>
                                        </p:attrNameLst>
                                      </p:cBhvr>
                                      <p:tavLst>
                                        <p:tav tm="0">
                                          <p:val>
                                            <p:clrVal>
                                              <a:schemeClr val="accent2"/>
                                            </p:clrVal>
                                          </p:val>
                                        </p:tav>
                                        <p:tav tm="50000">
                                          <p:val>
                                            <p:clrVal>
                                              <a:schemeClr val="hlink"/>
                                            </p:clrVal>
                                          </p:val>
                                        </p:tav>
                                      </p:tavLst>
                                    </p:anim>
                                    <p:set>
                                      <p:cBhvr>
                                        <p:cTn id="23" dur="80"/>
                                        <p:tgtEl>
                                          <p:spTgt spid="2"/>
                                        </p:tgtEl>
                                        <p:attrNameLst>
                                          <p:attrName>fill.type</p:attrName>
                                        </p:attrNameLst>
                                      </p:cBhvr>
                                      <p:to>
                                        <p:strVal val="solid"/>
                                      </p:to>
                                    </p:set>
                                  </p:childTnLst>
                                </p:cTn>
                              </p:par>
                            </p:childTnLst>
                          </p:cTn>
                        </p:par>
                      </p:childTnLst>
                    </p:cTn>
                  </p:par>
                  <p:par>
                    <p:cTn id="24" fill="hold">
                      <p:stCondLst>
                        <p:cond delay="indefinite"/>
                      </p:stCondLst>
                      <p:childTnLst>
                        <p:par>
                          <p:cTn id="25" fill="hold">
                            <p:stCondLst>
                              <p:cond delay="0"/>
                            </p:stCondLst>
                            <p:childTnLst>
                              <p:par>
                                <p:cTn id="26" presetID="27" presetClass="entr" presetSubtype="0" fill="hold" grpId="1" nodeType="clickEffect">
                                  <p:stCondLst>
                                    <p:cond delay="0"/>
                                  </p:stCondLst>
                                  <p:iterate type="lt">
                                    <p:tmPct val="50000"/>
                                  </p:iterate>
                                  <p:childTnLst>
                                    <p:set>
                                      <p:cBhvr>
                                        <p:cTn id="27" dur="1" fill="hold">
                                          <p:stCondLst>
                                            <p:cond delay="0"/>
                                          </p:stCondLst>
                                        </p:cTn>
                                        <p:tgtEl>
                                          <p:spTgt spid="5"/>
                                        </p:tgtEl>
                                        <p:attrNameLst>
                                          <p:attrName>style.visibility</p:attrName>
                                        </p:attrNameLst>
                                      </p:cBhvr>
                                      <p:to>
                                        <p:strVal val="visible"/>
                                      </p:to>
                                    </p:set>
                                    <p:anim calcmode="discrete" valueType="clr">
                                      <p:cBhvr override="childStyle">
                                        <p:cTn id="28" dur="80"/>
                                        <p:tgtEl>
                                          <p:spTgt spid="5"/>
                                        </p:tgtEl>
                                        <p:attrNameLst>
                                          <p:attrName>style.color</p:attrName>
                                        </p:attrNameLst>
                                      </p:cBhvr>
                                      <p:tavLst>
                                        <p:tav tm="0">
                                          <p:val>
                                            <p:clrVal>
                                              <a:schemeClr val="accent2"/>
                                            </p:clrVal>
                                          </p:val>
                                        </p:tav>
                                        <p:tav tm="50000">
                                          <p:val>
                                            <p:clrVal>
                                              <a:schemeClr val="hlink"/>
                                            </p:clrVal>
                                          </p:val>
                                        </p:tav>
                                      </p:tavLst>
                                    </p:anim>
                                    <p:anim calcmode="discrete" valueType="clr">
                                      <p:cBhvr>
                                        <p:cTn id="29" dur="80"/>
                                        <p:tgtEl>
                                          <p:spTgt spid="5"/>
                                        </p:tgtEl>
                                        <p:attrNameLst>
                                          <p:attrName>fillcolor</p:attrName>
                                        </p:attrNameLst>
                                      </p:cBhvr>
                                      <p:tavLst>
                                        <p:tav tm="0">
                                          <p:val>
                                            <p:clrVal>
                                              <a:schemeClr val="accent2"/>
                                            </p:clrVal>
                                          </p:val>
                                        </p:tav>
                                        <p:tav tm="50000">
                                          <p:val>
                                            <p:clrVal>
                                              <a:schemeClr val="hlink"/>
                                            </p:clrVal>
                                          </p:val>
                                        </p:tav>
                                      </p:tavLst>
                                    </p:anim>
                                    <p:set>
                                      <p:cBhvr>
                                        <p:cTn id="30" dur="80"/>
                                        <p:tgtEl>
                                          <p:spTgt spid="5"/>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5" grpId="0"/>
      <p:bldP spid="5" grpId="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组合 3"/>
          <p:cNvGrpSpPr/>
          <p:nvPr/>
        </p:nvGrpSpPr>
        <p:grpSpPr>
          <a:xfrm>
            <a:off x="-23495" y="-113665"/>
            <a:ext cx="4674235" cy="787861"/>
            <a:chOff x="201757" y="129906"/>
            <a:chExt cx="6264696" cy="1096834"/>
          </a:xfrm>
        </p:grpSpPr>
        <p:pic>
          <p:nvPicPr>
            <p:cNvPr id="19473" name="Picture 9" descr="F:\ppt素材\图标\我收集的图标\字体\3.png"/>
            <p:cNvPicPr>
              <a:picLocks noChangeAspect="1"/>
            </p:cNvPicPr>
            <p:nvPr/>
          </p:nvPicPr>
          <p:blipFill>
            <a:blip r:embed="rId2"/>
            <a:stretch>
              <a:fillRect/>
            </a:stretch>
          </p:blipFill>
          <p:spPr>
            <a:xfrm rot="5400000">
              <a:off x="2884210" y="-2418911"/>
              <a:ext cx="899790" cy="6264696"/>
            </a:xfrm>
            <a:prstGeom prst="rect">
              <a:avLst/>
            </a:prstGeom>
            <a:noFill/>
            <a:ln w="9525">
              <a:noFill/>
            </a:ln>
          </p:spPr>
        </p:pic>
        <p:pic>
          <p:nvPicPr>
            <p:cNvPr id="19474" name="Picture 6" descr="F:\超棒ppt模板\中国风\中国风物件\maobi.png"/>
            <p:cNvPicPr>
              <a:picLocks noChangeAspect="1"/>
            </p:cNvPicPr>
            <p:nvPr/>
          </p:nvPicPr>
          <p:blipFill>
            <a:blip r:embed="rId3"/>
            <a:stretch>
              <a:fillRect/>
            </a:stretch>
          </p:blipFill>
          <p:spPr>
            <a:xfrm>
              <a:off x="308134" y="129906"/>
              <a:ext cx="775209" cy="775006"/>
            </a:xfrm>
            <a:prstGeom prst="rect">
              <a:avLst/>
            </a:prstGeom>
            <a:noFill/>
            <a:ln w="9525">
              <a:noFill/>
            </a:ln>
          </p:spPr>
        </p:pic>
        <p:sp>
          <p:nvSpPr>
            <p:cNvPr id="19475" name="TextBox 2"/>
            <p:cNvSpPr txBox="1"/>
            <p:nvPr/>
          </p:nvSpPr>
          <p:spPr>
            <a:xfrm>
              <a:off x="1083609" y="500071"/>
              <a:ext cx="2844474" cy="726669"/>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eaLnBrk="1" hangingPunct="1">
                <a:lnSpc>
                  <a:spcPct val="100000"/>
                </a:lnSpc>
                <a:spcBef>
                  <a:spcPct val="0"/>
                </a:spcBef>
                <a:buNone/>
              </a:pPr>
              <a:r>
                <a:rPr lang="zh-CN" altLang="en-US" b="1" dirty="0">
                  <a:solidFill>
                    <a:schemeClr val="bg1"/>
                  </a:solidFill>
                  <a:latin typeface="楷体" panose="02010609060101010101" pitchFamily="1" charset="-122"/>
                  <a:ea typeface="楷体" panose="02010609060101010101" pitchFamily="1" charset="-122"/>
                </a:rPr>
                <a:t>结构体</a:t>
              </a:r>
            </a:p>
          </p:txBody>
        </p:sp>
      </p:grpSp>
      <p:pic>
        <p:nvPicPr>
          <p:cNvPr id="4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4835" y="4641215"/>
            <a:ext cx="965200" cy="50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文本框 3"/>
          <p:cNvSpPr txBox="1"/>
          <p:nvPr/>
        </p:nvSpPr>
        <p:spPr>
          <a:xfrm>
            <a:off x="370205" y="554990"/>
            <a:ext cx="8162925" cy="506730"/>
          </a:xfrm>
          <a:prstGeom prst="rect">
            <a:avLst/>
          </a:prstGeom>
          <a:noFill/>
        </p:spPr>
        <p:txBody>
          <a:bodyPr wrap="square" rtlCol="0">
            <a:spAutoFit/>
          </a:bodyPr>
          <a:lstStyle/>
          <a:p>
            <a:pPr marL="0" lvl="0" indent="0" algn="l">
              <a:lnSpc>
                <a:spcPct val="150000"/>
              </a:lnSpc>
              <a:buNone/>
            </a:pPr>
            <a:r>
              <a:rPr lang="zh-CN" altLang="zh-CN" b="1">
                <a:latin typeface="微软雅黑" panose="020B0503020204020204" charset="-122"/>
                <a:ea typeface="微软雅黑" panose="020B0503020204020204" charset="-122"/>
                <a:sym typeface="+mn-ea"/>
              </a:rPr>
              <a:t>结构</a:t>
            </a:r>
            <a:r>
              <a:rPr lang="zh-CN" altLang="en-US" b="1">
                <a:latin typeface="微软雅黑" panose="020B0503020204020204" charset="-122"/>
                <a:ea typeface="微软雅黑" panose="020B0503020204020204" charset="-122"/>
                <a:sym typeface="+mn-ea"/>
              </a:rPr>
              <a:t>体应用举例</a:t>
            </a:r>
            <a:endParaRPr lang="zh-CN" altLang="en-US" b="1">
              <a:latin typeface="微软雅黑" panose="020B0503020204020204" charset="-122"/>
              <a:ea typeface="微软雅黑" panose="020B0503020204020204" charset="-122"/>
              <a:cs typeface="隶书" panose="02010509060101010101" charset="-122"/>
            </a:endParaRPr>
          </a:p>
        </p:txBody>
      </p:sp>
      <p:pic>
        <p:nvPicPr>
          <p:cNvPr id="2" name="图片 1"/>
          <p:cNvPicPr>
            <a:picLocks noChangeAspect="1"/>
          </p:cNvPicPr>
          <p:nvPr/>
        </p:nvPicPr>
        <p:blipFill>
          <a:blip r:embed="rId5"/>
          <a:stretch>
            <a:fillRect/>
          </a:stretch>
        </p:blipFill>
        <p:spPr>
          <a:xfrm>
            <a:off x="1170940" y="1234440"/>
            <a:ext cx="5164455" cy="3463290"/>
          </a:xfrm>
          <a:prstGeom prst="rect">
            <a:avLst/>
          </a:prstGeom>
          <a:ln>
            <a:solidFill>
              <a:schemeClr val="accent1"/>
            </a:solid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to="" calcmode="lin" valueType="num">
                                      <p:cBhvr>
                                        <p:cTn id="7" dur="1" fill="hold"/>
                                        <p:tgtEl>
                                          <p:spTgt spid="2"/>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组合 3"/>
          <p:cNvGrpSpPr/>
          <p:nvPr/>
        </p:nvGrpSpPr>
        <p:grpSpPr>
          <a:xfrm>
            <a:off x="-23495" y="-113665"/>
            <a:ext cx="4674235" cy="787861"/>
            <a:chOff x="201757" y="129906"/>
            <a:chExt cx="6264696" cy="1096834"/>
          </a:xfrm>
        </p:grpSpPr>
        <p:pic>
          <p:nvPicPr>
            <p:cNvPr id="19473" name="Picture 9" descr="F:\ppt素材\图标\我收集的图标\字体\3.png"/>
            <p:cNvPicPr>
              <a:picLocks noChangeAspect="1"/>
            </p:cNvPicPr>
            <p:nvPr/>
          </p:nvPicPr>
          <p:blipFill>
            <a:blip r:embed="rId2"/>
            <a:stretch>
              <a:fillRect/>
            </a:stretch>
          </p:blipFill>
          <p:spPr>
            <a:xfrm rot="5400000">
              <a:off x="2884210" y="-2418911"/>
              <a:ext cx="899790" cy="6264696"/>
            </a:xfrm>
            <a:prstGeom prst="rect">
              <a:avLst/>
            </a:prstGeom>
            <a:noFill/>
            <a:ln w="9525">
              <a:noFill/>
            </a:ln>
          </p:spPr>
        </p:pic>
        <p:pic>
          <p:nvPicPr>
            <p:cNvPr id="19474" name="Picture 6" descr="F:\超棒ppt模板\中国风\中国风物件\maobi.png"/>
            <p:cNvPicPr>
              <a:picLocks noChangeAspect="1"/>
            </p:cNvPicPr>
            <p:nvPr/>
          </p:nvPicPr>
          <p:blipFill>
            <a:blip r:embed="rId3"/>
            <a:stretch>
              <a:fillRect/>
            </a:stretch>
          </p:blipFill>
          <p:spPr>
            <a:xfrm>
              <a:off x="308134" y="129906"/>
              <a:ext cx="775209" cy="775006"/>
            </a:xfrm>
            <a:prstGeom prst="rect">
              <a:avLst/>
            </a:prstGeom>
            <a:noFill/>
            <a:ln w="9525">
              <a:noFill/>
            </a:ln>
          </p:spPr>
        </p:pic>
        <p:sp>
          <p:nvSpPr>
            <p:cNvPr id="19475" name="TextBox 2"/>
            <p:cNvSpPr txBox="1"/>
            <p:nvPr/>
          </p:nvSpPr>
          <p:spPr>
            <a:xfrm>
              <a:off x="1083609" y="500071"/>
              <a:ext cx="2844474" cy="726669"/>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eaLnBrk="1" hangingPunct="1">
                <a:lnSpc>
                  <a:spcPct val="100000"/>
                </a:lnSpc>
                <a:spcBef>
                  <a:spcPct val="0"/>
                </a:spcBef>
                <a:buNone/>
              </a:pPr>
              <a:r>
                <a:rPr lang="zh-CN" altLang="en-US" b="1" dirty="0">
                  <a:solidFill>
                    <a:schemeClr val="bg1"/>
                  </a:solidFill>
                  <a:latin typeface="楷体" panose="02010609060101010101" pitchFamily="1" charset="-122"/>
                  <a:ea typeface="楷体" panose="02010609060101010101" pitchFamily="1" charset="-122"/>
                </a:rPr>
                <a:t>结构体</a:t>
              </a:r>
            </a:p>
          </p:txBody>
        </p:sp>
      </p:grpSp>
      <p:pic>
        <p:nvPicPr>
          <p:cNvPr id="4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4835" y="4641215"/>
            <a:ext cx="965200" cy="50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文本框 1"/>
          <p:cNvSpPr txBox="1"/>
          <p:nvPr/>
        </p:nvSpPr>
        <p:spPr>
          <a:xfrm>
            <a:off x="313690" y="674370"/>
            <a:ext cx="8516620" cy="4225925"/>
          </a:xfrm>
          <a:prstGeom prst="rect">
            <a:avLst/>
          </a:prstGeom>
          <a:noFill/>
        </p:spPr>
        <p:txBody>
          <a:bodyPr wrap="square" rtlCol="0">
            <a:spAutoFit/>
          </a:bodyPr>
          <a:lstStyle/>
          <a:p>
            <a:pPr algn="l">
              <a:lnSpc>
                <a:spcPct val="120000"/>
              </a:lnSpc>
              <a:spcBef>
                <a:spcPts val="0"/>
              </a:spcBef>
              <a:spcAft>
                <a:spcPts val="0"/>
              </a:spcAft>
            </a:pPr>
            <a:r>
              <a:rPr lang="zh-CN" altLang="en-US" sz="1400" b="1" dirty="0">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sym typeface="+mn-ea"/>
              </a:rPr>
              <a:t>练习：奖学金（noi1.10----04）</a:t>
            </a:r>
          </a:p>
          <a:p>
            <a:pPr algn="l">
              <a:lnSpc>
                <a:spcPct val="120000"/>
              </a:lnSpc>
              <a:spcBef>
                <a:spcPts val="0"/>
              </a:spcBef>
              <a:spcAft>
                <a:spcPts val="0"/>
              </a:spcAft>
            </a:pPr>
            <a:r>
              <a:rPr lang="zh-CN" altLang="en-US" sz="1400" dirty="0">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sym typeface="+mn-ea"/>
              </a:rPr>
              <a:t>描述</a:t>
            </a:r>
            <a:endParaRPr lang="zh-CN" altLang="en-US" sz="1400" dirty="0">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endParaRPr>
          </a:p>
          <a:p>
            <a:pPr algn="l">
              <a:lnSpc>
                <a:spcPct val="120000"/>
              </a:lnSpc>
              <a:spcBef>
                <a:spcPts val="0"/>
              </a:spcBef>
              <a:spcAft>
                <a:spcPts val="0"/>
              </a:spcAft>
            </a:pPr>
            <a:r>
              <a:rPr lang="zh-CN" altLang="en-US" sz="1400" dirty="0">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sym typeface="+mn-ea"/>
              </a:rPr>
              <a:t>某小学最近得到了一笔赞助，打算拿出其中一部分为学习成绩优秀的前5名学生发奖学金。期末，每个学生都有3门课的成绩:语文、数学、英语。先按总分从高到低排序，如果两个同学总分相同，再按语文成绩从高到低排序，如果两个同学总分和语文成绩都相同，那么规定学号小的同学排在前面，这样，每个学生的排序是唯一确定的。</a:t>
            </a:r>
            <a:endParaRPr lang="zh-CN" altLang="en-US" sz="1400" dirty="0">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endParaRPr>
          </a:p>
          <a:p>
            <a:pPr algn="l">
              <a:lnSpc>
                <a:spcPct val="120000"/>
              </a:lnSpc>
              <a:spcBef>
                <a:spcPts val="0"/>
              </a:spcBef>
              <a:spcAft>
                <a:spcPts val="0"/>
              </a:spcAft>
            </a:pPr>
            <a:r>
              <a:rPr lang="zh-CN" altLang="en-US" sz="1400" dirty="0">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sym typeface="+mn-ea"/>
              </a:rPr>
              <a:t>任务：先根据输入的3门课的成绩计算总分，然后按上述规则排序，最后按排</a:t>
            </a:r>
            <a:endParaRPr lang="zh-CN" altLang="en-US" sz="1400" dirty="0">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endParaRPr>
          </a:p>
          <a:p>
            <a:pPr algn="l">
              <a:lnSpc>
                <a:spcPct val="120000"/>
              </a:lnSpc>
              <a:spcBef>
                <a:spcPts val="0"/>
              </a:spcBef>
              <a:spcAft>
                <a:spcPts val="0"/>
              </a:spcAft>
            </a:pPr>
            <a:r>
              <a:rPr lang="zh-CN" altLang="en-US" sz="1400" dirty="0">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sym typeface="+mn-ea"/>
              </a:rPr>
              <a:t>名顺序输出前五名名学生的学号和总分。注意，在前5名同学中，每个人的奖</a:t>
            </a:r>
            <a:endParaRPr lang="zh-CN" altLang="en-US" sz="1400" dirty="0">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endParaRPr>
          </a:p>
          <a:p>
            <a:pPr algn="l">
              <a:lnSpc>
                <a:spcPct val="120000"/>
              </a:lnSpc>
              <a:spcBef>
                <a:spcPts val="0"/>
              </a:spcBef>
              <a:spcAft>
                <a:spcPts val="0"/>
              </a:spcAft>
            </a:pPr>
            <a:r>
              <a:rPr lang="zh-CN" altLang="en-US" sz="1400" dirty="0">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sym typeface="+mn-ea"/>
              </a:rPr>
              <a:t>学金都不相同，因此，你必须严格按上述规则排序。例如，在某个正确答案中，</a:t>
            </a:r>
            <a:endParaRPr lang="zh-CN" altLang="en-US" sz="1400" dirty="0">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endParaRPr>
          </a:p>
          <a:p>
            <a:pPr algn="l">
              <a:lnSpc>
                <a:spcPct val="120000"/>
              </a:lnSpc>
              <a:spcBef>
                <a:spcPts val="0"/>
              </a:spcBef>
              <a:spcAft>
                <a:spcPts val="0"/>
              </a:spcAft>
            </a:pPr>
            <a:r>
              <a:rPr lang="zh-CN" altLang="en-US" sz="1400" dirty="0">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sym typeface="+mn-ea"/>
              </a:rPr>
              <a:t>如果前两行的输出数据(每行输出两个数:学号、总分) 是:</a:t>
            </a:r>
          </a:p>
          <a:p>
            <a:pPr algn="l">
              <a:lnSpc>
                <a:spcPct val="120000"/>
              </a:lnSpc>
              <a:spcBef>
                <a:spcPts val="0"/>
              </a:spcBef>
              <a:spcAft>
                <a:spcPts val="0"/>
              </a:spcAft>
            </a:pPr>
            <a:r>
              <a:rPr lang="zh-CN" altLang="en-US" sz="1400" dirty="0">
                <a:effectLst>
                  <a:outerShdw blurRad="38100" dist="19050" dir="2700000" algn="tl" rotWithShape="0">
                    <a:schemeClr val="dk1">
                      <a:alpha val="40000"/>
                    </a:schemeClr>
                  </a:outerShdw>
                </a:effectLst>
                <a:latin typeface="微软雅黑" panose="020B0503020204020204" charset="-122"/>
                <a:ea typeface="微软雅黑" panose="020B0503020204020204" charset="-122"/>
                <a:sym typeface="+mn-ea"/>
              </a:rPr>
              <a:t>7 279</a:t>
            </a:r>
            <a:endParaRPr lang="zh-CN" altLang="en-US" sz="1400" dirty="0">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endParaRPr>
          </a:p>
          <a:p>
            <a:pPr algn="l">
              <a:lnSpc>
                <a:spcPct val="120000"/>
              </a:lnSpc>
              <a:spcBef>
                <a:spcPts val="0"/>
              </a:spcBef>
              <a:spcAft>
                <a:spcPts val="0"/>
              </a:spcAft>
            </a:pPr>
            <a:r>
              <a:rPr lang="zh-CN" altLang="en-US" sz="1400" dirty="0">
                <a:effectLst>
                  <a:outerShdw blurRad="38100" dist="19050" dir="2700000" algn="tl" rotWithShape="0">
                    <a:schemeClr val="dk1">
                      <a:alpha val="40000"/>
                    </a:schemeClr>
                  </a:outerShdw>
                </a:effectLst>
                <a:latin typeface="微软雅黑" panose="020B0503020204020204" charset="-122"/>
                <a:ea typeface="微软雅黑" panose="020B0503020204020204" charset="-122"/>
                <a:sym typeface="+mn-ea"/>
              </a:rPr>
              <a:t>5 279</a:t>
            </a:r>
            <a:endParaRPr lang="zh-CN" altLang="en-US" sz="1400" dirty="0">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endParaRPr>
          </a:p>
          <a:p>
            <a:pPr algn="l">
              <a:lnSpc>
                <a:spcPct val="120000"/>
              </a:lnSpc>
              <a:spcBef>
                <a:spcPts val="0"/>
              </a:spcBef>
              <a:spcAft>
                <a:spcPts val="0"/>
              </a:spcAft>
            </a:pPr>
            <a:r>
              <a:rPr lang="zh-CN" altLang="en-US" sz="1400" dirty="0">
                <a:effectLst>
                  <a:outerShdw blurRad="38100" dist="19050" dir="2700000" algn="tl" rotWithShape="0">
                    <a:schemeClr val="dk1">
                      <a:alpha val="40000"/>
                    </a:schemeClr>
                  </a:outerShdw>
                </a:effectLst>
                <a:latin typeface="微软雅黑" panose="020B0503020204020204" charset="-122"/>
                <a:ea typeface="微软雅黑" panose="020B0503020204020204" charset="-122"/>
                <a:sym typeface="+mn-ea"/>
              </a:rPr>
              <a:t>这两行数据的含义是:总分最高的两个同学的学号依次是7号、5号。</a:t>
            </a:r>
            <a:endParaRPr lang="zh-CN" altLang="en-US" sz="1400" dirty="0">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endParaRPr>
          </a:p>
          <a:p>
            <a:pPr algn="l">
              <a:lnSpc>
                <a:spcPct val="120000"/>
              </a:lnSpc>
              <a:spcBef>
                <a:spcPts val="0"/>
              </a:spcBef>
              <a:spcAft>
                <a:spcPts val="0"/>
              </a:spcAft>
            </a:pPr>
            <a:r>
              <a:rPr lang="zh-CN" altLang="en-US" sz="1400" dirty="0">
                <a:effectLst>
                  <a:outerShdw blurRad="38100" dist="19050" dir="2700000" algn="tl" rotWithShape="0">
                    <a:schemeClr val="dk1">
                      <a:alpha val="40000"/>
                    </a:schemeClr>
                  </a:outerShdw>
                </a:effectLst>
                <a:latin typeface="微软雅黑" panose="020B0503020204020204" charset="-122"/>
                <a:ea typeface="微软雅黑" panose="020B0503020204020204" charset="-122"/>
                <a:sym typeface="+mn-ea"/>
              </a:rPr>
              <a:t>这两名同学的总分都是 279 (总分等于输入的语文、数学、英语三</a:t>
            </a:r>
            <a:endParaRPr lang="zh-CN" altLang="en-US" sz="1400" dirty="0">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endParaRPr>
          </a:p>
          <a:p>
            <a:pPr algn="l">
              <a:lnSpc>
                <a:spcPct val="120000"/>
              </a:lnSpc>
              <a:spcBef>
                <a:spcPts val="0"/>
              </a:spcBef>
              <a:spcAft>
                <a:spcPts val="0"/>
              </a:spcAft>
            </a:pPr>
            <a:r>
              <a:rPr lang="zh-CN" altLang="en-US" sz="1400" dirty="0">
                <a:effectLst>
                  <a:outerShdw blurRad="38100" dist="19050" dir="2700000" algn="tl" rotWithShape="0">
                    <a:schemeClr val="dk1">
                      <a:alpha val="40000"/>
                    </a:schemeClr>
                  </a:outerShdw>
                </a:effectLst>
                <a:latin typeface="微软雅黑" panose="020B0503020204020204" charset="-122"/>
                <a:ea typeface="微软雅黑" panose="020B0503020204020204" charset="-122"/>
                <a:sym typeface="+mn-ea"/>
              </a:rPr>
              <a:t>科成绩之和) ，但学号为7的学生语文成绩更高一些。如果你的前两</a:t>
            </a:r>
            <a:endParaRPr lang="zh-CN" altLang="en-US" sz="1400" dirty="0">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endParaRPr>
          </a:p>
          <a:p>
            <a:pPr algn="l">
              <a:lnSpc>
                <a:spcPct val="120000"/>
              </a:lnSpc>
              <a:spcBef>
                <a:spcPts val="0"/>
              </a:spcBef>
              <a:spcAft>
                <a:spcPts val="0"/>
              </a:spcAft>
            </a:pPr>
            <a:r>
              <a:rPr lang="zh-CN" altLang="en-US" sz="1400" dirty="0">
                <a:effectLst>
                  <a:outerShdw blurRad="38100" dist="19050" dir="2700000" algn="tl" rotWithShape="0">
                    <a:schemeClr val="dk1">
                      <a:alpha val="40000"/>
                    </a:schemeClr>
                  </a:outerShdw>
                </a:effectLst>
                <a:latin typeface="微软雅黑" panose="020B0503020204020204" charset="-122"/>
                <a:ea typeface="微软雅黑" panose="020B0503020204020204" charset="-122"/>
                <a:sym typeface="+mn-ea"/>
              </a:rPr>
              <a:t>名的输出数据是:</a:t>
            </a:r>
            <a:endParaRPr lang="zh-CN" altLang="en-US" sz="1400" dirty="0">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2"/>
                                        </p:tgtEl>
                                        <p:attrNameLst>
                                          <p:attrName>style.visibility</p:attrName>
                                        </p:attrNameLst>
                                      </p:cBhvr>
                                      <p:to>
                                        <p:strVal val="visible"/>
                                      </p:to>
                                    </p:set>
                                    <p:anim calcmode="discrete" valueType="clr">
                                      <p:cBhvr override="childStyle">
                                        <p:cTn id="7" dur="80"/>
                                        <p:tgtEl>
                                          <p:spTgt spid="2"/>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
                                        </p:tgtEl>
                                        <p:attrNameLst>
                                          <p:attrName>fillcolor</p:attrName>
                                        </p:attrNameLst>
                                      </p:cBhvr>
                                      <p:tavLst>
                                        <p:tav tm="0">
                                          <p:val>
                                            <p:clrVal>
                                              <a:schemeClr val="accent2"/>
                                            </p:clrVal>
                                          </p:val>
                                        </p:tav>
                                        <p:tav tm="50000">
                                          <p:val>
                                            <p:clrVal>
                                              <a:schemeClr val="hlink"/>
                                            </p:clrVal>
                                          </p:val>
                                        </p:tav>
                                      </p:tavLst>
                                    </p:anim>
                                    <p:set>
                                      <p:cBhvr>
                                        <p:cTn id="9" dur="80"/>
                                        <p:tgtEl>
                                          <p:spTgt spid="2"/>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grpId="1" nodeType="clickEffect">
                                  <p:stCondLst>
                                    <p:cond delay="0"/>
                                  </p:stCondLst>
                                  <p:iterate type="lt">
                                    <p:tmPct val="50000"/>
                                  </p:iterate>
                                  <p:childTnLst>
                                    <p:set>
                                      <p:cBhvr>
                                        <p:cTn id="13" dur="1" fill="hold">
                                          <p:stCondLst>
                                            <p:cond delay="0"/>
                                          </p:stCondLst>
                                        </p:cTn>
                                        <p:tgtEl>
                                          <p:spTgt spid="2"/>
                                        </p:tgtEl>
                                        <p:attrNameLst>
                                          <p:attrName>style.visibility</p:attrName>
                                        </p:attrNameLst>
                                      </p:cBhvr>
                                      <p:to>
                                        <p:strVal val="visible"/>
                                      </p:to>
                                    </p:set>
                                    <p:anim calcmode="discrete" valueType="clr">
                                      <p:cBhvr override="childStyle">
                                        <p:cTn id="14" dur="80"/>
                                        <p:tgtEl>
                                          <p:spTgt spid="2"/>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2"/>
                                        </p:tgtEl>
                                        <p:attrNameLst>
                                          <p:attrName>fillcolor</p:attrName>
                                        </p:attrNameLst>
                                      </p:cBhvr>
                                      <p:tavLst>
                                        <p:tav tm="0">
                                          <p:val>
                                            <p:clrVal>
                                              <a:schemeClr val="accent2"/>
                                            </p:clrVal>
                                          </p:val>
                                        </p:tav>
                                        <p:tav tm="50000">
                                          <p:val>
                                            <p:clrVal>
                                              <a:schemeClr val="hlink"/>
                                            </p:clrVal>
                                          </p:val>
                                        </p:tav>
                                      </p:tavLst>
                                    </p:anim>
                                    <p:set>
                                      <p:cBhvr>
                                        <p:cTn id="16" dur="80"/>
                                        <p:tgtEl>
                                          <p:spTgt spid="2"/>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组合 3"/>
          <p:cNvGrpSpPr/>
          <p:nvPr/>
        </p:nvGrpSpPr>
        <p:grpSpPr>
          <a:xfrm>
            <a:off x="-23495" y="-113665"/>
            <a:ext cx="4674235" cy="787861"/>
            <a:chOff x="201757" y="129906"/>
            <a:chExt cx="6264696" cy="1096834"/>
          </a:xfrm>
        </p:grpSpPr>
        <p:pic>
          <p:nvPicPr>
            <p:cNvPr id="19473" name="Picture 9" descr="F:\ppt素材\图标\我收集的图标\字体\3.png"/>
            <p:cNvPicPr>
              <a:picLocks noChangeAspect="1"/>
            </p:cNvPicPr>
            <p:nvPr/>
          </p:nvPicPr>
          <p:blipFill>
            <a:blip r:embed="rId2"/>
            <a:stretch>
              <a:fillRect/>
            </a:stretch>
          </p:blipFill>
          <p:spPr>
            <a:xfrm rot="5400000">
              <a:off x="2884210" y="-2418911"/>
              <a:ext cx="899790" cy="6264696"/>
            </a:xfrm>
            <a:prstGeom prst="rect">
              <a:avLst/>
            </a:prstGeom>
            <a:noFill/>
            <a:ln w="9525">
              <a:noFill/>
            </a:ln>
          </p:spPr>
        </p:pic>
        <p:pic>
          <p:nvPicPr>
            <p:cNvPr id="19474" name="Picture 6" descr="F:\超棒ppt模板\中国风\中国风物件\maobi.png"/>
            <p:cNvPicPr>
              <a:picLocks noChangeAspect="1"/>
            </p:cNvPicPr>
            <p:nvPr/>
          </p:nvPicPr>
          <p:blipFill>
            <a:blip r:embed="rId3"/>
            <a:stretch>
              <a:fillRect/>
            </a:stretch>
          </p:blipFill>
          <p:spPr>
            <a:xfrm>
              <a:off x="308134" y="129906"/>
              <a:ext cx="775209" cy="775006"/>
            </a:xfrm>
            <a:prstGeom prst="rect">
              <a:avLst/>
            </a:prstGeom>
            <a:noFill/>
            <a:ln w="9525">
              <a:noFill/>
            </a:ln>
          </p:spPr>
        </p:pic>
        <p:sp>
          <p:nvSpPr>
            <p:cNvPr id="19475" name="TextBox 2"/>
            <p:cNvSpPr txBox="1"/>
            <p:nvPr/>
          </p:nvSpPr>
          <p:spPr>
            <a:xfrm>
              <a:off x="1083609" y="500071"/>
              <a:ext cx="2844474" cy="726669"/>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eaLnBrk="1" hangingPunct="1">
                <a:lnSpc>
                  <a:spcPct val="100000"/>
                </a:lnSpc>
                <a:spcBef>
                  <a:spcPct val="0"/>
                </a:spcBef>
                <a:buNone/>
              </a:pPr>
              <a:r>
                <a:rPr lang="zh-CN" altLang="en-US" b="1" dirty="0">
                  <a:solidFill>
                    <a:schemeClr val="bg1"/>
                  </a:solidFill>
                  <a:latin typeface="楷体" panose="02010609060101010101" pitchFamily="1" charset="-122"/>
                  <a:ea typeface="楷体" panose="02010609060101010101" pitchFamily="1" charset="-122"/>
                </a:rPr>
                <a:t>结构体</a:t>
              </a:r>
            </a:p>
          </p:txBody>
        </p:sp>
      </p:grpSp>
      <p:pic>
        <p:nvPicPr>
          <p:cNvPr id="4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4835" y="4641215"/>
            <a:ext cx="965200" cy="50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文本框 3"/>
          <p:cNvSpPr txBox="1"/>
          <p:nvPr/>
        </p:nvSpPr>
        <p:spPr>
          <a:xfrm>
            <a:off x="370205" y="554990"/>
            <a:ext cx="8162925" cy="4441190"/>
          </a:xfrm>
          <a:prstGeom prst="rect">
            <a:avLst/>
          </a:prstGeom>
          <a:noFill/>
        </p:spPr>
        <p:txBody>
          <a:bodyPr wrap="square" rtlCol="0">
            <a:spAutoFit/>
          </a:bodyPr>
          <a:lstStyle/>
          <a:p>
            <a:pPr algn="l">
              <a:lnSpc>
                <a:spcPct val="120000"/>
              </a:lnSpc>
              <a:spcBef>
                <a:spcPts val="0"/>
              </a:spcBef>
              <a:spcAft>
                <a:spcPts val="0"/>
              </a:spcAft>
            </a:pPr>
            <a:r>
              <a:rPr lang="zh-CN" altLang="en-US" sz="1400" dirty="0">
                <a:effectLst>
                  <a:outerShdw blurRad="38100" dist="19050" dir="2700000" algn="tl" rotWithShape="0">
                    <a:schemeClr val="dk1">
                      <a:alpha val="40000"/>
                    </a:schemeClr>
                  </a:outerShdw>
                </a:effectLst>
                <a:latin typeface="微软雅黑" panose="020B0503020204020204" charset="-122"/>
                <a:ea typeface="微软雅黑" panose="020B0503020204020204" charset="-122"/>
                <a:sym typeface="+mn-ea"/>
              </a:rPr>
              <a:t>5 279</a:t>
            </a:r>
            <a:endParaRPr lang="zh-CN" altLang="en-US" sz="1400" dirty="0">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endParaRPr>
          </a:p>
          <a:p>
            <a:pPr algn="l">
              <a:lnSpc>
                <a:spcPct val="120000"/>
              </a:lnSpc>
              <a:spcBef>
                <a:spcPts val="0"/>
              </a:spcBef>
              <a:spcAft>
                <a:spcPts val="0"/>
              </a:spcAft>
            </a:pPr>
            <a:r>
              <a:rPr lang="zh-CN" altLang="en-US" sz="1400" dirty="0">
                <a:effectLst>
                  <a:outerShdw blurRad="38100" dist="19050" dir="2700000" algn="tl" rotWithShape="0">
                    <a:schemeClr val="dk1">
                      <a:alpha val="40000"/>
                    </a:schemeClr>
                  </a:outerShdw>
                </a:effectLst>
                <a:latin typeface="微软雅黑" panose="020B0503020204020204" charset="-122"/>
                <a:ea typeface="微软雅黑" panose="020B0503020204020204" charset="-122"/>
                <a:sym typeface="+mn-ea"/>
              </a:rPr>
              <a:t>7 279</a:t>
            </a:r>
            <a:endParaRPr lang="zh-CN" altLang="en-US" sz="1400" dirty="0">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endParaRPr>
          </a:p>
          <a:p>
            <a:pPr algn="l">
              <a:lnSpc>
                <a:spcPct val="120000"/>
              </a:lnSpc>
              <a:spcBef>
                <a:spcPts val="0"/>
              </a:spcBef>
              <a:spcAft>
                <a:spcPts val="0"/>
              </a:spcAft>
            </a:pPr>
            <a:r>
              <a:rPr lang="zh-CN" altLang="en-US" sz="1400" dirty="0">
                <a:effectLst>
                  <a:outerShdw blurRad="38100" dist="19050" dir="2700000" algn="tl" rotWithShape="0">
                    <a:schemeClr val="dk1">
                      <a:alpha val="40000"/>
                    </a:schemeClr>
                  </a:outerShdw>
                </a:effectLst>
                <a:latin typeface="微软雅黑" panose="020B0503020204020204" charset="-122"/>
                <a:ea typeface="微软雅黑" panose="020B0503020204020204" charset="-122"/>
                <a:sym typeface="+mn-ea"/>
              </a:rPr>
              <a:t>则按输出错误处理，不能得分。</a:t>
            </a:r>
          </a:p>
          <a:p>
            <a:pPr algn="l">
              <a:lnSpc>
                <a:spcPct val="120000"/>
              </a:lnSpc>
              <a:spcBef>
                <a:spcPts val="0"/>
              </a:spcBef>
              <a:spcAft>
                <a:spcPts val="0"/>
              </a:spcAft>
            </a:pPr>
            <a:r>
              <a:rPr lang="zh-CN" altLang="en-US" sz="1400" dirty="0">
                <a:effectLst/>
                <a:latin typeface="微软雅黑" panose="020B0503020204020204" charset="-122"/>
                <a:ea typeface="微软雅黑" panose="020B0503020204020204" charset="-122"/>
                <a:sym typeface="+mn-ea"/>
              </a:rPr>
              <a:t>输入</a:t>
            </a:r>
            <a:endParaRPr lang="zh-CN" altLang="en-US" sz="1400" dirty="0">
              <a:solidFill>
                <a:schemeClr val="tx1"/>
              </a:solidFill>
              <a:effectLst/>
              <a:latin typeface="微软雅黑" panose="020B0503020204020204" charset="-122"/>
              <a:ea typeface="微软雅黑" panose="020B0503020204020204" charset="-122"/>
            </a:endParaRPr>
          </a:p>
          <a:p>
            <a:pPr algn="l">
              <a:lnSpc>
                <a:spcPct val="120000"/>
              </a:lnSpc>
              <a:spcBef>
                <a:spcPts val="0"/>
              </a:spcBef>
              <a:spcAft>
                <a:spcPts val="0"/>
              </a:spcAft>
            </a:pPr>
            <a:r>
              <a:rPr lang="zh-CN" altLang="en-US" sz="1400" dirty="0">
                <a:effectLst/>
                <a:latin typeface="微软雅黑" panose="020B0503020204020204" charset="-122"/>
                <a:ea typeface="微软雅黑" panose="020B0503020204020204" charset="-122"/>
                <a:sym typeface="+mn-ea"/>
              </a:rPr>
              <a:t>包含n+1行: </a:t>
            </a:r>
            <a:endParaRPr lang="zh-CN" altLang="en-US" sz="1400" dirty="0">
              <a:solidFill>
                <a:schemeClr val="tx1"/>
              </a:solidFill>
              <a:effectLst/>
              <a:latin typeface="微软雅黑" panose="020B0503020204020204" charset="-122"/>
              <a:ea typeface="微软雅黑" panose="020B0503020204020204" charset="-122"/>
            </a:endParaRPr>
          </a:p>
          <a:p>
            <a:pPr algn="l">
              <a:lnSpc>
                <a:spcPct val="120000"/>
              </a:lnSpc>
              <a:spcBef>
                <a:spcPts val="0"/>
              </a:spcBef>
              <a:spcAft>
                <a:spcPts val="0"/>
              </a:spcAft>
            </a:pPr>
            <a:r>
              <a:rPr lang="zh-CN" altLang="en-US" sz="1400" dirty="0">
                <a:effectLst/>
                <a:latin typeface="微软雅黑" panose="020B0503020204020204" charset="-122"/>
                <a:ea typeface="微软雅黑" panose="020B0503020204020204" charset="-122"/>
                <a:sym typeface="+mn-ea"/>
              </a:rPr>
              <a:t>第1行为一个正整数n，表示该校参加评选的学生人数。 </a:t>
            </a:r>
            <a:endParaRPr lang="zh-CN" altLang="en-US" sz="1400" dirty="0">
              <a:solidFill>
                <a:schemeClr val="tx1"/>
              </a:solidFill>
              <a:effectLst/>
              <a:latin typeface="微软雅黑" panose="020B0503020204020204" charset="-122"/>
              <a:ea typeface="微软雅黑" panose="020B0503020204020204" charset="-122"/>
            </a:endParaRPr>
          </a:p>
          <a:p>
            <a:pPr algn="l">
              <a:lnSpc>
                <a:spcPct val="120000"/>
              </a:lnSpc>
              <a:spcBef>
                <a:spcPts val="0"/>
              </a:spcBef>
              <a:spcAft>
                <a:spcPts val="0"/>
              </a:spcAft>
            </a:pPr>
            <a:r>
              <a:rPr lang="zh-CN" altLang="en-US" sz="1400" dirty="0">
                <a:effectLst/>
                <a:latin typeface="微软雅黑" panose="020B0503020204020204" charset="-122"/>
                <a:ea typeface="微软雅黑" panose="020B0503020204020204" charset="-122"/>
                <a:sym typeface="+mn-ea"/>
              </a:rPr>
              <a:t>第2到n+1行，每行有3个用空格隔开的数字，每个数字都在</a:t>
            </a:r>
            <a:endParaRPr lang="zh-CN" altLang="en-US" sz="1400" dirty="0">
              <a:solidFill>
                <a:schemeClr val="tx1"/>
              </a:solidFill>
              <a:effectLst/>
              <a:latin typeface="微软雅黑" panose="020B0503020204020204" charset="-122"/>
              <a:ea typeface="微软雅黑" panose="020B0503020204020204" charset="-122"/>
            </a:endParaRPr>
          </a:p>
          <a:p>
            <a:pPr algn="l">
              <a:lnSpc>
                <a:spcPct val="120000"/>
              </a:lnSpc>
              <a:spcBef>
                <a:spcPts val="0"/>
              </a:spcBef>
              <a:spcAft>
                <a:spcPts val="0"/>
              </a:spcAft>
            </a:pPr>
            <a:r>
              <a:rPr lang="zh-CN" altLang="en-US" sz="1400" dirty="0">
                <a:effectLst/>
                <a:latin typeface="微软雅黑" panose="020B0503020204020204" charset="-122"/>
                <a:ea typeface="微软雅黑" panose="020B0503020204020204" charset="-122"/>
                <a:sym typeface="+mn-ea"/>
              </a:rPr>
              <a:t>0到100之间。第j行的3个数字依次表示学号为 j-1 的学生的语文、</a:t>
            </a:r>
            <a:endParaRPr lang="zh-CN" altLang="en-US" sz="1400" dirty="0">
              <a:solidFill>
                <a:schemeClr val="tx1"/>
              </a:solidFill>
              <a:effectLst/>
              <a:latin typeface="微软雅黑" panose="020B0503020204020204" charset="-122"/>
              <a:ea typeface="微软雅黑" panose="020B0503020204020204" charset="-122"/>
            </a:endParaRPr>
          </a:p>
          <a:p>
            <a:pPr algn="l">
              <a:lnSpc>
                <a:spcPct val="120000"/>
              </a:lnSpc>
              <a:spcBef>
                <a:spcPts val="0"/>
              </a:spcBef>
              <a:spcAft>
                <a:spcPts val="0"/>
              </a:spcAft>
            </a:pPr>
            <a:r>
              <a:rPr lang="zh-CN" altLang="en-US" sz="1400" dirty="0">
                <a:effectLst/>
                <a:latin typeface="微软雅黑" panose="020B0503020204020204" charset="-122"/>
                <a:ea typeface="微软雅黑" panose="020B0503020204020204" charset="-122"/>
                <a:sym typeface="+mn-ea"/>
              </a:rPr>
              <a:t>数学、英语的成绩。每个学生的学号按照输入顺序编号为1~n (恰好</a:t>
            </a:r>
            <a:endParaRPr lang="zh-CN" altLang="en-US" sz="1400" dirty="0">
              <a:solidFill>
                <a:schemeClr val="tx1"/>
              </a:solidFill>
              <a:effectLst/>
              <a:latin typeface="微软雅黑" panose="020B0503020204020204" charset="-122"/>
              <a:ea typeface="微软雅黑" panose="020B0503020204020204" charset="-122"/>
            </a:endParaRPr>
          </a:p>
          <a:p>
            <a:pPr algn="l">
              <a:lnSpc>
                <a:spcPct val="120000"/>
              </a:lnSpc>
              <a:spcBef>
                <a:spcPts val="0"/>
              </a:spcBef>
              <a:spcAft>
                <a:spcPts val="0"/>
              </a:spcAft>
            </a:pPr>
            <a:r>
              <a:rPr lang="zh-CN" altLang="en-US" sz="1400" dirty="0">
                <a:effectLst/>
                <a:latin typeface="微软雅黑" panose="020B0503020204020204" charset="-122"/>
                <a:ea typeface="微软雅黑" panose="020B0503020204020204" charset="-122"/>
                <a:sym typeface="+mn-ea"/>
              </a:rPr>
              <a:t>是输入数据的行号减1)。 </a:t>
            </a:r>
            <a:endParaRPr lang="zh-CN" altLang="en-US" sz="1400" dirty="0">
              <a:solidFill>
                <a:schemeClr val="tx1"/>
              </a:solidFill>
              <a:effectLst/>
              <a:latin typeface="微软雅黑" panose="020B0503020204020204" charset="-122"/>
              <a:ea typeface="微软雅黑" panose="020B0503020204020204" charset="-122"/>
            </a:endParaRPr>
          </a:p>
          <a:p>
            <a:pPr algn="l">
              <a:lnSpc>
                <a:spcPct val="120000"/>
              </a:lnSpc>
              <a:spcBef>
                <a:spcPts val="0"/>
              </a:spcBef>
              <a:spcAft>
                <a:spcPts val="0"/>
              </a:spcAft>
            </a:pPr>
            <a:r>
              <a:rPr lang="zh-CN" altLang="en-US" sz="1400" dirty="0">
                <a:effectLst/>
                <a:latin typeface="微软雅黑" panose="020B0503020204020204" charset="-122"/>
                <a:ea typeface="微软雅黑" panose="020B0503020204020204" charset="-122"/>
                <a:sym typeface="+mn-ea"/>
              </a:rPr>
              <a:t>所给的数据都是正确的，不必检验。</a:t>
            </a:r>
            <a:endParaRPr lang="zh-CN" altLang="en-US" sz="1400" dirty="0">
              <a:solidFill>
                <a:schemeClr val="tx1"/>
              </a:solidFill>
              <a:effectLst/>
              <a:latin typeface="微软雅黑" panose="020B0503020204020204" charset="-122"/>
              <a:ea typeface="微软雅黑" panose="020B0503020204020204" charset="-122"/>
            </a:endParaRPr>
          </a:p>
          <a:p>
            <a:pPr algn="l">
              <a:lnSpc>
                <a:spcPct val="120000"/>
              </a:lnSpc>
              <a:spcBef>
                <a:spcPts val="0"/>
              </a:spcBef>
              <a:spcAft>
                <a:spcPts val="0"/>
              </a:spcAft>
            </a:pPr>
            <a:r>
              <a:rPr lang="zh-CN" altLang="en-US" sz="1400" dirty="0">
                <a:effectLst/>
                <a:latin typeface="微软雅黑" panose="020B0503020204020204" charset="-122"/>
                <a:ea typeface="微软雅黑" panose="020B0503020204020204" charset="-122"/>
                <a:sym typeface="+mn-ea"/>
              </a:rPr>
              <a:t>50%的数据满足:各学生的总成绩各不相同；</a:t>
            </a:r>
            <a:endParaRPr lang="zh-CN" altLang="en-US" sz="1400" dirty="0">
              <a:solidFill>
                <a:schemeClr val="tx1"/>
              </a:solidFill>
              <a:effectLst/>
              <a:latin typeface="微软雅黑" panose="020B0503020204020204" charset="-122"/>
              <a:ea typeface="微软雅黑" panose="020B0503020204020204" charset="-122"/>
            </a:endParaRPr>
          </a:p>
          <a:p>
            <a:pPr algn="l">
              <a:lnSpc>
                <a:spcPct val="120000"/>
              </a:lnSpc>
              <a:spcBef>
                <a:spcPts val="0"/>
              </a:spcBef>
              <a:spcAft>
                <a:spcPts val="0"/>
              </a:spcAft>
            </a:pPr>
            <a:r>
              <a:rPr lang="zh-CN" altLang="en-US" sz="1400" dirty="0">
                <a:effectLst/>
                <a:latin typeface="微软雅黑" panose="020B0503020204020204" charset="-122"/>
                <a:ea typeface="微软雅黑" panose="020B0503020204020204" charset="-122"/>
                <a:sym typeface="+mn-ea"/>
              </a:rPr>
              <a:t>100%的数据满足: 6&lt;=n&lt;=300。</a:t>
            </a:r>
            <a:endParaRPr lang="zh-CN" altLang="en-US" sz="1400" dirty="0">
              <a:solidFill>
                <a:schemeClr val="tx1"/>
              </a:solidFill>
              <a:effectLst/>
              <a:latin typeface="微软雅黑" panose="020B0503020204020204" charset="-122"/>
              <a:ea typeface="微软雅黑" panose="020B0503020204020204" charset="-122"/>
            </a:endParaRPr>
          </a:p>
          <a:p>
            <a:pPr algn="l">
              <a:lnSpc>
                <a:spcPct val="120000"/>
              </a:lnSpc>
              <a:spcBef>
                <a:spcPts val="0"/>
              </a:spcBef>
              <a:spcAft>
                <a:spcPts val="0"/>
              </a:spcAft>
            </a:pPr>
            <a:r>
              <a:rPr lang="zh-CN" altLang="en-US" sz="1400" dirty="0">
                <a:effectLst/>
                <a:latin typeface="微软雅黑" panose="020B0503020204020204" charset="-122"/>
                <a:ea typeface="微软雅黑" panose="020B0503020204020204" charset="-122"/>
                <a:sym typeface="+mn-ea"/>
              </a:rPr>
              <a:t>输出</a:t>
            </a:r>
            <a:endParaRPr lang="zh-CN" altLang="en-US" sz="1400" dirty="0">
              <a:solidFill>
                <a:schemeClr val="tx1"/>
              </a:solidFill>
              <a:effectLst/>
              <a:latin typeface="微软雅黑" panose="020B0503020204020204" charset="-122"/>
              <a:ea typeface="微软雅黑" panose="020B0503020204020204" charset="-122"/>
            </a:endParaRPr>
          </a:p>
          <a:p>
            <a:pPr algn="l">
              <a:lnSpc>
                <a:spcPct val="120000"/>
              </a:lnSpc>
              <a:spcBef>
                <a:spcPts val="0"/>
              </a:spcBef>
              <a:spcAft>
                <a:spcPts val="0"/>
              </a:spcAft>
            </a:pPr>
            <a:r>
              <a:rPr lang="zh-CN" altLang="en-US" sz="1400" dirty="0">
                <a:effectLst/>
                <a:latin typeface="微软雅黑" panose="020B0503020204020204" charset="-122"/>
                <a:ea typeface="微软雅黑" panose="020B0503020204020204" charset="-122"/>
                <a:sym typeface="+mn-ea"/>
              </a:rPr>
              <a:t>共有5行，每行是两个用空格隔开的正整数，依次表示前5名学生的</a:t>
            </a:r>
            <a:endParaRPr lang="zh-CN" altLang="en-US" sz="1400" dirty="0">
              <a:solidFill>
                <a:schemeClr val="tx1"/>
              </a:solidFill>
              <a:effectLst/>
              <a:latin typeface="微软雅黑" panose="020B0503020204020204" charset="-122"/>
              <a:ea typeface="微软雅黑" panose="020B0503020204020204" charset="-122"/>
            </a:endParaRPr>
          </a:p>
          <a:p>
            <a:pPr algn="l">
              <a:lnSpc>
                <a:spcPct val="120000"/>
              </a:lnSpc>
              <a:spcBef>
                <a:spcPts val="0"/>
              </a:spcBef>
              <a:spcAft>
                <a:spcPts val="0"/>
              </a:spcAft>
            </a:pPr>
            <a:r>
              <a:rPr lang="zh-CN" altLang="en-US" sz="1400" dirty="0">
                <a:effectLst/>
                <a:latin typeface="微软雅黑" panose="020B0503020204020204" charset="-122"/>
                <a:ea typeface="微软雅黑" panose="020B0503020204020204" charset="-122"/>
                <a:sym typeface="+mn-ea"/>
              </a:rPr>
              <a:t>学号和总分。</a:t>
            </a:r>
            <a:endParaRPr lang="zh-CN" altLang="en-US" sz="1400" dirty="0">
              <a:solidFill>
                <a:schemeClr val="tx1"/>
              </a:solidFill>
              <a:effectLst/>
              <a:latin typeface="微软雅黑" panose="020B0503020204020204" charset="-122"/>
              <a:ea typeface="微软雅黑" panose="020B0503020204020204" charset="-122"/>
            </a:endParaRPr>
          </a:p>
          <a:p>
            <a:pPr algn="l"/>
            <a:endParaRPr lang="zh-CN" altLang="en-US" sz="1400" b="1">
              <a:latin typeface="微软雅黑" panose="020B0503020204020204" charset="-122"/>
              <a:ea typeface="微软雅黑" panose="020B0503020204020204" charset="-122"/>
              <a:cs typeface="隶书" panose="020105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4"/>
                                        </p:tgtEl>
                                        <p:attrNameLst>
                                          <p:attrName>style.visibility</p:attrName>
                                        </p:attrNameLst>
                                      </p:cBhvr>
                                      <p:to>
                                        <p:strVal val="visible"/>
                                      </p:to>
                                    </p:set>
                                    <p:anim calcmode="discrete" valueType="clr">
                                      <p:cBhvr override="childStyle">
                                        <p:cTn id="7" dur="80"/>
                                        <p:tgtEl>
                                          <p:spTgt spid="4"/>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4"/>
                                        </p:tgtEl>
                                        <p:attrNameLst>
                                          <p:attrName>fillcolor</p:attrName>
                                        </p:attrNameLst>
                                      </p:cBhvr>
                                      <p:tavLst>
                                        <p:tav tm="0">
                                          <p:val>
                                            <p:clrVal>
                                              <a:schemeClr val="accent2"/>
                                            </p:clrVal>
                                          </p:val>
                                        </p:tav>
                                        <p:tav tm="50000">
                                          <p:val>
                                            <p:clrVal>
                                              <a:schemeClr val="hlink"/>
                                            </p:clrVal>
                                          </p:val>
                                        </p:tav>
                                      </p:tavLst>
                                    </p:anim>
                                    <p:set>
                                      <p:cBhvr>
                                        <p:cTn id="9" dur="80"/>
                                        <p:tgtEl>
                                          <p:spTgt spid="4"/>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组合 3"/>
          <p:cNvGrpSpPr/>
          <p:nvPr/>
        </p:nvGrpSpPr>
        <p:grpSpPr>
          <a:xfrm>
            <a:off x="-23495" y="-113665"/>
            <a:ext cx="4674235" cy="787861"/>
            <a:chOff x="201757" y="129906"/>
            <a:chExt cx="6264696" cy="1096834"/>
          </a:xfrm>
        </p:grpSpPr>
        <p:pic>
          <p:nvPicPr>
            <p:cNvPr id="19473" name="Picture 9" descr="F:\ppt素材\图标\我收集的图标\字体\3.png"/>
            <p:cNvPicPr>
              <a:picLocks noChangeAspect="1"/>
            </p:cNvPicPr>
            <p:nvPr/>
          </p:nvPicPr>
          <p:blipFill>
            <a:blip r:embed="rId2"/>
            <a:stretch>
              <a:fillRect/>
            </a:stretch>
          </p:blipFill>
          <p:spPr>
            <a:xfrm rot="5400000">
              <a:off x="2884210" y="-2418911"/>
              <a:ext cx="899790" cy="6264696"/>
            </a:xfrm>
            <a:prstGeom prst="rect">
              <a:avLst/>
            </a:prstGeom>
            <a:noFill/>
            <a:ln w="9525">
              <a:noFill/>
            </a:ln>
          </p:spPr>
        </p:pic>
        <p:pic>
          <p:nvPicPr>
            <p:cNvPr id="19474" name="Picture 6" descr="F:\超棒ppt模板\中国风\中国风物件\maobi.png"/>
            <p:cNvPicPr>
              <a:picLocks noChangeAspect="1"/>
            </p:cNvPicPr>
            <p:nvPr/>
          </p:nvPicPr>
          <p:blipFill>
            <a:blip r:embed="rId3"/>
            <a:stretch>
              <a:fillRect/>
            </a:stretch>
          </p:blipFill>
          <p:spPr>
            <a:xfrm>
              <a:off x="308134" y="129906"/>
              <a:ext cx="775209" cy="775006"/>
            </a:xfrm>
            <a:prstGeom prst="rect">
              <a:avLst/>
            </a:prstGeom>
            <a:noFill/>
            <a:ln w="9525">
              <a:noFill/>
            </a:ln>
          </p:spPr>
        </p:pic>
        <p:sp>
          <p:nvSpPr>
            <p:cNvPr id="19475" name="TextBox 2"/>
            <p:cNvSpPr txBox="1"/>
            <p:nvPr/>
          </p:nvSpPr>
          <p:spPr>
            <a:xfrm>
              <a:off x="1083609" y="500071"/>
              <a:ext cx="2844474" cy="726669"/>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eaLnBrk="1" hangingPunct="1">
                <a:lnSpc>
                  <a:spcPct val="100000"/>
                </a:lnSpc>
                <a:spcBef>
                  <a:spcPct val="0"/>
                </a:spcBef>
                <a:buNone/>
              </a:pPr>
              <a:r>
                <a:rPr lang="zh-CN" altLang="en-US" b="1" dirty="0">
                  <a:solidFill>
                    <a:schemeClr val="bg1"/>
                  </a:solidFill>
                  <a:latin typeface="楷体" panose="02010609060101010101" pitchFamily="1" charset="-122"/>
                  <a:ea typeface="楷体" panose="02010609060101010101" pitchFamily="1" charset="-122"/>
                </a:rPr>
                <a:t>结构体</a:t>
              </a:r>
            </a:p>
          </p:txBody>
        </p:sp>
      </p:grpSp>
      <p:pic>
        <p:nvPicPr>
          <p:cNvPr id="4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4835" y="4641215"/>
            <a:ext cx="965200" cy="50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框 2"/>
          <p:cNvSpPr txBox="1"/>
          <p:nvPr/>
        </p:nvSpPr>
        <p:spPr>
          <a:xfrm>
            <a:off x="1094740" y="833755"/>
            <a:ext cx="1307465" cy="3077845"/>
          </a:xfrm>
          <a:prstGeom prst="rect">
            <a:avLst/>
          </a:prstGeom>
          <a:noFill/>
        </p:spPr>
        <p:txBody>
          <a:bodyPr wrap="square" lIns="0" tIns="0" rIns="0" bIns="0" rtlCol="0">
            <a:spAutoFit/>
          </a:bodyPr>
          <a:lstStyle/>
          <a:p>
            <a:pPr algn="l"/>
            <a:r>
              <a:rPr lang="zh-CN" altLang="en-US" sz="2000" dirty="0">
                <a:solidFill>
                  <a:schemeClr val="tx1"/>
                </a:solidFill>
                <a:effectLst/>
                <a:latin typeface="微软雅黑" panose="020B0503020204020204" charset="-122"/>
                <a:ea typeface="微软雅黑" panose="020B0503020204020204" charset="-122"/>
              </a:rPr>
              <a:t>样例输入</a:t>
            </a:r>
          </a:p>
          <a:p>
            <a:pPr algn="l"/>
            <a:r>
              <a:rPr lang="zh-CN" altLang="en-US" sz="2000" dirty="0">
                <a:solidFill>
                  <a:schemeClr val="tx1"/>
                </a:solidFill>
                <a:effectLst/>
                <a:latin typeface="微软雅黑" panose="020B0503020204020204" charset="-122"/>
                <a:ea typeface="微软雅黑" panose="020B0503020204020204" charset="-122"/>
              </a:rPr>
              <a:t>样例 #1：</a:t>
            </a:r>
          </a:p>
          <a:p>
            <a:pPr algn="l"/>
            <a:r>
              <a:rPr lang="zh-CN" altLang="en-US" sz="2000" dirty="0">
                <a:solidFill>
                  <a:schemeClr val="tx1"/>
                </a:solidFill>
                <a:effectLst/>
                <a:latin typeface="微软雅黑" panose="020B0503020204020204" charset="-122"/>
                <a:ea typeface="微软雅黑" panose="020B0503020204020204" charset="-122"/>
              </a:rPr>
              <a:t>6</a:t>
            </a:r>
          </a:p>
          <a:p>
            <a:pPr algn="l"/>
            <a:r>
              <a:rPr lang="zh-CN" altLang="en-US" sz="2000" dirty="0">
                <a:solidFill>
                  <a:schemeClr val="tx1"/>
                </a:solidFill>
                <a:effectLst/>
                <a:latin typeface="微软雅黑" panose="020B0503020204020204" charset="-122"/>
                <a:ea typeface="微软雅黑" panose="020B0503020204020204" charset="-122"/>
              </a:rPr>
              <a:t>90 67 80</a:t>
            </a:r>
          </a:p>
          <a:p>
            <a:pPr algn="l"/>
            <a:r>
              <a:rPr lang="zh-CN" altLang="en-US" sz="2000" dirty="0">
                <a:solidFill>
                  <a:schemeClr val="tx1"/>
                </a:solidFill>
                <a:effectLst/>
                <a:latin typeface="微软雅黑" panose="020B0503020204020204" charset="-122"/>
                <a:ea typeface="微软雅黑" panose="020B0503020204020204" charset="-122"/>
              </a:rPr>
              <a:t>87 66 91</a:t>
            </a:r>
          </a:p>
          <a:p>
            <a:pPr algn="l"/>
            <a:r>
              <a:rPr lang="zh-CN" altLang="en-US" sz="2000" dirty="0">
                <a:solidFill>
                  <a:schemeClr val="tx1"/>
                </a:solidFill>
                <a:effectLst/>
                <a:latin typeface="微软雅黑" panose="020B0503020204020204" charset="-122"/>
                <a:ea typeface="微软雅黑" panose="020B0503020204020204" charset="-122"/>
              </a:rPr>
              <a:t>78 89 91</a:t>
            </a:r>
          </a:p>
          <a:p>
            <a:pPr algn="l"/>
            <a:r>
              <a:rPr lang="zh-CN" altLang="en-US" sz="2000" dirty="0">
                <a:solidFill>
                  <a:schemeClr val="tx1"/>
                </a:solidFill>
                <a:effectLst/>
                <a:latin typeface="微软雅黑" panose="020B0503020204020204" charset="-122"/>
                <a:ea typeface="微软雅黑" panose="020B0503020204020204" charset="-122"/>
              </a:rPr>
              <a:t>88 99 77</a:t>
            </a:r>
          </a:p>
          <a:p>
            <a:pPr algn="l"/>
            <a:r>
              <a:rPr lang="zh-CN" altLang="en-US" sz="2000" dirty="0">
                <a:solidFill>
                  <a:schemeClr val="tx1"/>
                </a:solidFill>
                <a:effectLst/>
                <a:latin typeface="微软雅黑" panose="020B0503020204020204" charset="-122"/>
                <a:ea typeface="微软雅黑" panose="020B0503020204020204" charset="-122"/>
              </a:rPr>
              <a:t>67 89 64</a:t>
            </a:r>
          </a:p>
          <a:p>
            <a:pPr algn="l"/>
            <a:r>
              <a:rPr lang="zh-CN" altLang="en-US" sz="2000" dirty="0">
                <a:solidFill>
                  <a:schemeClr val="tx1"/>
                </a:solidFill>
                <a:effectLst/>
                <a:latin typeface="微软雅黑" panose="020B0503020204020204" charset="-122"/>
                <a:ea typeface="微软雅黑" panose="020B0503020204020204" charset="-122"/>
              </a:rPr>
              <a:t>78 89 98</a:t>
            </a:r>
            <a:endParaRPr lang="zh-CN" altLang="en-US" sz="2000" b="1" dirty="0">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endParaRPr>
          </a:p>
          <a:p>
            <a:pPr algn="l"/>
            <a:endParaRPr lang="zh-CN" altLang="en-US" sz="2000" b="1" dirty="0">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endParaRPr>
          </a:p>
        </p:txBody>
      </p:sp>
      <p:sp>
        <p:nvSpPr>
          <p:cNvPr id="5" name="文本框 4"/>
          <p:cNvSpPr txBox="1"/>
          <p:nvPr/>
        </p:nvSpPr>
        <p:spPr>
          <a:xfrm>
            <a:off x="2524760" y="833120"/>
            <a:ext cx="1330960" cy="3476625"/>
          </a:xfrm>
          <a:prstGeom prst="rect">
            <a:avLst/>
          </a:prstGeom>
          <a:noFill/>
        </p:spPr>
        <p:txBody>
          <a:bodyPr wrap="none" rtlCol="0">
            <a:spAutoFit/>
          </a:bodyPr>
          <a:lstStyle/>
          <a:p>
            <a:pPr algn="l"/>
            <a:r>
              <a:rPr lang="zh-CN" altLang="en-US" sz="2000" dirty="0">
                <a:effectLst/>
                <a:latin typeface="微软雅黑" panose="020B0503020204020204" charset="-122"/>
                <a:ea typeface="微软雅黑" panose="020B0503020204020204" charset="-122"/>
                <a:sym typeface="+mn-ea"/>
              </a:rPr>
              <a:t>样例 #2：</a:t>
            </a:r>
            <a:endParaRPr lang="zh-CN" altLang="en-US" sz="2000" dirty="0">
              <a:solidFill>
                <a:schemeClr val="tx1"/>
              </a:solidFill>
              <a:effectLst/>
              <a:latin typeface="微软雅黑" panose="020B0503020204020204" charset="-122"/>
              <a:ea typeface="微软雅黑" panose="020B0503020204020204" charset="-122"/>
            </a:endParaRPr>
          </a:p>
          <a:p>
            <a:pPr algn="l"/>
            <a:r>
              <a:rPr lang="zh-CN" altLang="en-US" sz="2000" dirty="0">
                <a:effectLst/>
                <a:latin typeface="微软雅黑" panose="020B0503020204020204" charset="-122"/>
                <a:ea typeface="微软雅黑" panose="020B0503020204020204" charset="-122"/>
                <a:sym typeface="+mn-ea"/>
              </a:rPr>
              <a:t>8</a:t>
            </a:r>
            <a:endParaRPr lang="zh-CN" altLang="en-US" sz="2000" dirty="0">
              <a:solidFill>
                <a:schemeClr val="tx1"/>
              </a:solidFill>
              <a:effectLst/>
              <a:latin typeface="微软雅黑" panose="020B0503020204020204" charset="-122"/>
              <a:ea typeface="微软雅黑" panose="020B0503020204020204" charset="-122"/>
            </a:endParaRPr>
          </a:p>
          <a:p>
            <a:pPr algn="l"/>
            <a:r>
              <a:rPr lang="zh-CN" altLang="en-US" sz="2000" dirty="0">
                <a:effectLst/>
                <a:latin typeface="微软雅黑" panose="020B0503020204020204" charset="-122"/>
                <a:ea typeface="微软雅黑" panose="020B0503020204020204" charset="-122"/>
                <a:sym typeface="+mn-ea"/>
              </a:rPr>
              <a:t>80 89 89 </a:t>
            </a:r>
            <a:endParaRPr lang="zh-CN" altLang="en-US" sz="2000" dirty="0">
              <a:solidFill>
                <a:schemeClr val="tx1"/>
              </a:solidFill>
              <a:effectLst/>
              <a:latin typeface="微软雅黑" panose="020B0503020204020204" charset="-122"/>
              <a:ea typeface="微软雅黑" panose="020B0503020204020204" charset="-122"/>
            </a:endParaRPr>
          </a:p>
          <a:p>
            <a:pPr algn="l"/>
            <a:r>
              <a:rPr lang="zh-CN" altLang="en-US" sz="2000" dirty="0">
                <a:effectLst/>
                <a:latin typeface="微软雅黑" panose="020B0503020204020204" charset="-122"/>
                <a:ea typeface="微软雅黑" panose="020B0503020204020204" charset="-122"/>
                <a:sym typeface="+mn-ea"/>
              </a:rPr>
              <a:t>88 98 78</a:t>
            </a:r>
            <a:endParaRPr lang="zh-CN" altLang="en-US" sz="2000" dirty="0">
              <a:solidFill>
                <a:schemeClr val="tx1"/>
              </a:solidFill>
              <a:effectLst/>
              <a:latin typeface="微软雅黑" panose="020B0503020204020204" charset="-122"/>
              <a:ea typeface="微软雅黑" panose="020B0503020204020204" charset="-122"/>
            </a:endParaRPr>
          </a:p>
          <a:p>
            <a:pPr algn="l"/>
            <a:r>
              <a:rPr lang="zh-CN" altLang="en-US" sz="2000" dirty="0">
                <a:effectLst/>
                <a:latin typeface="微软雅黑" panose="020B0503020204020204" charset="-122"/>
                <a:ea typeface="微软雅黑" panose="020B0503020204020204" charset="-122"/>
                <a:sym typeface="+mn-ea"/>
              </a:rPr>
              <a:t>90 67 80</a:t>
            </a:r>
            <a:endParaRPr lang="zh-CN" altLang="en-US" sz="2000" dirty="0">
              <a:solidFill>
                <a:schemeClr val="tx1"/>
              </a:solidFill>
              <a:effectLst/>
              <a:latin typeface="微软雅黑" panose="020B0503020204020204" charset="-122"/>
              <a:ea typeface="微软雅黑" panose="020B0503020204020204" charset="-122"/>
            </a:endParaRPr>
          </a:p>
          <a:p>
            <a:pPr algn="l"/>
            <a:r>
              <a:rPr lang="zh-CN" altLang="en-US" sz="2000" dirty="0">
                <a:effectLst/>
                <a:latin typeface="微软雅黑" panose="020B0503020204020204" charset="-122"/>
                <a:ea typeface="微软雅黑" panose="020B0503020204020204" charset="-122"/>
                <a:sym typeface="+mn-ea"/>
              </a:rPr>
              <a:t>87 66 91</a:t>
            </a:r>
            <a:endParaRPr lang="zh-CN" altLang="en-US" sz="2000" dirty="0">
              <a:solidFill>
                <a:schemeClr val="tx1"/>
              </a:solidFill>
              <a:effectLst/>
              <a:latin typeface="微软雅黑" panose="020B0503020204020204" charset="-122"/>
              <a:ea typeface="微软雅黑" panose="020B0503020204020204" charset="-122"/>
            </a:endParaRPr>
          </a:p>
          <a:p>
            <a:pPr algn="l"/>
            <a:r>
              <a:rPr lang="zh-CN" altLang="en-US" sz="2000" dirty="0">
                <a:effectLst/>
                <a:latin typeface="微软雅黑" panose="020B0503020204020204" charset="-122"/>
                <a:ea typeface="微软雅黑" panose="020B0503020204020204" charset="-122"/>
                <a:sym typeface="+mn-ea"/>
              </a:rPr>
              <a:t>78 89 91</a:t>
            </a:r>
            <a:endParaRPr lang="zh-CN" altLang="en-US" sz="2000" dirty="0">
              <a:solidFill>
                <a:schemeClr val="tx1"/>
              </a:solidFill>
              <a:effectLst/>
              <a:latin typeface="微软雅黑" panose="020B0503020204020204" charset="-122"/>
              <a:ea typeface="微软雅黑" panose="020B0503020204020204" charset="-122"/>
            </a:endParaRPr>
          </a:p>
          <a:p>
            <a:pPr algn="l"/>
            <a:r>
              <a:rPr lang="zh-CN" altLang="en-US" sz="2000" dirty="0">
                <a:effectLst/>
                <a:latin typeface="微软雅黑" panose="020B0503020204020204" charset="-122"/>
                <a:ea typeface="微软雅黑" panose="020B0503020204020204" charset="-122"/>
                <a:sym typeface="+mn-ea"/>
              </a:rPr>
              <a:t>88 99 77</a:t>
            </a:r>
            <a:endParaRPr lang="zh-CN" altLang="en-US" sz="2000" dirty="0">
              <a:solidFill>
                <a:schemeClr val="tx1"/>
              </a:solidFill>
              <a:effectLst/>
              <a:latin typeface="微软雅黑" panose="020B0503020204020204" charset="-122"/>
              <a:ea typeface="微软雅黑" panose="020B0503020204020204" charset="-122"/>
            </a:endParaRPr>
          </a:p>
          <a:p>
            <a:pPr algn="l"/>
            <a:r>
              <a:rPr lang="zh-CN" altLang="en-US" sz="2000" dirty="0">
                <a:effectLst/>
                <a:latin typeface="微软雅黑" panose="020B0503020204020204" charset="-122"/>
                <a:ea typeface="微软雅黑" panose="020B0503020204020204" charset="-122"/>
                <a:sym typeface="+mn-ea"/>
              </a:rPr>
              <a:t>67 89 64</a:t>
            </a:r>
            <a:endParaRPr lang="zh-CN" altLang="en-US" sz="2000" dirty="0">
              <a:solidFill>
                <a:schemeClr val="tx1"/>
              </a:solidFill>
              <a:effectLst/>
              <a:latin typeface="微软雅黑" panose="020B0503020204020204" charset="-122"/>
              <a:ea typeface="微软雅黑" panose="020B0503020204020204" charset="-122"/>
            </a:endParaRPr>
          </a:p>
          <a:p>
            <a:pPr algn="l"/>
            <a:r>
              <a:rPr lang="zh-CN" altLang="en-US" sz="2000" dirty="0">
                <a:effectLst/>
                <a:latin typeface="微软雅黑" panose="020B0503020204020204" charset="-122"/>
                <a:ea typeface="微软雅黑" panose="020B0503020204020204" charset="-122"/>
                <a:sym typeface="+mn-ea"/>
              </a:rPr>
              <a:t>78 89 98</a:t>
            </a:r>
            <a:endParaRPr lang="zh-CN" altLang="en-US" sz="2000" dirty="0">
              <a:solidFill>
                <a:schemeClr val="tx1"/>
              </a:solidFill>
              <a:effectLst/>
              <a:latin typeface="微软雅黑" panose="020B0503020204020204" charset="-122"/>
              <a:ea typeface="微软雅黑" panose="020B0503020204020204" charset="-122"/>
            </a:endParaRPr>
          </a:p>
          <a:p>
            <a:endParaRPr lang="zh-CN" altLang="en-US" sz="2000" dirty="0">
              <a:solidFill>
                <a:schemeClr val="accent6"/>
              </a:solidFill>
              <a:effectLst/>
              <a:latin typeface="微软雅黑" panose="020B0503020204020204" charset="-122"/>
              <a:ea typeface="微软雅黑" panose="020B0503020204020204" charset="-122"/>
            </a:endParaRPr>
          </a:p>
        </p:txBody>
      </p:sp>
      <p:sp>
        <p:nvSpPr>
          <p:cNvPr id="6" name="文本框 5"/>
          <p:cNvSpPr txBox="1"/>
          <p:nvPr/>
        </p:nvSpPr>
        <p:spPr>
          <a:xfrm>
            <a:off x="4845685" y="554355"/>
            <a:ext cx="1148080" cy="4308475"/>
          </a:xfrm>
          <a:prstGeom prst="rect">
            <a:avLst/>
          </a:prstGeom>
          <a:noFill/>
        </p:spPr>
        <p:txBody>
          <a:bodyPr wrap="none" lIns="0" tIns="0" rIns="0" bIns="0" rtlCol="0">
            <a:spAutoFit/>
          </a:bodyPr>
          <a:lstStyle/>
          <a:p>
            <a:pPr algn="l"/>
            <a:r>
              <a:rPr lang="zh-CN" altLang="en-US" sz="2000" dirty="0">
                <a:solidFill>
                  <a:schemeClr val="tx1"/>
                </a:solidFill>
                <a:latin typeface="微软雅黑" panose="020B0503020204020204" charset="-122"/>
                <a:ea typeface="微软雅黑" panose="020B0503020204020204" charset="-122"/>
              </a:rPr>
              <a:t>样例输出</a:t>
            </a:r>
          </a:p>
          <a:p>
            <a:pPr algn="l"/>
            <a:r>
              <a:rPr lang="zh-CN" altLang="en-US" sz="2000" dirty="0">
                <a:solidFill>
                  <a:schemeClr val="tx1"/>
                </a:solidFill>
                <a:latin typeface="微软雅黑" panose="020B0503020204020204" charset="-122"/>
                <a:ea typeface="微软雅黑" panose="020B0503020204020204" charset="-122"/>
              </a:rPr>
              <a:t>样例 #1：</a:t>
            </a:r>
          </a:p>
          <a:p>
            <a:pPr algn="l"/>
            <a:r>
              <a:rPr lang="zh-CN" altLang="en-US" sz="2000" dirty="0">
                <a:solidFill>
                  <a:schemeClr val="tx1"/>
                </a:solidFill>
                <a:latin typeface="微软雅黑" panose="020B0503020204020204" charset="-122"/>
                <a:ea typeface="微软雅黑" panose="020B0503020204020204" charset="-122"/>
              </a:rPr>
              <a:t>6 265</a:t>
            </a:r>
          </a:p>
          <a:p>
            <a:pPr algn="l"/>
            <a:r>
              <a:rPr lang="zh-CN" altLang="en-US" sz="2000" dirty="0">
                <a:solidFill>
                  <a:schemeClr val="tx1"/>
                </a:solidFill>
                <a:latin typeface="微软雅黑" panose="020B0503020204020204" charset="-122"/>
                <a:ea typeface="微软雅黑" panose="020B0503020204020204" charset="-122"/>
              </a:rPr>
              <a:t>4 264</a:t>
            </a:r>
          </a:p>
          <a:p>
            <a:pPr algn="l"/>
            <a:r>
              <a:rPr lang="zh-CN" altLang="en-US" sz="2000" dirty="0">
                <a:solidFill>
                  <a:schemeClr val="tx1"/>
                </a:solidFill>
                <a:latin typeface="微软雅黑" panose="020B0503020204020204" charset="-122"/>
                <a:ea typeface="微软雅黑" panose="020B0503020204020204" charset="-122"/>
              </a:rPr>
              <a:t>3 258</a:t>
            </a:r>
          </a:p>
          <a:p>
            <a:pPr algn="l"/>
            <a:r>
              <a:rPr lang="zh-CN" altLang="en-US" sz="2000" dirty="0">
                <a:solidFill>
                  <a:schemeClr val="tx1"/>
                </a:solidFill>
                <a:latin typeface="微软雅黑" panose="020B0503020204020204" charset="-122"/>
                <a:ea typeface="微软雅黑" panose="020B0503020204020204" charset="-122"/>
              </a:rPr>
              <a:t>2 244</a:t>
            </a:r>
          </a:p>
          <a:p>
            <a:pPr algn="l"/>
            <a:r>
              <a:rPr lang="zh-CN" altLang="en-US" sz="2000" dirty="0">
                <a:solidFill>
                  <a:schemeClr val="tx1"/>
                </a:solidFill>
                <a:latin typeface="微软雅黑" panose="020B0503020204020204" charset="-122"/>
                <a:ea typeface="微软雅黑" panose="020B0503020204020204" charset="-122"/>
              </a:rPr>
              <a:t>1 237</a:t>
            </a:r>
          </a:p>
          <a:p>
            <a:pPr algn="l"/>
            <a:endParaRPr lang="zh-CN" altLang="en-US" sz="2000" dirty="0">
              <a:solidFill>
                <a:schemeClr val="tx1"/>
              </a:solidFill>
              <a:latin typeface="微软雅黑" panose="020B0503020204020204" charset="-122"/>
              <a:ea typeface="微软雅黑" panose="020B0503020204020204" charset="-122"/>
            </a:endParaRPr>
          </a:p>
          <a:p>
            <a:pPr algn="l"/>
            <a:r>
              <a:rPr lang="zh-CN" altLang="en-US" sz="2000" dirty="0">
                <a:solidFill>
                  <a:schemeClr val="tx1"/>
                </a:solidFill>
                <a:latin typeface="微软雅黑" panose="020B0503020204020204" charset="-122"/>
                <a:ea typeface="微软雅黑" panose="020B0503020204020204" charset="-122"/>
              </a:rPr>
              <a:t>样例 #2：</a:t>
            </a:r>
          </a:p>
          <a:p>
            <a:pPr algn="l"/>
            <a:r>
              <a:rPr lang="zh-CN" altLang="en-US" sz="2000" dirty="0">
                <a:solidFill>
                  <a:schemeClr val="tx1"/>
                </a:solidFill>
                <a:latin typeface="微软雅黑" panose="020B0503020204020204" charset="-122"/>
                <a:ea typeface="微软雅黑" panose="020B0503020204020204" charset="-122"/>
              </a:rPr>
              <a:t>8 265</a:t>
            </a:r>
          </a:p>
          <a:p>
            <a:pPr algn="l"/>
            <a:r>
              <a:rPr lang="zh-CN" altLang="en-US" sz="2000" dirty="0">
                <a:solidFill>
                  <a:schemeClr val="tx1"/>
                </a:solidFill>
                <a:latin typeface="微软雅黑" panose="020B0503020204020204" charset="-122"/>
                <a:ea typeface="微软雅黑" panose="020B0503020204020204" charset="-122"/>
              </a:rPr>
              <a:t>2 264</a:t>
            </a:r>
          </a:p>
          <a:p>
            <a:pPr algn="l"/>
            <a:r>
              <a:rPr lang="zh-CN" altLang="en-US" sz="2000" dirty="0">
                <a:solidFill>
                  <a:schemeClr val="tx1"/>
                </a:solidFill>
                <a:latin typeface="微软雅黑" panose="020B0503020204020204" charset="-122"/>
                <a:ea typeface="微软雅黑" panose="020B0503020204020204" charset="-122"/>
              </a:rPr>
              <a:t>6 264</a:t>
            </a:r>
          </a:p>
          <a:p>
            <a:pPr algn="l"/>
            <a:r>
              <a:rPr lang="zh-CN" altLang="en-US" sz="2000" dirty="0">
                <a:solidFill>
                  <a:schemeClr val="tx1"/>
                </a:solidFill>
                <a:latin typeface="微软雅黑" panose="020B0503020204020204" charset="-122"/>
                <a:ea typeface="微软雅黑" panose="020B0503020204020204" charset="-122"/>
              </a:rPr>
              <a:t>1 258</a:t>
            </a:r>
          </a:p>
          <a:p>
            <a:pPr algn="l"/>
            <a:r>
              <a:rPr lang="zh-CN" altLang="en-US" sz="2000" dirty="0">
                <a:solidFill>
                  <a:schemeClr val="tx1"/>
                </a:solidFill>
                <a:latin typeface="微软雅黑" panose="020B0503020204020204" charset="-122"/>
                <a:ea typeface="微软雅黑" panose="020B0503020204020204" charset="-122"/>
              </a:rPr>
              <a:t>5 258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3"/>
                                        </p:tgtEl>
                                        <p:attrNameLst>
                                          <p:attrName>style.visibility</p:attrName>
                                        </p:attrNameLst>
                                      </p:cBhvr>
                                      <p:to>
                                        <p:strVal val="visible"/>
                                      </p:to>
                                    </p:set>
                                    <p:anim calcmode="discrete" valueType="clr">
                                      <p:cBhvr override="childStyle">
                                        <p:cTn id="7" dur="80"/>
                                        <p:tgtEl>
                                          <p:spTgt spid="3"/>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3"/>
                                        </p:tgtEl>
                                        <p:attrNameLst>
                                          <p:attrName>fillcolor</p:attrName>
                                        </p:attrNameLst>
                                      </p:cBhvr>
                                      <p:tavLst>
                                        <p:tav tm="0">
                                          <p:val>
                                            <p:clrVal>
                                              <a:schemeClr val="accent2"/>
                                            </p:clrVal>
                                          </p:val>
                                        </p:tav>
                                        <p:tav tm="50000">
                                          <p:val>
                                            <p:clrVal>
                                              <a:schemeClr val="hlink"/>
                                            </p:clrVal>
                                          </p:val>
                                        </p:tav>
                                      </p:tavLst>
                                    </p:anim>
                                    <p:set>
                                      <p:cBhvr>
                                        <p:cTn id="9" dur="80"/>
                                        <p:tgtEl>
                                          <p:spTgt spid="3"/>
                                        </p:tgtEl>
                                        <p:attrNameLst>
                                          <p:attrName>fill.type</p:attrName>
                                        </p:attrNameLst>
                                      </p:cBhvr>
                                      <p:to>
                                        <p:strVal val="solid"/>
                                      </p:to>
                                    </p:set>
                                  </p:childTnLst>
                                </p:cTn>
                              </p:par>
                              <p:par>
                                <p:cTn id="10" presetID="27" presetClass="entr" presetSubtype="0" fill="hold" grpId="0" nodeType="withEffect">
                                  <p:stCondLst>
                                    <p:cond delay="0"/>
                                  </p:stCondLst>
                                  <p:iterate type="lt">
                                    <p:tmPct val="50000"/>
                                  </p:iterate>
                                  <p:childTnLst>
                                    <p:set>
                                      <p:cBhvr>
                                        <p:cTn id="11" dur="1" fill="hold">
                                          <p:stCondLst>
                                            <p:cond delay="0"/>
                                          </p:stCondLst>
                                        </p:cTn>
                                        <p:tgtEl>
                                          <p:spTgt spid="5"/>
                                        </p:tgtEl>
                                        <p:attrNameLst>
                                          <p:attrName>style.visibility</p:attrName>
                                        </p:attrNameLst>
                                      </p:cBhvr>
                                      <p:to>
                                        <p:strVal val="visible"/>
                                      </p:to>
                                    </p:set>
                                    <p:anim calcmode="discrete" valueType="clr">
                                      <p:cBhvr override="childStyle">
                                        <p:cTn id="12" dur="80"/>
                                        <p:tgtEl>
                                          <p:spTgt spid="5"/>
                                        </p:tgtEl>
                                        <p:attrNameLst>
                                          <p:attrName>style.color</p:attrName>
                                        </p:attrNameLst>
                                      </p:cBhvr>
                                      <p:tavLst>
                                        <p:tav tm="0">
                                          <p:val>
                                            <p:clrVal>
                                              <a:schemeClr val="accent2"/>
                                            </p:clrVal>
                                          </p:val>
                                        </p:tav>
                                        <p:tav tm="50000">
                                          <p:val>
                                            <p:clrVal>
                                              <a:schemeClr val="hlink"/>
                                            </p:clrVal>
                                          </p:val>
                                        </p:tav>
                                      </p:tavLst>
                                    </p:anim>
                                    <p:anim calcmode="discrete" valueType="clr">
                                      <p:cBhvr>
                                        <p:cTn id="13" dur="80"/>
                                        <p:tgtEl>
                                          <p:spTgt spid="5"/>
                                        </p:tgtEl>
                                        <p:attrNameLst>
                                          <p:attrName>fillcolor</p:attrName>
                                        </p:attrNameLst>
                                      </p:cBhvr>
                                      <p:tavLst>
                                        <p:tav tm="0">
                                          <p:val>
                                            <p:clrVal>
                                              <a:schemeClr val="accent2"/>
                                            </p:clrVal>
                                          </p:val>
                                        </p:tav>
                                        <p:tav tm="50000">
                                          <p:val>
                                            <p:clrVal>
                                              <a:schemeClr val="hlink"/>
                                            </p:clrVal>
                                          </p:val>
                                        </p:tav>
                                      </p:tavLst>
                                    </p:anim>
                                    <p:set>
                                      <p:cBhvr>
                                        <p:cTn id="14" dur="80"/>
                                        <p:tgtEl>
                                          <p:spTgt spid="5"/>
                                        </p:tgtEl>
                                        <p:attrNameLst>
                                          <p:attrName>fill.type</p:attrName>
                                        </p:attrNameLst>
                                      </p:cBhvr>
                                      <p:to>
                                        <p:strVal val="solid"/>
                                      </p:to>
                                    </p:set>
                                  </p:childTnLst>
                                </p:cTn>
                              </p:par>
                              <p:par>
                                <p:cTn id="15" presetID="27" presetClass="entr" presetSubtype="0" fill="hold" grpId="0" nodeType="withEffect">
                                  <p:stCondLst>
                                    <p:cond delay="0"/>
                                  </p:stCondLst>
                                  <p:iterate type="lt">
                                    <p:tmPct val="50000"/>
                                  </p:iterate>
                                  <p:childTnLst>
                                    <p:set>
                                      <p:cBhvr>
                                        <p:cTn id="16" dur="1" fill="hold">
                                          <p:stCondLst>
                                            <p:cond delay="0"/>
                                          </p:stCondLst>
                                        </p:cTn>
                                        <p:tgtEl>
                                          <p:spTgt spid="6"/>
                                        </p:tgtEl>
                                        <p:attrNameLst>
                                          <p:attrName>style.visibility</p:attrName>
                                        </p:attrNameLst>
                                      </p:cBhvr>
                                      <p:to>
                                        <p:strVal val="visible"/>
                                      </p:to>
                                    </p:set>
                                    <p:anim calcmode="discrete" valueType="clr">
                                      <p:cBhvr override="childStyle">
                                        <p:cTn id="17" dur="80"/>
                                        <p:tgtEl>
                                          <p:spTgt spid="6"/>
                                        </p:tgtEl>
                                        <p:attrNameLst>
                                          <p:attrName>style.color</p:attrName>
                                        </p:attrNameLst>
                                      </p:cBhvr>
                                      <p:tavLst>
                                        <p:tav tm="0">
                                          <p:val>
                                            <p:clrVal>
                                              <a:schemeClr val="accent2"/>
                                            </p:clrVal>
                                          </p:val>
                                        </p:tav>
                                        <p:tav tm="50000">
                                          <p:val>
                                            <p:clrVal>
                                              <a:schemeClr val="hlink"/>
                                            </p:clrVal>
                                          </p:val>
                                        </p:tav>
                                      </p:tavLst>
                                    </p:anim>
                                    <p:anim calcmode="discrete" valueType="clr">
                                      <p:cBhvr>
                                        <p:cTn id="18" dur="80"/>
                                        <p:tgtEl>
                                          <p:spTgt spid="6"/>
                                        </p:tgtEl>
                                        <p:attrNameLst>
                                          <p:attrName>fillcolor</p:attrName>
                                        </p:attrNameLst>
                                      </p:cBhvr>
                                      <p:tavLst>
                                        <p:tav tm="0">
                                          <p:val>
                                            <p:clrVal>
                                              <a:schemeClr val="accent2"/>
                                            </p:clrVal>
                                          </p:val>
                                        </p:tav>
                                        <p:tav tm="50000">
                                          <p:val>
                                            <p:clrVal>
                                              <a:schemeClr val="hlink"/>
                                            </p:clrVal>
                                          </p:val>
                                        </p:tav>
                                      </p:tavLst>
                                    </p:anim>
                                    <p:set>
                                      <p:cBhvr>
                                        <p:cTn id="19" dur="80"/>
                                        <p:tgtEl>
                                          <p:spTgt spid="6"/>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组合 3"/>
          <p:cNvGrpSpPr/>
          <p:nvPr/>
        </p:nvGrpSpPr>
        <p:grpSpPr>
          <a:xfrm>
            <a:off x="-23495" y="-113665"/>
            <a:ext cx="4674235" cy="787861"/>
            <a:chOff x="201757" y="129906"/>
            <a:chExt cx="6264696" cy="1096834"/>
          </a:xfrm>
        </p:grpSpPr>
        <p:pic>
          <p:nvPicPr>
            <p:cNvPr id="19473" name="Picture 9" descr="F:\ppt素材\图标\我收集的图标\字体\3.png"/>
            <p:cNvPicPr>
              <a:picLocks noChangeAspect="1"/>
            </p:cNvPicPr>
            <p:nvPr/>
          </p:nvPicPr>
          <p:blipFill>
            <a:blip r:embed="rId2"/>
            <a:stretch>
              <a:fillRect/>
            </a:stretch>
          </p:blipFill>
          <p:spPr>
            <a:xfrm rot="5400000">
              <a:off x="2884210" y="-2418911"/>
              <a:ext cx="899790" cy="6264696"/>
            </a:xfrm>
            <a:prstGeom prst="rect">
              <a:avLst/>
            </a:prstGeom>
            <a:noFill/>
            <a:ln w="9525">
              <a:noFill/>
            </a:ln>
          </p:spPr>
        </p:pic>
        <p:pic>
          <p:nvPicPr>
            <p:cNvPr id="19474" name="Picture 6" descr="F:\超棒ppt模板\中国风\中国风物件\maobi.png"/>
            <p:cNvPicPr>
              <a:picLocks noChangeAspect="1"/>
            </p:cNvPicPr>
            <p:nvPr/>
          </p:nvPicPr>
          <p:blipFill>
            <a:blip r:embed="rId3"/>
            <a:stretch>
              <a:fillRect/>
            </a:stretch>
          </p:blipFill>
          <p:spPr>
            <a:xfrm>
              <a:off x="308134" y="129906"/>
              <a:ext cx="775209" cy="775006"/>
            </a:xfrm>
            <a:prstGeom prst="rect">
              <a:avLst/>
            </a:prstGeom>
            <a:noFill/>
            <a:ln w="9525">
              <a:noFill/>
            </a:ln>
          </p:spPr>
        </p:pic>
        <p:sp>
          <p:nvSpPr>
            <p:cNvPr id="19475" name="TextBox 2"/>
            <p:cNvSpPr txBox="1"/>
            <p:nvPr/>
          </p:nvSpPr>
          <p:spPr>
            <a:xfrm>
              <a:off x="1083609" y="500071"/>
              <a:ext cx="2844474" cy="726669"/>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eaLnBrk="1" hangingPunct="1">
                <a:lnSpc>
                  <a:spcPct val="100000"/>
                </a:lnSpc>
                <a:spcBef>
                  <a:spcPct val="0"/>
                </a:spcBef>
                <a:buNone/>
              </a:pPr>
              <a:r>
                <a:rPr lang="zh-CN" altLang="en-US" b="1" dirty="0">
                  <a:solidFill>
                    <a:schemeClr val="bg1"/>
                  </a:solidFill>
                  <a:latin typeface="楷体" panose="02010609060101010101" pitchFamily="1" charset="-122"/>
                  <a:ea typeface="楷体" panose="02010609060101010101" pitchFamily="1" charset="-122"/>
                </a:rPr>
                <a:t>结构体</a:t>
              </a:r>
            </a:p>
          </p:txBody>
        </p:sp>
      </p:grpSp>
      <p:pic>
        <p:nvPicPr>
          <p:cNvPr id="4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4835" y="4641215"/>
            <a:ext cx="965200" cy="50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 name="图片 1"/>
          <p:cNvPicPr>
            <a:picLocks noChangeAspect="1"/>
          </p:cNvPicPr>
          <p:nvPr/>
        </p:nvPicPr>
        <p:blipFill>
          <a:blip r:embed="rId5"/>
          <a:stretch>
            <a:fillRect/>
          </a:stretch>
        </p:blipFill>
        <p:spPr>
          <a:xfrm>
            <a:off x="4227195" y="329565"/>
            <a:ext cx="4299585" cy="448437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to="" calcmode="lin" valueType="num">
                                      <p:cBhvr>
                                        <p:cTn id="7" dur="1" fill="hold"/>
                                        <p:tgtEl>
                                          <p:spTgt spid="2"/>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FFFEE0"/>
        </a:solidFill>
        <a:effectLst/>
      </p:bgPr>
    </p:bg>
    <p:spTree>
      <p:nvGrpSpPr>
        <p:cNvPr id="1" name=""/>
        <p:cNvGrpSpPr/>
        <p:nvPr/>
      </p:nvGrpSpPr>
      <p:grpSpPr>
        <a:xfrm>
          <a:off x="0" y="0"/>
          <a:ext cx="0" cy="0"/>
          <a:chOff x="0" y="0"/>
          <a:chExt cx="0" cy="0"/>
        </a:xfrm>
      </p:grpSpPr>
      <p:pic>
        <p:nvPicPr>
          <p:cNvPr id="1026" name="Picture 2" descr="E:\倪彩清特美天文档资料\2014年资料汇总\20141219华商参考资料\PPT资料\素材收集\羊年素材系列\羊年素材处理\红梅带福字.png"/>
          <p:cNvPicPr>
            <a:picLocks noChangeAspect="1" noChangeArrowheads="1"/>
          </p:cNvPicPr>
          <p:nvPr/>
        </p:nvPicPr>
        <p:blipFill rotWithShape="1">
          <a:blip r:embed="rId2">
            <a:extLst>
              <a:ext uri="{28A0092B-C50C-407E-A947-70E740481C1C}">
                <a14:useLocalDpi xmlns:a14="http://schemas.microsoft.com/office/drawing/2010/main" val="0"/>
              </a:ext>
            </a:extLst>
          </a:blip>
          <a:srcRect r="59426" b="63450"/>
          <a:stretch>
            <a:fillRect/>
          </a:stretch>
        </p:blipFill>
        <p:spPr bwMode="auto">
          <a:xfrm>
            <a:off x="0" y="0"/>
            <a:ext cx="2681643" cy="1594765"/>
          </a:xfrm>
          <a:prstGeom prst="rect">
            <a:avLst/>
          </a:prstGeom>
          <a:noFill/>
          <a:extLst>
            <a:ext uri="{909E8E84-426E-40DD-AFC4-6F175D3DCCD1}">
              <a14:hiddenFill xmlns:a14="http://schemas.microsoft.com/office/drawing/2010/main">
                <a:solidFill>
                  <a:srgbClr val="FFFFFF"/>
                </a:solidFill>
              </a14:hiddenFill>
            </a:ext>
          </a:extLst>
        </p:spPr>
      </p:pic>
      <p:grpSp>
        <p:nvGrpSpPr>
          <p:cNvPr id="3" name="Group 5" hidden="1"/>
          <p:cNvGrpSpPr>
            <a:grpSpLocks noChangeAspect="1"/>
          </p:cNvGrpSpPr>
          <p:nvPr/>
        </p:nvGrpSpPr>
        <p:grpSpPr bwMode="auto">
          <a:xfrm>
            <a:off x="972226" y="1993596"/>
            <a:ext cx="1899430" cy="1082210"/>
            <a:chOff x="1941" y="1086"/>
            <a:chExt cx="1878" cy="1070"/>
          </a:xfrm>
        </p:grpSpPr>
        <p:sp>
          <p:nvSpPr>
            <p:cNvPr id="4" name="AutoShape 4"/>
            <p:cNvSpPr>
              <a:spLocks noChangeAspect="1" noChangeArrowheads="1" noTextEdit="1"/>
            </p:cNvSpPr>
            <p:nvPr/>
          </p:nvSpPr>
          <p:spPr bwMode="auto">
            <a:xfrm>
              <a:off x="1941" y="1086"/>
              <a:ext cx="1878" cy="1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5" name="Freeform 6"/>
            <p:cNvSpPr/>
            <p:nvPr/>
          </p:nvSpPr>
          <p:spPr bwMode="auto">
            <a:xfrm>
              <a:off x="2076" y="1790"/>
              <a:ext cx="413" cy="373"/>
            </a:xfrm>
            <a:custGeom>
              <a:avLst/>
              <a:gdLst>
                <a:gd name="T0" fmla="*/ 85 w 175"/>
                <a:gd name="T1" fmla="*/ 65 h 158"/>
                <a:gd name="T2" fmla="*/ 82 w 175"/>
                <a:gd name="T3" fmla="*/ 83 h 158"/>
                <a:gd name="T4" fmla="*/ 84 w 175"/>
                <a:gd name="T5" fmla="*/ 88 h 158"/>
                <a:gd name="T6" fmla="*/ 111 w 175"/>
                <a:gd name="T7" fmla="*/ 102 h 158"/>
                <a:gd name="T8" fmla="*/ 117 w 175"/>
                <a:gd name="T9" fmla="*/ 101 h 158"/>
                <a:gd name="T10" fmla="*/ 129 w 175"/>
                <a:gd name="T11" fmla="*/ 96 h 158"/>
                <a:gd name="T12" fmla="*/ 134 w 175"/>
                <a:gd name="T13" fmla="*/ 90 h 158"/>
                <a:gd name="T14" fmla="*/ 127 w 175"/>
                <a:gd name="T15" fmla="*/ 24 h 158"/>
                <a:gd name="T16" fmla="*/ 122 w 175"/>
                <a:gd name="T17" fmla="*/ 20 h 158"/>
                <a:gd name="T18" fmla="*/ 44 w 175"/>
                <a:gd name="T19" fmla="*/ 15 h 158"/>
                <a:gd name="T20" fmla="*/ 34 w 175"/>
                <a:gd name="T21" fmla="*/ 20 h 158"/>
                <a:gd name="T22" fmla="*/ 28 w 175"/>
                <a:gd name="T23" fmla="*/ 25 h 158"/>
                <a:gd name="T24" fmla="*/ 3 w 175"/>
                <a:gd name="T25" fmla="*/ 94 h 158"/>
                <a:gd name="T26" fmla="*/ 4 w 175"/>
                <a:gd name="T27" fmla="*/ 97 h 158"/>
                <a:gd name="T28" fmla="*/ 26 w 175"/>
                <a:gd name="T29" fmla="*/ 134 h 158"/>
                <a:gd name="T30" fmla="*/ 33 w 175"/>
                <a:gd name="T31" fmla="*/ 139 h 158"/>
                <a:gd name="T32" fmla="*/ 120 w 175"/>
                <a:gd name="T33" fmla="*/ 152 h 158"/>
                <a:gd name="T34" fmla="*/ 128 w 175"/>
                <a:gd name="T35" fmla="*/ 151 h 158"/>
                <a:gd name="T36" fmla="*/ 175 w 175"/>
                <a:gd name="T37" fmla="*/ 97 h 158"/>
                <a:gd name="T38" fmla="*/ 174 w 175"/>
                <a:gd name="T39" fmla="*/ 92 h 158"/>
                <a:gd name="T40" fmla="*/ 159 w 175"/>
                <a:gd name="T41" fmla="*/ 42 h 158"/>
                <a:gd name="T42" fmla="*/ 148 w 175"/>
                <a:gd name="T43" fmla="*/ 97 h 158"/>
                <a:gd name="T44" fmla="*/ 141 w 175"/>
                <a:gd name="T45" fmla="*/ 104 h 158"/>
                <a:gd name="T46" fmla="*/ 133 w 175"/>
                <a:gd name="T47" fmla="*/ 108 h 158"/>
                <a:gd name="T48" fmla="*/ 127 w 175"/>
                <a:gd name="T49" fmla="*/ 110 h 158"/>
                <a:gd name="T50" fmla="*/ 121 w 175"/>
                <a:gd name="T51" fmla="*/ 111 h 158"/>
                <a:gd name="T52" fmla="*/ 74 w 175"/>
                <a:gd name="T53" fmla="*/ 83 h 158"/>
                <a:gd name="T54" fmla="*/ 74 w 175"/>
                <a:gd name="T55" fmla="*/ 77 h 158"/>
                <a:gd name="T56" fmla="*/ 80 w 175"/>
                <a:gd name="T57" fmla="*/ 67 h 158"/>
                <a:gd name="T58" fmla="*/ 85 w 175"/>
                <a:gd name="T59" fmla="*/ 65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75" h="158">
                  <a:moveTo>
                    <a:pt x="85" y="65"/>
                  </a:moveTo>
                  <a:cubicBezTo>
                    <a:pt x="82" y="70"/>
                    <a:pt x="81" y="77"/>
                    <a:pt x="82" y="83"/>
                  </a:cubicBezTo>
                  <a:cubicBezTo>
                    <a:pt x="83" y="85"/>
                    <a:pt x="83" y="87"/>
                    <a:pt x="84" y="88"/>
                  </a:cubicBezTo>
                  <a:cubicBezTo>
                    <a:pt x="89" y="98"/>
                    <a:pt x="100" y="103"/>
                    <a:pt x="111" y="102"/>
                  </a:cubicBezTo>
                  <a:cubicBezTo>
                    <a:pt x="113" y="102"/>
                    <a:pt x="115" y="102"/>
                    <a:pt x="117" y="101"/>
                  </a:cubicBezTo>
                  <a:cubicBezTo>
                    <a:pt x="121" y="100"/>
                    <a:pt x="125" y="99"/>
                    <a:pt x="129" y="96"/>
                  </a:cubicBezTo>
                  <a:cubicBezTo>
                    <a:pt x="131" y="94"/>
                    <a:pt x="132" y="92"/>
                    <a:pt x="134" y="90"/>
                  </a:cubicBezTo>
                  <a:cubicBezTo>
                    <a:pt x="150" y="71"/>
                    <a:pt x="144" y="41"/>
                    <a:pt x="127" y="24"/>
                  </a:cubicBezTo>
                  <a:cubicBezTo>
                    <a:pt x="126" y="23"/>
                    <a:pt x="124" y="22"/>
                    <a:pt x="122" y="20"/>
                  </a:cubicBezTo>
                  <a:cubicBezTo>
                    <a:pt x="109" y="12"/>
                    <a:pt x="82" y="0"/>
                    <a:pt x="44" y="15"/>
                  </a:cubicBezTo>
                  <a:cubicBezTo>
                    <a:pt x="44" y="15"/>
                    <a:pt x="40" y="17"/>
                    <a:pt x="34" y="20"/>
                  </a:cubicBezTo>
                  <a:cubicBezTo>
                    <a:pt x="32" y="21"/>
                    <a:pt x="30" y="23"/>
                    <a:pt x="28" y="25"/>
                  </a:cubicBezTo>
                  <a:cubicBezTo>
                    <a:pt x="7" y="41"/>
                    <a:pt x="0" y="69"/>
                    <a:pt x="3" y="94"/>
                  </a:cubicBezTo>
                  <a:cubicBezTo>
                    <a:pt x="3" y="94"/>
                    <a:pt x="3" y="95"/>
                    <a:pt x="4" y="97"/>
                  </a:cubicBezTo>
                  <a:cubicBezTo>
                    <a:pt x="6" y="112"/>
                    <a:pt x="15" y="125"/>
                    <a:pt x="26" y="134"/>
                  </a:cubicBezTo>
                  <a:cubicBezTo>
                    <a:pt x="28" y="135"/>
                    <a:pt x="31" y="137"/>
                    <a:pt x="33" y="139"/>
                  </a:cubicBezTo>
                  <a:cubicBezTo>
                    <a:pt x="58" y="155"/>
                    <a:pt x="91" y="158"/>
                    <a:pt x="120" y="152"/>
                  </a:cubicBezTo>
                  <a:cubicBezTo>
                    <a:pt x="122" y="152"/>
                    <a:pt x="125" y="151"/>
                    <a:pt x="128" y="151"/>
                  </a:cubicBezTo>
                  <a:cubicBezTo>
                    <a:pt x="148" y="145"/>
                    <a:pt x="173" y="132"/>
                    <a:pt x="175" y="97"/>
                  </a:cubicBezTo>
                  <a:cubicBezTo>
                    <a:pt x="175" y="97"/>
                    <a:pt x="175" y="95"/>
                    <a:pt x="174" y="92"/>
                  </a:cubicBezTo>
                  <a:cubicBezTo>
                    <a:pt x="173" y="74"/>
                    <a:pt x="167" y="58"/>
                    <a:pt x="159" y="42"/>
                  </a:cubicBezTo>
                  <a:cubicBezTo>
                    <a:pt x="158" y="60"/>
                    <a:pt x="161" y="81"/>
                    <a:pt x="148" y="97"/>
                  </a:cubicBezTo>
                  <a:cubicBezTo>
                    <a:pt x="146" y="99"/>
                    <a:pt x="144" y="102"/>
                    <a:pt x="141" y="104"/>
                  </a:cubicBezTo>
                  <a:cubicBezTo>
                    <a:pt x="139" y="105"/>
                    <a:pt x="136" y="107"/>
                    <a:pt x="133" y="108"/>
                  </a:cubicBezTo>
                  <a:cubicBezTo>
                    <a:pt x="131" y="109"/>
                    <a:pt x="129" y="109"/>
                    <a:pt x="127" y="110"/>
                  </a:cubicBezTo>
                  <a:cubicBezTo>
                    <a:pt x="125" y="110"/>
                    <a:pt x="123" y="110"/>
                    <a:pt x="121" y="111"/>
                  </a:cubicBezTo>
                  <a:cubicBezTo>
                    <a:pt x="101" y="116"/>
                    <a:pt x="78" y="104"/>
                    <a:pt x="74" y="83"/>
                  </a:cubicBezTo>
                  <a:cubicBezTo>
                    <a:pt x="74" y="81"/>
                    <a:pt x="74" y="79"/>
                    <a:pt x="74" y="77"/>
                  </a:cubicBezTo>
                  <a:cubicBezTo>
                    <a:pt x="75" y="73"/>
                    <a:pt x="76" y="70"/>
                    <a:pt x="80" y="67"/>
                  </a:cubicBezTo>
                  <a:cubicBezTo>
                    <a:pt x="82" y="64"/>
                    <a:pt x="85" y="62"/>
                    <a:pt x="85" y="65"/>
                  </a:cubicBezTo>
                  <a:close/>
                </a:path>
              </a:pathLst>
            </a:custGeom>
            <a:solidFill>
              <a:srgbClr val="F203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 name="Freeform 7"/>
            <p:cNvSpPr/>
            <p:nvPr/>
          </p:nvSpPr>
          <p:spPr bwMode="auto">
            <a:xfrm>
              <a:off x="2036" y="1499"/>
              <a:ext cx="550" cy="442"/>
            </a:xfrm>
            <a:custGeom>
              <a:avLst/>
              <a:gdLst>
                <a:gd name="T0" fmla="*/ 5 w 233"/>
                <a:gd name="T1" fmla="*/ 187 h 187"/>
                <a:gd name="T2" fmla="*/ 36 w 233"/>
                <a:gd name="T3" fmla="*/ 130 h 187"/>
                <a:gd name="T4" fmla="*/ 41 w 233"/>
                <a:gd name="T5" fmla="*/ 126 h 187"/>
                <a:gd name="T6" fmla="*/ 59 w 233"/>
                <a:gd name="T7" fmla="*/ 117 h 187"/>
                <a:gd name="T8" fmla="*/ 148 w 233"/>
                <a:gd name="T9" fmla="*/ 132 h 187"/>
                <a:gd name="T10" fmla="*/ 153 w 233"/>
                <a:gd name="T11" fmla="*/ 137 h 187"/>
                <a:gd name="T12" fmla="*/ 174 w 233"/>
                <a:gd name="T13" fmla="*/ 134 h 187"/>
                <a:gd name="T14" fmla="*/ 181 w 233"/>
                <a:gd name="T15" fmla="*/ 129 h 187"/>
                <a:gd name="T16" fmla="*/ 225 w 233"/>
                <a:gd name="T17" fmla="*/ 70 h 187"/>
                <a:gd name="T18" fmla="*/ 206 w 233"/>
                <a:gd name="T19" fmla="*/ 0 h 187"/>
                <a:gd name="T20" fmla="*/ 167 w 233"/>
                <a:gd name="T21" fmla="*/ 8 h 187"/>
                <a:gd name="T22" fmla="*/ 162 w 233"/>
                <a:gd name="T23" fmla="*/ 5 h 187"/>
                <a:gd name="T24" fmla="*/ 162 w 233"/>
                <a:gd name="T25" fmla="*/ 13 h 187"/>
                <a:gd name="T26" fmla="*/ 161 w 233"/>
                <a:gd name="T27" fmla="*/ 20 h 187"/>
                <a:gd name="T28" fmla="*/ 140 w 233"/>
                <a:gd name="T29" fmla="*/ 50 h 187"/>
                <a:gd name="T30" fmla="*/ 66 w 233"/>
                <a:gd name="T31" fmla="*/ 96 h 187"/>
                <a:gd name="T32" fmla="*/ 29 w 233"/>
                <a:gd name="T33" fmla="*/ 122 h 187"/>
                <a:gd name="T34" fmla="*/ 25 w 233"/>
                <a:gd name="T35" fmla="*/ 126 h 187"/>
                <a:gd name="T36" fmla="*/ 4 w 233"/>
                <a:gd name="T37" fmla="*/ 182 h 187"/>
                <a:gd name="T38" fmla="*/ 5 w 233"/>
                <a:gd name="T39" fmla="*/ 187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33" h="187">
                  <a:moveTo>
                    <a:pt x="5" y="187"/>
                  </a:moveTo>
                  <a:cubicBezTo>
                    <a:pt x="9" y="166"/>
                    <a:pt x="19" y="144"/>
                    <a:pt x="36" y="130"/>
                  </a:cubicBezTo>
                  <a:cubicBezTo>
                    <a:pt x="38" y="128"/>
                    <a:pt x="40" y="127"/>
                    <a:pt x="41" y="126"/>
                  </a:cubicBezTo>
                  <a:cubicBezTo>
                    <a:pt x="47" y="122"/>
                    <a:pt x="53" y="119"/>
                    <a:pt x="59" y="117"/>
                  </a:cubicBezTo>
                  <a:cubicBezTo>
                    <a:pt x="59" y="117"/>
                    <a:pt x="110" y="97"/>
                    <a:pt x="148" y="132"/>
                  </a:cubicBezTo>
                  <a:cubicBezTo>
                    <a:pt x="149" y="133"/>
                    <a:pt x="151" y="135"/>
                    <a:pt x="153" y="137"/>
                  </a:cubicBezTo>
                  <a:cubicBezTo>
                    <a:pt x="158" y="148"/>
                    <a:pt x="166" y="136"/>
                    <a:pt x="174" y="134"/>
                  </a:cubicBezTo>
                  <a:cubicBezTo>
                    <a:pt x="176" y="132"/>
                    <a:pt x="178" y="131"/>
                    <a:pt x="181" y="129"/>
                  </a:cubicBezTo>
                  <a:cubicBezTo>
                    <a:pt x="199" y="116"/>
                    <a:pt x="221" y="96"/>
                    <a:pt x="225" y="70"/>
                  </a:cubicBezTo>
                  <a:cubicBezTo>
                    <a:pt x="225" y="70"/>
                    <a:pt x="233" y="18"/>
                    <a:pt x="206" y="0"/>
                  </a:cubicBezTo>
                  <a:cubicBezTo>
                    <a:pt x="206" y="0"/>
                    <a:pt x="185" y="17"/>
                    <a:pt x="167" y="8"/>
                  </a:cubicBezTo>
                  <a:cubicBezTo>
                    <a:pt x="165" y="8"/>
                    <a:pt x="163" y="7"/>
                    <a:pt x="162" y="5"/>
                  </a:cubicBezTo>
                  <a:cubicBezTo>
                    <a:pt x="162" y="5"/>
                    <a:pt x="162" y="8"/>
                    <a:pt x="162" y="13"/>
                  </a:cubicBezTo>
                  <a:cubicBezTo>
                    <a:pt x="162" y="15"/>
                    <a:pt x="162" y="18"/>
                    <a:pt x="161" y="20"/>
                  </a:cubicBezTo>
                  <a:cubicBezTo>
                    <a:pt x="159" y="29"/>
                    <a:pt x="153" y="40"/>
                    <a:pt x="140" y="50"/>
                  </a:cubicBezTo>
                  <a:cubicBezTo>
                    <a:pt x="140" y="50"/>
                    <a:pt x="126" y="65"/>
                    <a:pt x="66" y="96"/>
                  </a:cubicBezTo>
                  <a:cubicBezTo>
                    <a:pt x="66" y="96"/>
                    <a:pt x="46" y="105"/>
                    <a:pt x="29" y="122"/>
                  </a:cubicBezTo>
                  <a:cubicBezTo>
                    <a:pt x="27" y="123"/>
                    <a:pt x="26" y="125"/>
                    <a:pt x="25" y="126"/>
                  </a:cubicBezTo>
                  <a:cubicBezTo>
                    <a:pt x="10" y="141"/>
                    <a:pt x="0" y="161"/>
                    <a:pt x="4" y="182"/>
                  </a:cubicBezTo>
                  <a:cubicBezTo>
                    <a:pt x="4" y="185"/>
                    <a:pt x="4" y="187"/>
                    <a:pt x="5" y="187"/>
                  </a:cubicBezTo>
                  <a:close/>
                </a:path>
              </a:pathLst>
            </a:custGeom>
            <a:solidFill>
              <a:srgbClr val="F203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 name="Freeform 8"/>
            <p:cNvSpPr/>
            <p:nvPr/>
          </p:nvSpPr>
          <p:spPr bwMode="auto">
            <a:xfrm>
              <a:off x="2402" y="1421"/>
              <a:ext cx="132" cy="90"/>
            </a:xfrm>
            <a:custGeom>
              <a:avLst/>
              <a:gdLst>
                <a:gd name="T0" fmla="*/ 28 w 56"/>
                <a:gd name="T1" fmla="*/ 27 h 38"/>
                <a:gd name="T2" fmla="*/ 28 w 56"/>
                <a:gd name="T3" fmla="*/ 22 h 38"/>
                <a:gd name="T4" fmla="*/ 21 w 56"/>
                <a:gd name="T5" fmla="*/ 18 h 38"/>
                <a:gd name="T6" fmla="*/ 14 w 56"/>
                <a:gd name="T7" fmla="*/ 20 h 38"/>
                <a:gd name="T8" fmla="*/ 14 w 56"/>
                <a:gd name="T9" fmla="*/ 35 h 38"/>
                <a:gd name="T10" fmla="*/ 19 w 56"/>
                <a:gd name="T11" fmla="*/ 37 h 38"/>
                <a:gd name="T12" fmla="*/ 28 w 56"/>
                <a:gd name="T13" fmla="*/ 36 h 38"/>
                <a:gd name="T14" fmla="*/ 56 w 56"/>
                <a:gd name="T15" fmla="*/ 0 h 38"/>
                <a:gd name="T16" fmla="*/ 38 w 56"/>
                <a:gd name="T17" fmla="*/ 5 h 38"/>
                <a:gd name="T18" fmla="*/ 29 w 56"/>
                <a:gd name="T19" fmla="*/ 5 h 38"/>
                <a:gd name="T20" fmla="*/ 4 w 56"/>
                <a:gd name="T21" fmla="*/ 11 h 38"/>
                <a:gd name="T22" fmla="*/ 2 w 56"/>
                <a:gd name="T23" fmla="*/ 25 h 38"/>
                <a:gd name="T24" fmla="*/ 30 w 56"/>
                <a:gd name="T25" fmla="*/ 15 h 38"/>
                <a:gd name="T26" fmla="*/ 33 w 56"/>
                <a:gd name="T27" fmla="*/ 22 h 38"/>
                <a:gd name="T28" fmla="*/ 28 w 56"/>
                <a:gd name="T29" fmla="*/ 27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6" h="38">
                  <a:moveTo>
                    <a:pt x="28" y="27"/>
                  </a:moveTo>
                  <a:cubicBezTo>
                    <a:pt x="28" y="27"/>
                    <a:pt x="29" y="25"/>
                    <a:pt x="28" y="22"/>
                  </a:cubicBezTo>
                  <a:cubicBezTo>
                    <a:pt x="28" y="20"/>
                    <a:pt x="26" y="18"/>
                    <a:pt x="21" y="18"/>
                  </a:cubicBezTo>
                  <a:cubicBezTo>
                    <a:pt x="18" y="18"/>
                    <a:pt x="16" y="18"/>
                    <a:pt x="14" y="20"/>
                  </a:cubicBezTo>
                  <a:cubicBezTo>
                    <a:pt x="9" y="23"/>
                    <a:pt x="10" y="30"/>
                    <a:pt x="14" y="35"/>
                  </a:cubicBezTo>
                  <a:cubicBezTo>
                    <a:pt x="15" y="36"/>
                    <a:pt x="17" y="37"/>
                    <a:pt x="19" y="37"/>
                  </a:cubicBezTo>
                  <a:cubicBezTo>
                    <a:pt x="21" y="38"/>
                    <a:pt x="24" y="38"/>
                    <a:pt x="28" y="36"/>
                  </a:cubicBezTo>
                  <a:cubicBezTo>
                    <a:pt x="28" y="36"/>
                    <a:pt x="56" y="34"/>
                    <a:pt x="56" y="0"/>
                  </a:cubicBezTo>
                  <a:cubicBezTo>
                    <a:pt x="56" y="0"/>
                    <a:pt x="49" y="6"/>
                    <a:pt x="38" y="5"/>
                  </a:cubicBezTo>
                  <a:cubicBezTo>
                    <a:pt x="38" y="5"/>
                    <a:pt x="34" y="5"/>
                    <a:pt x="29" y="5"/>
                  </a:cubicBezTo>
                  <a:cubicBezTo>
                    <a:pt x="20" y="6"/>
                    <a:pt x="12" y="7"/>
                    <a:pt x="4" y="11"/>
                  </a:cubicBezTo>
                  <a:cubicBezTo>
                    <a:pt x="0" y="14"/>
                    <a:pt x="0" y="20"/>
                    <a:pt x="2" y="25"/>
                  </a:cubicBezTo>
                  <a:cubicBezTo>
                    <a:pt x="10" y="20"/>
                    <a:pt x="19" y="7"/>
                    <a:pt x="30" y="15"/>
                  </a:cubicBezTo>
                  <a:cubicBezTo>
                    <a:pt x="30" y="15"/>
                    <a:pt x="34" y="18"/>
                    <a:pt x="33" y="22"/>
                  </a:cubicBezTo>
                  <a:cubicBezTo>
                    <a:pt x="33" y="22"/>
                    <a:pt x="30" y="30"/>
                    <a:pt x="28" y="27"/>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 name="Freeform 9"/>
            <p:cNvSpPr/>
            <p:nvPr/>
          </p:nvSpPr>
          <p:spPr bwMode="auto">
            <a:xfrm>
              <a:off x="2451" y="1483"/>
              <a:ext cx="744" cy="682"/>
            </a:xfrm>
            <a:custGeom>
              <a:avLst/>
              <a:gdLst>
                <a:gd name="T0" fmla="*/ 60 w 315"/>
                <a:gd name="T1" fmla="*/ 37 h 289"/>
                <a:gd name="T2" fmla="*/ 56 w 315"/>
                <a:gd name="T3" fmla="*/ 108 h 289"/>
                <a:gd name="T4" fmla="*/ 30 w 315"/>
                <a:gd name="T5" fmla="*/ 139 h 289"/>
                <a:gd name="T6" fmla="*/ 25 w 315"/>
                <a:gd name="T7" fmla="*/ 143 h 289"/>
                <a:gd name="T8" fmla="*/ 32 w 315"/>
                <a:gd name="T9" fmla="*/ 212 h 289"/>
                <a:gd name="T10" fmla="*/ 37 w 315"/>
                <a:gd name="T11" fmla="*/ 219 h 289"/>
                <a:gd name="T12" fmla="*/ 52 w 315"/>
                <a:gd name="T13" fmla="*/ 237 h 289"/>
                <a:gd name="T14" fmla="*/ 178 w 315"/>
                <a:gd name="T15" fmla="*/ 275 h 289"/>
                <a:gd name="T16" fmla="*/ 282 w 315"/>
                <a:gd name="T17" fmla="*/ 183 h 289"/>
                <a:gd name="T18" fmla="*/ 236 w 315"/>
                <a:gd name="T19" fmla="*/ 32 h 289"/>
                <a:gd name="T20" fmla="*/ 151 w 315"/>
                <a:gd name="T21" fmla="*/ 3 h 289"/>
                <a:gd name="T22" fmla="*/ 60 w 315"/>
                <a:gd name="T23" fmla="*/ 37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5" h="289">
                  <a:moveTo>
                    <a:pt x="60" y="37"/>
                  </a:moveTo>
                  <a:cubicBezTo>
                    <a:pt x="60" y="37"/>
                    <a:pt x="79" y="76"/>
                    <a:pt x="56" y="108"/>
                  </a:cubicBezTo>
                  <a:cubicBezTo>
                    <a:pt x="56" y="108"/>
                    <a:pt x="50" y="122"/>
                    <a:pt x="30" y="139"/>
                  </a:cubicBezTo>
                  <a:cubicBezTo>
                    <a:pt x="28" y="140"/>
                    <a:pt x="26" y="141"/>
                    <a:pt x="25" y="143"/>
                  </a:cubicBezTo>
                  <a:cubicBezTo>
                    <a:pt x="0" y="157"/>
                    <a:pt x="22" y="192"/>
                    <a:pt x="32" y="212"/>
                  </a:cubicBezTo>
                  <a:cubicBezTo>
                    <a:pt x="34" y="215"/>
                    <a:pt x="35" y="217"/>
                    <a:pt x="37" y="219"/>
                  </a:cubicBezTo>
                  <a:cubicBezTo>
                    <a:pt x="41" y="225"/>
                    <a:pt x="46" y="231"/>
                    <a:pt x="52" y="237"/>
                  </a:cubicBezTo>
                  <a:cubicBezTo>
                    <a:pt x="52" y="237"/>
                    <a:pt x="93" y="289"/>
                    <a:pt x="178" y="275"/>
                  </a:cubicBezTo>
                  <a:cubicBezTo>
                    <a:pt x="178" y="275"/>
                    <a:pt x="261" y="261"/>
                    <a:pt x="282" y="183"/>
                  </a:cubicBezTo>
                  <a:cubicBezTo>
                    <a:pt x="282" y="183"/>
                    <a:pt x="315" y="92"/>
                    <a:pt x="236" y="32"/>
                  </a:cubicBezTo>
                  <a:cubicBezTo>
                    <a:pt x="236" y="32"/>
                    <a:pt x="206" y="5"/>
                    <a:pt x="151" y="3"/>
                  </a:cubicBezTo>
                  <a:cubicBezTo>
                    <a:pt x="151" y="3"/>
                    <a:pt x="105" y="0"/>
                    <a:pt x="60" y="37"/>
                  </a:cubicBezTo>
                  <a:close/>
                </a:path>
              </a:pathLst>
            </a:custGeom>
            <a:solidFill>
              <a:srgbClr val="F203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 name="Freeform 10"/>
            <p:cNvSpPr/>
            <p:nvPr/>
          </p:nvSpPr>
          <p:spPr bwMode="auto">
            <a:xfrm>
              <a:off x="2647" y="1627"/>
              <a:ext cx="317" cy="338"/>
            </a:xfrm>
            <a:custGeom>
              <a:avLst/>
              <a:gdLst>
                <a:gd name="T0" fmla="*/ 1 w 134"/>
                <a:gd name="T1" fmla="*/ 63 h 143"/>
                <a:gd name="T2" fmla="*/ 6 w 134"/>
                <a:gd name="T3" fmla="*/ 94 h 143"/>
                <a:gd name="T4" fmla="*/ 9 w 134"/>
                <a:gd name="T5" fmla="*/ 101 h 143"/>
                <a:gd name="T6" fmla="*/ 105 w 134"/>
                <a:gd name="T7" fmla="*/ 122 h 143"/>
                <a:gd name="T8" fmla="*/ 112 w 134"/>
                <a:gd name="T9" fmla="*/ 117 h 143"/>
                <a:gd name="T10" fmla="*/ 123 w 134"/>
                <a:gd name="T11" fmla="*/ 103 h 143"/>
                <a:gd name="T12" fmla="*/ 128 w 134"/>
                <a:gd name="T13" fmla="*/ 96 h 143"/>
                <a:gd name="T14" fmla="*/ 133 w 134"/>
                <a:gd name="T15" fmla="*/ 79 h 143"/>
                <a:gd name="T16" fmla="*/ 134 w 134"/>
                <a:gd name="T17" fmla="*/ 70 h 143"/>
                <a:gd name="T18" fmla="*/ 134 w 134"/>
                <a:gd name="T19" fmla="*/ 60 h 143"/>
                <a:gd name="T20" fmla="*/ 126 w 134"/>
                <a:gd name="T21" fmla="*/ 34 h 143"/>
                <a:gd name="T22" fmla="*/ 121 w 134"/>
                <a:gd name="T23" fmla="*/ 26 h 143"/>
                <a:gd name="T24" fmla="*/ 86 w 134"/>
                <a:gd name="T25" fmla="*/ 2 h 143"/>
                <a:gd name="T26" fmla="*/ 77 w 134"/>
                <a:gd name="T27" fmla="*/ 0 h 143"/>
                <a:gd name="T28" fmla="*/ 68 w 134"/>
                <a:gd name="T29" fmla="*/ 0 h 143"/>
                <a:gd name="T30" fmla="*/ 60 w 134"/>
                <a:gd name="T31" fmla="*/ 0 h 143"/>
                <a:gd name="T32" fmla="*/ 51 w 134"/>
                <a:gd name="T33" fmla="*/ 1 h 143"/>
                <a:gd name="T34" fmla="*/ 35 w 134"/>
                <a:gd name="T35" fmla="*/ 7 h 143"/>
                <a:gd name="T36" fmla="*/ 21 w 134"/>
                <a:gd name="T37" fmla="*/ 16 h 143"/>
                <a:gd name="T38" fmla="*/ 11 w 134"/>
                <a:gd name="T39" fmla="*/ 29 h 143"/>
                <a:gd name="T40" fmla="*/ 7 w 134"/>
                <a:gd name="T41" fmla="*/ 36 h 143"/>
                <a:gd name="T42" fmla="*/ 4 w 134"/>
                <a:gd name="T43" fmla="*/ 44 h 143"/>
                <a:gd name="T44" fmla="*/ 2 w 134"/>
                <a:gd name="T45" fmla="*/ 52 h 143"/>
                <a:gd name="T46" fmla="*/ 1 w 134"/>
                <a:gd name="T47" fmla="*/ 63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34" h="143">
                  <a:moveTo>
                    <a:pt x="1" y="63"/>
                  </a:moveTo>
                  <a:cubicBezTo>
                    <a:pt x="0" y="73"/>
                    <a:pt x="2" y="84"/>
                    <a:pt x="6" y="94"/>
                  </a:cubicBezTo>
                  <a:cubicBezTo>
                    <a:pt x="7" y="96"/>
                    <a:pt x="8" y="99"/>
                    <a:pt x="9" y="101"/>
                  </a:cubicBezTo>
                  <a:cubicBezTo>
                    <a:pt x="26" y="136"/>
                    <a:pt x="74" y="143"/>
                    <a:pt x="105" y="122"/>
                  </a:cubicBezTo>
                  <a:cubicBezTo>
                    <a:pt x="107" y="120"/>
                    <a:pt x="109" y="119"/>
                    <a:pt x="112" y="117"/>
                  </a:cubicBezTo>
                  <a:cubicBezTo>
                    <a:pt x="116" y="113"/>
                    <a:pt x="120" y="108"/>
                    <a:pt x="123" y="103"/>
                  </a:cubicBezTo>
                  <a:cubicBezTo>
                    <a:pt x="125" y="101"/>
                    <a:pt x="126" y="98"/>
                    <a:pt x="128" y="96"/>
                  </a:cubicBezTo>
                  <a:cubicBezTo>
                    <a:pt x="130" y="91"/>
                    <a:pt x="132" y="85"/>
                    <a:pt x="133" y="79"/>
                  </a:cubicBezTo>
                  <a:cubicBezTo>
                    <a:pt x="134" y="76"/>
                    <a:pt x="134" y="73"/>
                    <a:pt x="134" y="70"/>
                  </a:cubicBezTo>
                  <a:cubicBezTo>
                    <a:pt x="134" y="66"/>
                    <a:pt x="134" y="63"/>
                    <a:pt x="134" y="60"/>
                  </a:cubicBezTo>
                  <a:cubicBezTo>
                    <a:pt x="133" y="51"/>
                    <a:pt x="130" y="42"/>
                    <a:pt x="126" y="34"/>
                  </a:cubicBezTo>
                  <a:cubicBezTo>
                    <a:pt x="124" y="31"/>
                    <a:pt x="123" y="29"/>
                    <a:pt x="121" y="26"/>
                  </a:cubicBezTo>
                  <a:cubicBezTo>
                    <a:pt x="113" y="15"/>
                    <a:pt x="100" y="6"/>
                    <a:pt x="86" y="2"/>
                  </a:cubicBezTo>
                  <a:cubicBezTo>
                    <a:pt x="83" y="1"/>
                    <a:pt x="80" y="1"/>
                    <a:pt x="77" y="0"/>
                  </a:cubicBezTo>
                  <a:cubicBezTo>
                    <a:pt x="74" y="0"/>
                    <a:pt x="71" y="0"/>
                    <a:pt x="68" y="0"/>
                  </a:cubicBezTo>
                  <a:cubicBezTo>
                    <a:pt x="65" y="0"/>
                    <a:pt x="62" y="0"/>
                    <a:pt x="60" y="0"/>
                  </a:cubicBezTo>
                  <a:cubicBezTo>
                    <a:pt x="57" y="0"/>
                    <a:pt x="54" y="1"/>
                    <a:pt x="51" y="1"/>
                  </a:cubicBezTo>
                  <a:cubicBezTo>
                    <a:pt x="45" y="2"/>
                    <a:pt x="40" y="4"/>
                    <a:pt x="35" y="7"/>
                  </a:cubicBezTo>
                  <a:cubicBezTo>
                    <a:pt x="30" y="9"/>
                    <a:pt x="25" y="12"/>
                    <a:pt x="21" y="16"/>
                  </a:cubicBezTo>
                  <a:cubicBezTo>
                    <a:pt x="17" y="20"/>
                    <a:pt x="14" y="24"/>
                    <a:pt x="11" y="29"/>
                  </a:cubicBezTo>
                  <a:cubicBezTo>
                    <a:pt x="10" y="31"/>
                    <a:pt x="9" y="33"/>
                    <a:pt x="7" y="36"/>
                  </a:cubicBezTo>
                  <a:cubicBezTo>
                    <a:pt x="6" y="38"/>
                    <a:pt x="5" y="41"/>
                    <a:pt x="4" y="44"/>
                  </a:cubicBezTo>
                  <a:cubicBezTo>
                    <a:pt x="3" y="46"/>
                    <a:pt x="3" y="49"/>
                    <a:pt x="2" y="52"/>
                  </a:cubicBezTo>
                  <a:cubicBezTo>
                    <a:pt x="2" y="55"/>
                    <a:pt x="1" y="59"/>
                    <a:pt x="1" y="6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 name="Freeform 11"/>
            <p:cNvSpPr/>
            <p:nvPr/>
          </p:nvSpPr>
          <p:spPr bwMode="auto">
            <a:xfrm>
              <a:off x="2947" y="1462"/>
              <a:ext cx="449" cy="734"/>
            </a:xfrm>
            <a:custGeom>
              <a:avLst/>
              <a:gdLst>
                <a:gd name="T0" fmla="*/ 0 w 190"/>
                <a:gd name="T1" fmla="*/ 12 h 311"/>
                <a:gd name="T2" fmla="*/ 34 w 190"/>
                <a:gd name="T3" fmla="*/ 29 h 311"/>
                <a:gd name="T4" fmla="*/ 42 w 190"/>
                <a:gd name="T5" fmla="*/ 35 h 311"/>
                <a:gd name="T6" fmla="*/ 63 w 190"/>
                <a:gd name="T7" fmla="*/ 53 h 311"/>
                <a:gd name="T8" fmla="*/ 67 w 190"/>
                <a:gd name="T9" fmla="*/ 57 h 311"/>
                <a:gd name="T10" fmla="*/ 102 w 190"/>
                <a:gd name="T11" fmla="*/ 144 h 311"/>
                <a:gd name="T12" fmla="*/ 5 w 190"/>
                <a:gd name="T13" fmla="*/ 284 h 311"/>
                <a:gd name="T14" fmla="*/ 140 w 190"/>
                <a:gd name="T15" fmla="*/ 249 h 311"/>
                <a:gd name="T16" fmla="*/ 182 w 190"/>
                <a:gd name="T17" fmla="*/ 128 h 311"/>
                <a:gd name="T18" fmla="*/ 132 w 190"/>
                <a:gd name="T19" fmla="*/ 40 h 311"/>
                <a:gd name="T20" fmla="*/ 127 w 190"/>
                <a:gd name="T21" fmla="*/ 36 h 311"/>
                <a:gd name="T22" fmla="*/ 31 w 190"/>
                <a:gd name="T23" fmla="*/ 5 h 311"/>
                <a:gd name="T24" fmla="*/ 24 w 190"/>
                <a:gd name="T25" fmla="*/ 6 h 311"/>
                <a:gd name="T26" fmla="*/ 0 w 190"/>
                <a:gd name="T27" fmla="*/ 12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0" h="311">
                  <a:moveTo>
                    <a:pt x="0" y="12"/>
                  </a:moveTo>
                  <a:cubicBezTo>
                    <a:pt x="0" y="12"/>
                    <a:pt x="15" y="17"/>
                    <a:pt x="34" y="29"/>
                  </a:cubicBezTo>
                  <a:cubicBezTo>
                    <a:pt x="36" y="31"/>
                    <a:pt x="39" y="33"/>
                    <a:pt x="42" y="35"/>
                  </a:cubicBezTo>
                  <a:cubicBezTo>
                    <a:pt x="48" y="41"/>
                    <a:pt x="57" y="45"/>
                    <a:pt x="63" y="53"/>
                  </a:cubicBezTo>
                  <a:cubicBezTo>
                    <a:pt x="64" y="54"/>
                    <a:pt x="66" y="56"/>
                    <a:pt x="67" y="57"/>
                  </a:cubicBezTo>
                  <a:cubicBezTo>
                    <a:pt x="86" y="78"/>
                    <a:pt x="102" y="106"/>
                    <a:pt x="102" y="144"/>
                  </a:cubicBezTo>
                  <a:cubicBezTo>
                    <a:pt x="102" y="144"/>
                    <a:pt x="115" y="239"/>
                    <a:pt x="5" y="284"/>
                  </a:cubicBezTo>
                  <a:cubicBezTo>
                    <a:pt x="5" y="284"/>
                    <a:pt x="68" y="311"/>
                    <a:pt x="140" y="249"/>
                  </a:cubicBezTo>
                  <a:cubicBezTo>
                    <a:pt x="140" y="249"/>
                    <a:pt x="190" y="202"/>
                    <a:pt x="182" y="128"/>
                  </a:cubicBezTo>
                  <a:cubicBezTo>
                    <a:pt x="182" y="128"/>
                    <a:pt x="175" y="77"/>
                    <a:pt x="132" y="40"/>
                  </a:cubicBezTo>
                  <a:cubicBezTo>
                    <a:pt x="130" y="39"/>
                    <a:pt x="129" y="38"/>
                    <a:pt x="127" y="36"/>
                  </a:cubicBezTo>
                  <a:cubicBezTo>
                    <a:pt x="101" y="15"/>
                    <a:pt x="66" y="0"/>
                    <a:pt x="31" y="5"/>
                  </a:cubicBezTo>
                  <a:cubicBezTo>
                    <a:pt x="29" y="5"/>
                    <a:pt x="27" y="6"/>
                    <a:pt x="24" y="6"/>
                  </a:cubicBezTo>
                  <a:cubicBezTo>
                    <a:pt x="17" y="7"/>
                    <a:pt x="9" y="9"/>
                    <a:pt x="0" y="12"/>
                  </a:cubicBezTo>
                  <a:close/>
                </a:path>
              </a:pathLst>
            </a:custGeom>
            <a:solidFill>
              <a:srgbClr val="F203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 name="Freeform 12"/>
            <p:cNvSpPr/>
            <p:nvPr/>
          </p:nvSpPr>
          <p:spPr bwMode="auto">
            <a:xfrm>
              <a:off x="1988" y="1587"/>
              <a:ext cx="187" cy="184"/>
            </a:xfrm>
            <a:custGeom>
              <a:avLst/>
              <a:gdLst>
                <a:gd name="T0" fmla="*/ 15 w 79"/>
                <a:gd name="T1" fmla="*/ 17 h 78"/>
                <a:gd name="T2" fmla="*/ 34 w 79"/>
                <a:gd name="T3" fmla="*/ 14 h 78"/>
                <a:gd name="T4" fmla="*/ 13 w 79"/>
                <a:gd name="T5" fmla="*/ 37 h 78"/>
                <a:gd name="T6" fmla="*/ 11 w 79"/>
                <a:gd name="T7" fmla="*/ 40 h 78"/>
                <a:gd name="T8" fmla="*/ 18 w 79"/>
                <a:gd name="T9" fmla="*/ 62 h 78"/>
                <a:gd name="T10" fmla="*/ 24 w 79"/>
                <a:gd name="T11" fmla="*/ 31 h 78"/>
                <a:gd name="T12" fmla="*/ 47 w 79"/>
                <a:gd name="T13" fmla="*/ 11 h 78"/>
                <a:gd name="T14" fmla="*/ 75 w 79"/>
                <a:gd name="T15" fmla="*/ 0 h 78"/>
                <a:gd name="T16" fmla="*/ 55 w 79"/>
                <a:gd name="T17" fmla="*/ 23 h 78"/>
                <a:gd name="T18" fmla="*/ 22 w 79"/>
                <a:gd name="T19" fmla="*/ 55 h 78"/>
                <a:gd name="T20" fmla="*/ 33 w 79"/>
                <a:gd name="T21" fmla="*/ 52 h 78"/>
                <a:gd name="T22" fmla="*/ 34 w 79"/>
                <a:gd name="T23" fmla="*/ 67 h 78"/>
                <a:gd name="T24" fmla="*/ 9 w 79"/>
                <a:gd name="T25" fmla="*/ 70 h 78"/>
                <a:gd name="T26" fmla="*/ 0 w 79"/>
                <a:gd name="T27" fmla="*/ 51 h 78"/>
                <a:gd name="T28" fmla="*/ 2 w 79"/>
                <a:gd name="T29" fmla="*/ 40 h 78"/>
                <a:gd name="T30" fmla="*/ 4 w 79"/>
                <a:gd name="T31" fmla="*/ 33 h 78"/>
                <a:gd name="T32" fmla="*/ 8 w 79"/>
                <a:gd name="T33" fmla="*/ 25 h 78"/>
                <a:gd name="T34" fmla="*/ 15 w 79"/>
                <a:gd name="T35" fmla="*/ 17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9" h="78">
                  <a:moveTo>
                    <a:pt x="15" y="17"/>
                  </a:moveTo>
                  <a:cubicBezTo>
                    <a:pt x="22" y="16"/>
                    <a:pt x="28" y="16"/>
                    <a:pt x="34" y="14"/>
                  </a:cubicBezTo>
                  <a:cubicBezTo>
                    <a:pt x="25" y="20"/>
                    <a:pt x="17" y="28"/>
                    <a:pt x="13" y="37"/>
                  </a:cubicBezTo>
                  <a:cubicBezTo>
                    <a:pt x="13" y="37"/>
                    <a:pt x="12" y="38"/>
                    <a:pt x="11" y="40"/>
                  </a:cubicBezTo>
                  <a:cubicBezTo>
                    <a:pt x="9" y="46"/>
                    <a:pt x="6" y="59"/>
                    <a:pt x="18" y="62"/>
                  </a:cubicBezTo>
                  <a:cubicBezTo>
                    <a:pt x="18" y="62"/>
                    <a:pt x="6" y="47"/>
                    <a:pt x="24" y="31"/>
                  </a:cubicBezTo>
                  <a:cubicBezTo>
                    <a:pt x="47" y="11"/>
                    <a:pt x="47" y="11"/>
                    <a:pt x="47" y="11"/>
                  </a:cubicBezTo>
                  <a:cubicBezTo>
                    <a:pt x="47" y="11"/>
                    <a:pt x="67" y="4"/>
                    <a:pt x="75" y="0"/>
                  </a:cubicBezTo>
                  <a:cubicBezTo>
                    <a:pt x="75" y="0"/>
                    <a:pt x="79" y="3"/>
                    <a:pt x="55" y="23"/>
                  </a:cubicBezTo>
                  <a:cubicBezTo>
                    <a:pt x="55" y="23"/>
                    <a:pt x="18" y="44"/>
                    <a:pt x="22" y="55"/>
                  </a:cubicBezTo>
                  <a:cubicBezTo>
                    <a:pt x="22" y="55"/>
                    <a:pt x="26" y="64"/>
                    <a:pt x="33" y="52"/>
                  </a:cubicBezTo>
                  <a:cubicBezTo>
                    <a:pt x="34" y="67"/>
                    <a:pt x="34" y="67"/>
                    <a:pt x="34" y="67"/>
                  </a:cubicBezTo>
                  <a:cubicBezTo>
                    <a:pt x="34" y="67"/>
                    <a:pt x="26" y="78"/>
                    <a:pt x="9" y="70"/>
                  </a:cubicBezTo>
                  <a:cubicBezTo>
                    <a:pt x="9" y="70"/>
                    <a:pt x="0" y="65"/>
                    <a:pt x="0" y="51"/>
                  </a:cubicBezTo>
                  <a:cubicBezTo>
                    <a:pt x="0" y="51"/>
                    <a:pt x="0" y="46"/>
                    <a:pt x="2" y="40"/>
                  </a:cubicBezTo>
                  <a:cubicBezTo>
                    <a:pt x="2" y="38"/>
                    <a:pt x="3" y="35"/>
                    <a:pt x="4" y="33"/>
                  </a:cubicBezTo>
                  <a:cubicBezTo>
                    <a:pt x="5" y="30"/>
                    <a:pt x="7" y="28"/>
                    <a:pt x="8" y="25"/>
                  </a:cubicBezTo>
                  <a:cubicBezTo>
                    <a:pt x="10" y="22"/>
                    <a:pt x="12" y="19"/>
                    <a:pt x="15" y="17"/>
                  </a:cubicBezTo>
                  <a:close/>
                </a:path>
              </a:pathLst>
            </a:custGeom>
            <a:solidFill>
              <a:srgbClr val="F203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 name="Freeform 13"/>
            <p:cNvSpPr/>
            <p:nvPr/>
          </p:nvSpPr>
          <p:spPr bwMode="auto">
            <a:xfrm>
              <a:off x="1934" y="1310"/>
              <a:ext cx="472" cy="314"/>
            </a:xfrm>
            <a:custGeom>
              <a:avLst/>
              <a:gdLst>
                <a:gd name="T0" fmla="*/ 16 w 200"/>
                <a:gd name="T1" fmla="*/ 109 h 133"/>
                <a:gd name="T2" fmla="*/ 23 w 200"/>
                <a:gd name="T3" fmla="*/ 113 h 133"/>
                <a:gd name="T4" fmla="*/ 25 w 200"/>
                <a:gd name="T5" fmla="*/ 101 h 133"/>
                <a:gd name="T6" fmla="*/ 9 w 200"/>
                <a:gd name="T7" fmla="*/ 100 h 133"/>
                <a:gd name="T8" fmla="*/ 13 w 200"/>
                <a:gd name="T9" fmla="*/ 128 h 133"/>
                <a:gd name="T10" fmla="*/ 65 w 200"/>
                <a:gd name="T11" fmla="*/ 124 h 133"/>
                <a:gd name="T12" fmla="*/ 74 w 200"/>
                <a:gd name="T13" fmla="*/ 121 h 133"/>
                <a:gd name="T14" fmla="*/ 95 w 200"/>
                <a:gd name="T15" fmla="*/ 114 h 133"/>
                <a:gd name="T16" fmla="*/ 105 w 200"/>
                <a:gd name="T17" fmla="*/ 112 h 133"/>
                <a:gd name="T18" fmla="*/ 127 w 200"/>
                <a:gd name="T19" fmla="*/ 110 h 133"/>
                <a:gd name="T20" fmla="*/ 126 w 200"/>
                <a:gd name="T21" fmla="*/ 104 h 133"/>
                <a:gd name="T22" fmla="*/ 127 w 200"/>
                <a:gd name="T23" fmla="*/ 99 h 133"/>
                <a:gd name="T24" fmla="*/ 146 w 200"/>
                <a:gd name="T25" fmla="*/ 79 h 133"/>
                <a:gd name="T26" fmla="*/ 153 w 200"/>
                <a:gd name="T27" fmla="*/ 78 h 133"/>
                <a:gd name="T28" fmla="*/ 174 w 200"/>
                <a:gd name="T29" fmla="*/ 89 h 133"/>
                <a:gd name="T30" fmla="*/ 153 w 200"/>
                <a:gd name="T31" fmla="*/ 82 h 133"/>
                <a:gd name="T32" fmla="*/ 146 w 200"/>
                <a:gd name="T33" fmla="*/ 85 h 133"/>
                <a:gd name="T34" fmla="*/ 136 w 200"/>
                <a:gd name="T35" fmla="*/ 96 h 133"/>
                <a:gd name="T36" fmla="*/ 144 w 200"/>
                <a:gd name="T37" fmla="*/ 122 h 133"/>
                <a:gd name="T38" fmla="*/ 162 w 200"/>
                <a:gd name="T39" fmla="*/ 126 h 133"/>
                <a:gd name="T40" fmla="*/ 168 w 200"/>
                <a:gd name="T41" fmla="*/ 126 h 133"/>
                <a:gd name="T42" fmla="*/ 195 w 200"/>
                <a:gd name="T43" fmla="*/ 103 h 133"/>
                <a:gd name="T44" fmla="*/ 197 w 200"/>
                <a:gd name="T45" fmla="*/ 96 h 133"/>
                <a:gd name="T46" fmla="*/ 198 w 200"/>
                <a:gd name="T47" fmla="*/ 90 h 133"/>
                <a:gd name="T48" fmla="*/ 180 w 200"/>
                <a:gd name="T49" fmla="*/ 59 h 133"/>
                <a:gd name="T50" fmla="*/ 158 w 200"/>
                <a:gd name="T51" fmla="*/ 17 h 133"/>
                <a:gd name="T52" fmla="*/ 158 w 200"/>
                <a:gd name="T53" fmla="*/ 11 h 133"/>
                <a:gd name="T54" fmla="*/ 154 w 200"/>
                <a:gd name="T55" fmla="*/ 6 h 133"/>
                <a:gd name="T56" fmla="*/ 112 w 200"/>
                <a:gd name="T57" fmla="*/ 21 h 133"/>
                <a:gd name="T58" fmla="*/ 106 w 200"/>
                <a:gd name="T59" fmla="*/ 26 h 133"/>
                <a:gd name="T60" fmla="*/ 101 w 200"/>
                <a:gd name="T61" fmla="*/ 32 h 133"/>
                <a:gd name="T62" fmla="*/ 109 w 200"/>
                <a:gd name="T63" fmla="*/ 31 h 133"/>
                <a:gd name="T64" fmla="*/ 117 w 200"/>
                <a:gd name="T65" fmla="*/ 33 h 133"/>
                <a:gd name="T66" fmla="*/ 128 w 200"/>
                <a:gd name="T67" fmla="*/ 42 h 133"/>
                <a:gd name="T68" fmla="*/ 130 w 200"/>
                <a:gd name="T69" fmla="*/ 48 h 133"/>
                <a:gd name="T70" fmla="*/ 125 w 200"/>
                <a:gd name="T71" fmla="*/ 66 h 133"/>
                <a:gd name="T72" fmla="*/ 98 w 200"/>
                <a:gd name="T73" fmla="*/ 69 h 133"/>
                <a:gd name="T74" fmla="*/ 98 w 200"/>
                <a:gd name="T75" fmla="*/ 47 h 133"/>
                <a:gd name="T76" fmla="*/ 108 w 200"/>
                <a:gd name="T77" fmla="*/ 45 h 133"/>
                <a:gd name="T78" fmla="*/ 115 w 200"/>
                <a:gd name="T79" fmla="*/ 53 h 133"/>
                <a:gd name="T80" fmla="*/ 100 w 200"/>
                <a:gd name="T81" fmla="*/ 51 h 133"/>
                <a:gd name="T82" fmla="*/ 102 w 200"/>
                <a:gd name="T83" fmla="*/ 66 h 133"/>
                <a:gd name="T84" fmla="*/ 123 w 200"/>
                <a:gd name="T85" fmla="*/ 54 h 133"/>
                <a:gd name="T86" fmla="*/ 119 w 200"/>
                <a:gd name="T87" fmla="*/ 40 h 133"/>
                <a:gd name="T88" fmla="*/ 66 w 200"/>
                <a:gd name="T89" fmla="*/ 66 h 133"/>
                <a:gd name="T90" fmla="*/ 58 w 200"/>
                <a:gd name="T91" fmla="*/ 72 h 133"/>
                <a:gd name="T92" fmla="*/ 52 w 200"/>
                <a:gd name="T93" fmla="*/ 76 h 133"/>
                <a:gd name="T94" fmla="*/ 21 w 200"/>
                <a:gd name="T95" fmla="*/ 95 h 133"/>
                <a:gd name="T96" fmla="*/ 29 w 200"/>
                <a:gd name="T97" fmla="*/ 113 h 133"/>
                <a:gd name="T98" fmla="*/ 17 w 200"/>
                <a:gd name="T99" fmla="*/ 116 h 133"/>
                <a:gd name="T100" fmla="*/ 16 w 200"/>
                <a:gd name="T101" fmla="*/ 109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00" h="133">
                  <a:moveTo>
                    <a:pt x="16" y="109"/>
                  </a:moveTo>
                  <a:cubicBezTo>
                    <a:pt x="17" y="112"/>
                    <a:pt x="19" y="114"/>
                    <a:pt x="23" y="113"/>
                  </a:cubicBezTo>
                  <a:cubicBezTo>
                    <a:pt x="28" y="111"/>
                    <a:pt x="28" y="105"/>
                    <a:pt x="25" y="101"/>
                  </a:cubicBezTo>
                  <a:cubicBezTo>
                    <a:pt x="21" y="98"/>
                    <a:pt x="15" y="98"/>
                    <a:pt x="9" y="100"/>
                  </a:cubicBezTo>
                  <a:cubicBezTo>
                    <a:pt x="0" y="107"/>
                    <a:pt x="2" y="125"/>
                    <a:pt x="13" y="128"/>
                  </a:cubicBezTo>
                  <a:cubicBezTo>
                    <a:pt x="30" y="133"/>
                    <a:pt x="49" y="130"/>
                    <a:pt x="65" y="124"/>
                  </a:cubicBezTo>
                  <a:cubicBezTo>
                    <a:pt x="65" y="124"/>
                    <a:pt x="69" y="122"/>
                    <a:pt x="74" y="121"/>
                  </a:cubicBezTo>
                  <a:cubicBezTo>
                    <a:pt x="79" y="119"/>
                    <a:pt x="87" y="116"/>
                    <a:pt x="95" y="114"/>
                  </a:cubicBezTo>
                  <a:cubicBezTo>
                    <a:pt x="98" y="114"/>
                    <a:pt x="102" y="113"/>
                    <a:pt x="105" y="112"/>
                  </a:cubicBezTo>
                  <a:cubicBezTo>
                    <a:pt x="113" y="112"/>
                    <a:pt x="120" y="109"/>
                    <a:pt x="127" y="110"/>
                  </a:cubicBezTo>
                  <a:cubicBezTo>
                    <a:pt x="127" y="108"/>
                    <a:pt x="126" y="106"/>
                    <a:pt x="126" y="104"/>
                  </a:cubicBezTo>
                  <a:cubicBezTo>
                    <a:pt x="126" y="102"/>
                    <a:pt x="126" y="101"/>
                    <a:pt x="127" y="99"/>
                  </a:cubicBezTo>
                  <a:cubicBezTo>
                    <a:pt x="129" y="89"/>
                    <a:pt x="137" y="81"/>
                    <a:pt x="146" y="79"/>
                  </a:cubicBezTo>
                  <a:cubicBezTo>
                    <a:pt x="148" y="78"/>
                    <a:pt x="151" y="78"/>
                    <a:pt x="153" y="78"/>
                  </a:cubicBezTo>
                  <a:cubicBezTo>
                    <a:pt x="161" y="77"/>
                    <a:pt x="172" y="80"/>
                    <a:pt x="174" y="89"/>
                  </a:cubicBezTo>
                  <a:cubicBezTo>
                    <a:pt x="169" y="83"/>
                    <a:pt x="161" y="81"/>
                    <a:pt x="153" y="82"/>
                  </a:cubicBezTo>
                  <a:cubicBezTo>
                    <a:pt x="151" y="83"/>
                    <a:pt x="148" y="84"/>
                    <a:pt x="146" y="85"/>
                  </a:cubicBezTo>
                  <a:cubicBezTo>
                    <a:pt x="142" y="87"/>
                    <a:pt x="138" y="91"/>
                    <a:pt x="136" y="96"/>
                  </a:cubicBezTo>
                  <a:cubicBezTo>
                    <a:pt x="133" y="105"/>
                    <a:pt x="136" y="115"/>
                    <a:pt x="144" y="122"/>
                  </a:cubicBezTo>
                  <a:cubicBezTo>
                    <a:pt x="149" y="126"/>
                    <a:pt x="156" y="127"/>
                    <a:pt x="162" y="126"/>
                  </a:cubicBezTo>
                  <a:cubicBezTo>
                    <a:pt x="162" y="126"/>
                    <a:pt x="165" y="127"/>
                    <a:pt x="168" y="126"/>
                  </a:cubicBezTo>
                  <a:cubicBezTo>
                    <a:pt x="175" y="125"/>
                    <a:pt x="186" y="120"/>
                    <a:pt x="195" y="103"/>
                  </a:cubicBezTo>
                  <a:cubicBezTo>
                    <a:pt x="195" y="103"/>
                    <a:pt x="196" y="100"/>
                    <a:pt x="197" y="96"/>
                  </a:cubicBezTo>
                  <a:cubicBezTo>
                    <a:pt x="198" y="94"/>
                    <a:pt x="198" y="92"/>
                    <a:pt x="198" y="90"/>
                  </a:cubicBezTo>
                  <a:cubicBezTo>
                    <a:pt x="200" y="77"/>
                    <a:pt x="193" y="61"/>
                    <a:pt x="180" y="59"/>
                  </a:cubicBezTo>
                  <a:cubicBezTo>
                    <a:pt x="159" y="56"/>
                    <a:pt x="154" y="33"/>
                    <a:pt x="158" y="17"/>
                  </a:cubicBezTo>
                  <a:cubicBezTo>
                    <a:pt x="158" y="15"/>
                    <a:pt x="158" y="13"/>
                    <a:pt x="158" y="11"/>
                  </a:cubicBezTo>
                  <a:cubicBezTo>
                    <a:pt x="157" y="9"/>
                    <a:pt x="156" y="7"/>
                    <a:pt x="154" y="6"/>
                  </a:cubicBezTo>
                  <a:cubicBezTo>
                    <a:pt x="144" y="0"/>
                    <a:pt x="125" y="12"/>
                    <a:pt x="112" y="21"/>
                  </a:cubicBezTo>
                  <a:cubicBezTo>
                    <a:pt x="109" y="23"/>
                    <a:pt x="108" y="24"/>
                    <a:pt x="106" y="26"/>
                  </a:cubicBezTo>
                  <a:cubicBezTo>
                    <a:pt x="104" y="28"/>
                    <a:pt x="103" y="30"/>
                    <a:pt x="101" y="32"/>
                  </a:cubicBezTo>
                  <a:cubicBezTo>
                    <a:pt x="104" y="32"/>
                    <a:pt x="106" y="31"/>
                    <a:pt x="109" y="31"/>
                  </a:cubicBezTo>
                  <a:cubicBezTo>
                    <a:pt x="112" y="32"/>
                    <a:pt x="114" y="32"/>
                    <a:pt x="117" y="33"/>
                  </a:cubicBezTo>
                  <a:cubicBezTo>
                    <a:pt x="122" y="34"/>
                    <a:pt x="125" y="38"/>
                    <a:pt x="128" y="42"/>
                  </a:cubicBezTo>
                  <a:cubicBezTo>
                    <a:pt x="129" y="44"/>
                    <a:pt x="129" y="46"/>
                    <a:pt x="130" y="48"/>
                  </a:cubicBezTo>
                  <a:cubicBezTo>
                    <a:pt x="131" y="54"/>
                    <a:pt x="130" y="61"/>
                    <a:pt x="125" y="66"/>
                  </a:cubicBezTo>
                  <a:cubicBezTo>
                    <a:pt x="118" y="74"/>
                    <a:pt x="106" y="77"/>
                    <a:pt x="98" y="69"/>
                  </a:cubicBezTo>
                  <a:cubicBezTo>
                    <a:pt x="91" y="64"/>
                    <a:pt x="91" y="54"/>
                    <a:pt x="98" y="47"/>
                  </a:cubicBezTo>
                  <a:cubicBezTo>
                    <a:pt x="100" y="45"/>
                    <a:pt x="104" y="44"/>
                    <a:pt x="108" y="45"/>
                  </a:cubicBezTo>
                  <a:cubicBezTo>
                    <a:pt x="113" y="46"/>
                    <a:pt x="116" y="48"/>
                    <a:pt x="115" y="53"/>
                  </a:cubicBezTo>
                  <a:cubicBezTo>
                    <a:pt x="112" y="47"/>
                    <a:pt x="105" y="46"/>
                    <a:pt x="100" y="51"/>
                  </a:cubicBezTo>
                  <a:cubicBezTo>
                    <a:pt x="96" y="55"/>
                    <a:pt x="97" y="63"/>
                    <a:pt x="102" y="66"/>
                  </a:cubicBezTo>
                  <a:cubicBezTo>
                    <a:pt x="111" y="69"/>
                    <a:pt x="121" y="64"/>
                    <a:pt x="123" y="54"/>
                  </a:cubicBezTo>
                  <a:cubicBezTo>
                    <a:pt x="124" y="49"/>
                    <a:pt x="123" y="43"/>
                    <a:pt x="119" y="40"/>
                  </a:cubicBezTo>
                  <a:cubicBezTo>
                    <a:pt x="97" y="30"/>
                    <a:pt x="81" y="54"/>
                    <a:pt x="66" y="66"/>
                  </a:cubicBezTo>
                  <a:cubicBezTo>
                    <a:pt x="63" y="68"/>
                    <a:pt x="61" y="70"/>
                    <a:pt x="58" y="72"/>
                  </a:cubicBezTo>
                  <a:cubicBezTo>
                    <a:pt x="56" y="73"/>
                    <a:pt x="54" y="75"/>
                    <a:pt x="52" y="76"/>
                  </a:cubicBezTo>
                  <a:cubicBezTo>
                    <a:pt x="42" y="83"/>
                    <a:pt x="32" y="91"/>
                    <a:pt x="21" y="95"/>
                  </a:cubicBezTo>
                  <a:cubicBezTo>
                    <a:pt x="30" y="96"/>
                    <a:pt x="33" y="105"/>
                    <a:pt x="29" y="113"/>
                  </a:cubicBezTo>
                  <a:cubicBezTo>
                    <a:pt x="26" y="116"/>
                    <a:pt x="22" y="117"/>
                    <a:pt x="17" y="116"/>
                  </a:cubicBezTo>
                  <a:cubicBezTo>
                    <a:pt x="15" y="115"/>
                    <a:pt x="14" y="113"/>
                    <a:pt x="16" y="109"/>
                  </a:cubicBezTo>
                  <a:close/>
                </a:path>
              </a:pathLst>
            </a:custGeom>
            <a:solidFill>
              <a:srgbClr val="F203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 name="Freeform 14"/>
            <p:cNvSpPr/>
            <p:nvPr/>
          </p:nvSpPr>
          <p:spPr bwMode="auto">
            <a:xfrm>
              <a:off x="2314" y="1084"/>
              <a:ext cx="503" cy="366"/>
            </a:xfrm>
            <a:custGeom>
              <a:avLst/>
              <a:gdLst>
                <a:gd name="T0" fmla="*/ 25 w 213"/>
                <a:gd name="T1" fmla="*/ 150 h 155"/>
                <a:gd name="T2" fmla="*/ 1 w 213"/>
                <a:gd name="T3" fmla="*/ 105 h 155"/>
                <a:gd name="T4" fmla="*/ 2 w 213"/>
                <a:gd name="T5" fmla="*/ 97 h 155"/>
                <a:gd name="T6" fmla="*/ 10 w 213"/>
                <a:gd name="T7" fmla="*/ 67 h 155"/>
                <a:gd name="T8" fmla="*/ 14 w 213"/>
                <a:gd name="T9" fmla="*/ 58 h 155"/>
                <a:gd name="T10" fmla="*/ 85 w 213"/>
                <a:gd name="T11" fmla="*/ 7 h 155"/>
                <a:gd name="T12" fmla="*/ 91 w 213"/>
                <a:gd name="T13" fmla="*/ 6 h 155"/>
                <a:gd name="T14" fmla="*/ 138 w 213"/>
                <a:gd name="T15" fmla="*/ 4 h 155"/>
                <a:gd name="T16" fmla="*/ 205 w 213"/>
                <a:gd name="T17" fmla="*/ 80 h 155"/>
                <a:gd name="T18" fmla="*/ 134 w 213"/>
                <a:gd name="T19" fmla="*/ 148 h 155"/>
                <a:gd name="T20" fmla="*/ 86 w 213"/>
                <a:gd name="T21" fmla="*/ 117 h 155"/>
                <a:gd name="T22" fmla="*/ 83 w 213"/>
                <a:gd name="T23" fmla="*/ 110 h 155"/>
                <a:gd name="T24" fmla="*/ 102 w 213"/>
                <a:gd name="T25" fmla="*/ 59 h 155"/>
                <a:gd name="T26" fmla="*/ 130 w 213"/>
                <a:gd name="T27" fmla="*/ 55 h 155"/>
                <a:gd name="T28" fmla="*/ 137 w 213"/>
                <a:gd name="T29" fmla="*/ 57 h 155"/>
                <a:gd name="T30" fmla="*/ 158 w 213"/>
                <a:gd name="T31" fmla="*/ 77 h 155"/>
                <a:gd name="T32" fmla="*/ 149 w 213"/>
                <a:gd name="T33" fmla="*/ 111 h 155"/>
                <a:gd name="T34" fmla="*/ 107 w 213"/>
                <a:gd name="T35" fmla="*/ 98 h 155"/>
                <a:gd name="T36" fmla="*/ 116 w 213"/>
                <a:gd name="T37" fmla="*/ 78 h 155"/>
                <a:gd name="T38" fmla="*/ 141 w 213"/>
                <a:gd name="T39" fmla="*/ 84 h 155"/>
                <a:gd name="T40" fmla="*/ 141 w 213"/>
                <a:gd name="T41" fmla="*/ 96 h 155"/>
                <a:gd name="T42" fmla="*/ 131 w 213"/>
                <a:gd name="T43" fmla="*/ 100 h 155"/>
                <a:gd name="T44" fmla="*/ 133 w 213"/>
                <a:gd name="T45" fmla="*/ 86 h 155"/>
                <a:gd name="T46" fmla="*/ 116 w 213"/>
                <a:gd name="T47" fmla="*/ 96 h 155"/>
                <a:gd name="T48" fmla="*/ 133 w 213"/>
                <a:gd name="T49" fmla="*/ 107 h 155"/>
                <a:gd name="T50" fmla="*/ 148 w 213"/>
                <a:gd name="T51" fmla="*/ 94 h 155"/>
                <a:gd name="T52" fmla="*/ 139 w 213"/>
                <a:gd name="T53" fmla="*/ 72 h 155"/>
                <a:gd name="T54" fmla="*/ 108 w 213"/>
                <a:gd name="T55" fmla="*/ 71 h 155"/>
                <a:gd name="T56" fmla="*/ 106 w 213"/>
                <a:gd name="T57" fmla="*/ 119 h 155"/>
                <a:gd name="T58" fmla="*/ 152 w 213"/>
                <a:gd name="T59" fmla="*/ 128 h 155"/>
                <a:gd name="T60" fmla="*/ 178 w 213"/>
                <a:gd name="T61" fmla="*/ 96 h 155"/>
                <a:gd name="T62" fmla="*/ 178 w 213"/>
                <a:gd name="T63" fmla="*/ 88 h 155"/>
                <a:gd name="T64" fmla="*/ 150 w 213"/>
                <a:gd name="T65" fmla="*/ 40 h 155"/>
                <a:gd name="T66" fmla="*/ 128 w 213"/>
                <a:gd name="T67" fmla="*/ 34 h 155"/>
                <a:gd name="T68" fmla="*/ 121 w 213"/>
                <a:gd name="T69" fmla="*/ 34 h 155"/>
                <a:gd name="T70" fmla="*/ 96 w 213"/>
                <a:gd name="T71" fmla="*/ 38 h 155"/>
                <a:gd name="T72" fmla="*/ 88 w 213"/>
                <a:gd name="T73" fmla="*/ 41 h 155"/>
                <a:gd name="T74" fmla="*/ 59 w 213"/>
                <a:gd name="T75" fmla="*/ 67 h 155"/>
                <a:gd name="T76" fmla="*/ 55 w 213"/>
                <a:gd name="T77" fmla="*/ 76 h 155"/>
                <a:gd name="T78" fmla="*/ 55 w 213"/>
                <a:gd name="T79" fmla="*/ 112 h 155"/>
                <a:gd name="T80" fmla="*/ 57 w 213"/>
                <a:gd name="T81" fmla="*/ 120 h 155"/>
                <a:gd name="T82" fmla="*/ 68 w 213"/>
                <a:gd name="T83" fmla="*/ 137 h 155"/>
                <a:gd name="T84" fmla="*/ 38 w 213"/>
                <a:gd name="T85" fmla="*/ 148 h 155"/>
                <a:gd name="T86" fmla="*/ 27 w 213"/>
                <a:gd name="T87" fmla="*/ 101 h 155"/>
                <a:gd name="T88" fmla="*/ 27 w 213"/>
                <a:gd name="T89" fmla="*/ 94 h 155"/>
                <a:gd name="T90" fmla="*/ 30 w 213"/>
                <a:gd name="T91" fmla="*/ 80 h 155"/>
                <a:gd name="T92" fmla="*/ 32 w 213"/>
                <a:gd name="T93" fmla="*/ 72 h 155"/>
                <a:gd name="T94" fmla="*/ 80 w 213"/>
                <a:gd name="T95" fmla="*/ 26 h 155"/>
                <a:gd name="T96" fmla="*/ 87 w 213"/>
                <a:gd name="T97" fmla="*/ 22 h 155"/>
                <a:gd name="T98" fmla="*/ 115 w 213"/>
                <a:gd name="T99" fmla="*/ 15 h 155"/>
                <a:gd name="T100" fmla="*/ 91 w 213"/>
                <a:gd name="T101" fmla="*/ 18 h 155"/>
                <a:gd name="T102" fmla="*/ 83 w 213"/>
                <a:gd name="T103" fmla="*/ 20 h 155"/>
                <a:gd name="T104" fmla="*/ 29 w 213"/>
                <a:gd name="T105" fmla="*/ 64 h 155"/>
                <a:gd name="T106" fmla="*/ 26 w 213"/>
                <a:gd name="T107" fmla="*/ 71 h 155"/>
                <a:gd name="T108" fmla="*/ 20 w 213"/>
                <a:gd name="T109" fmla="*/ 94 h 155"/>
                <a:gd name="T110" fmla="*/ 19 w 213"/>
                <a:gd name="T111" fmla="*/ 101 h 155"/>
                <a:gd name="T112" fmla="*/ 22 w 213"/>
                <a:gd name="T113" fmla="*/ 139 h 155"/>
                <a:gd name="T114" fmla="*/ 25 w 213"/>
                <a:gd name="T115" fmla="*/ 150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13" h="155">
                  <a:moveTo>
                    <a:pt x="25" y="150"/>
                  </a:moveTo>
                  <a:cubicBezTo>
                    <a:pt x="3" y="148"/>
                    <a:pt x="0" y="121"/>
                    <a:pt x="1" y="105"/>
                  </a:cubicBezTo>
                  <a:cubicBezTo>
                    <a:pt x="1" y="102"/>
                    <a:pt x="2" y="99"/>
                    <a:pt x="2" y="97"/>
                  </a:cubicBezTo>
                  <a:cubicBezTo>
                    <a:pt x="3" y="86"/>
                    <a:pt x="6" y="76"/>
                    <a:pt x="10" y="67"/>
                  </a:cubicBezTo>
                  <a:cubicBezTo>
                    <a:pt x="11" y="64"/>
                    <a:pt x="13" y="61"/>
                    <a:pt x="14" y="58"/>
                  </a:cubicBezTo>
                  <a:cubicBezTo>
                    <a:pt x="29" y="32"/>
                    <a:pt x="57" y="17"/>
                    <a:pt x="85" y="7"/>
                  </a:cubicBezTo>
                  <a:cubicBezTo>
                    <a:pt x="87" y="7"/>
                    <a:pt x="89" y="6"/>
                    <a:pt x="91" y="6"/>
                  </a:cubicBezTo>
                  <a:cubicBezTo>
                    <a:pt x="105" y="2"/>
                    <a:pt x="121" y="0"/>
                    <a:pt x="138" y="4"/>
                  </a:cubicBezTo>
                  <a:cubicBezTo>
                    <a:pt x="138" y="4"/>
                    <a:pt x="196" y="9"/>
                    <a:pt x="205" y="80"/>
                  </a:cubicBezTo>
                  <a:cubicBezTo>
                    <a:pt x="205" y="80"/>
                    <a:pt x="213" y="141"/>
                    <a:pt x="134" y="148"/>
                  </a:cubicBezTo>
                  <a:cubicBezTo>
                    <a:pt x="134" y="148"/>
                    <a:pt x="101" y="149"/>
                    <a:pt x="86" y="117"/>
                  </a:cubicBezTo>
                  <a:cubicBezTo>
                    <a:pt x="85" y="115"/>
                    <a:pt x="84" y="113"/>
                    <a:pt x="83" y="110"/>
                  </a:cubicBezTo>
                  <a:cubicBezTo>
                    <a:pt x="76" y="91"/>
                    <a:pt x="84" y="67"/>
                    <a:pt x="102" y="59"/>
                  </a:cubicBezTo>
                  <a:cubicBezTo>
                    <a:pt x="110" y="56"/>
                    <a:pt x="120" y="53"/>
                    <a:pt x="130" y="55"/>
                  </a:cubicBezTo>
                  <a:cubicBezTo>
                    <a:pt x="132" y="55"/>
                    <a:pt x="134" y="56"/>
                    <a:pt x="137" y="57"/>
                  </a:cubicBezTo>
                  <a:cubicBezTo>
                    <a:pt x="146" y="61"/>
                    <a:pt x="154" y="67"/>
                    <a:pt x="158" y="77"/>
                  </a:cubicBezTo>
                  <a:cubicBezTo>
                    <a:pt x="162" y="89"/>
                    <a:pt x="161" y="103"/>
                    <a:pt x="149" y="111"/>
                  </a:cubicBezTo>
                  <a:cubicBezTo>
                    <a:pt x="134" y="121"/>
                    <a:pt x="109" y="118"/>
                    <a:pt x="107" y="98"/>
                  </a:cubicBezTo>
                  <a:cubicBezTo>
                    <a:pt x="106" y="90"/>
                    <a:pt x="110" y="83"/>
                    <a:pt x="116" y="78"/>
                  </a:cubicBezTo>
                  <a:cubicBezTo>
                    <a:pt x="124" y="72"/>
                    <a:pt x="136" y="75"/>
                    <a:pt x="141" y="84"/>
                  </a:cubicBezTo>
                  <a:cubicBezTo>
                    <a:pt x="143" y="88"/>
                    <a:pt x="143" y="92"/>
                    <a:pt x="141" y="96"/>
                  </a:cubicBezTo>
                  <a:cubicBezTo>
                    <a:pt x="139" y="100"/>
                    <a:pt x="135" y="100"/>
                    <a:pt x="131" y="100"/>
                  </a:cubicBezTo>
                  <a:cubicBezTo>
                    <a:pt x="135" y="96"/>
                    <a:pt x="139" y="89"/>
                    <a:pt x="133" y="86"/>
                  </a:cubicBezTo>
                  <a:cubicBezTo>
                    <a:pt x="125" y="80"/>
                    <a:pt x="115" y="86"/>
                    <a:pt x="116" y="96"/>
                  </a:cubicBezTo>
                  <a:cubicBezTo>
                    <a:pt x="117" y="104"/>
                    <a:pt x="125" y="109"/>
                    <a:pt x="133" y="107"/>
                  </a:cubicBezTo>
                  <a:cubicBezTo>
                    <a:pt x="140" y="106"/>
                    <a:pt x="146" y="101"/>
                    <a:pt x="148" y="94"/>
                  </a:cubicBezTo>
                  <a:cubicBezTo>
                    <a:pt x="150" y="85"/>
                    <a:pt x="146" y="77"/>
                    <a:pt x="139" y="72"/>
                  </a:cubicBezTo>
                  <a:cubicBezTo>
                    <a:pt x="130" y="64"/>
                    <a:pt x="118" y="65"/>
                    <a:pt x="108" y="71"/>
                  </a:cubicBezTo>
                  <a:cubicBezTo>
                    <a:pt x="91" y="80"/>
                    <a:pt x="93" y="106"/>
                    <a:pt x="106" y="119"/>
                  </a:cubicBezTo>
                  <a:cubicBezTo>
                    <a:pt x="117" y="133"/>
                    <a:pt x="136" y="135"/>
                    <a:pt x="152" y="128"/>
                  </a:cubicBezTo>
                  <a:cubicBezTo>
                    <a:pt x="164" y="122"/>
                    <a:pt x="174" y="111"/>
                    <a:pt x="178" y="96"/>
                  </a:cubicBezTo>
                  <a:cubicBezTo>
                    <a:pt x="178" y="94"/>
                    <a:pt x="178" y="91"/>
                    <a:pt x="178" y="88"/>
                  </a:cubicBezTo>
                  <a:cubicBezTo>
                    <a:pt x="178" y="69"/>
                    <a:pt x="166" y="50"/>
                    <a:pt x="150" y="40"/>
                  </a:cubicBezTo>
                  <a:cubicBezTo>
                    <a:pt x="144" y="37"/>
                    <a:pt x="137" y="35"/>
                    <a:pt x="128" y="34"/>
                  </a:cubicBezTo>
                  <a:cubicBezTo>
                    <a:pt x="126" y="34"/>
                    <a:pt x="124" y="34"/>
                    <a:pt x="121" y="34"/>
                  </a:cubicBezTo>
                  <a:cubicBezTo>
                    <a:pt x="113" y="34"/>
                    <a:pt x="104" y="35"/>
                    <a:pt x="96" y="38"/>
                  </a:cubicBezTo>
                  <a:cubicBezTo>
                    <a:pt x="94" y="39"/>
                    <a:pt x="91" y="40"/>
                    <a:pt x="88" y="41"/>
                  </a:cubicBezTo>
                  <a:cubicBezTo>
                    <a:pt x="76" y="46"/>
                    <a:pt x="64" y="55"/>
                    <a:pt x="59" y="67"/>
                  </a:cubicBezTo>
                  <a:cubicBezTo>
                    <a:pt x="57" y="70"/>
                    <a:pt x="56" y="73"/>
                    <a:pt x="55" y="76"/>
                  </a:cubicBezTo>
                  <a:cubicBezTo>
                    <a:pt x="52" y="87"/>
                    <a:pt x="53" y="100"/>
                    <a:pt x="55" y="112"/>
                  </a:cubicBezTo>
                  <a:cubicBezTo>
                    <a:pt x="56" y="115"/>
                    <a:pt x="56" y="117"/>
                    <a:pt x="57" y="120"/>
                  </a:cubicBezTo>
                  <a:cubicBezTo>
                    <a:pt x="59" y="126"/>
                    <a:pt x="62" y="133"/>
                    <a:pt x="68" y="137"/>
                  </a:cubicBezTo>
                  <a:cubicBezTo>
                    <a:pt x="60" y="145"/>
                    <a:pt x="45" y="155"/>
                    <a:pt x="38" y="148"/>
                  </a:cubicBezTo>
                  <a:cubicBezTo>
                    <a:pt x="26" y="137"/>
                    <a:pt x="27" y="118"/>
                    <a:pt x="27" y="101"/>
                  </a:cubicBezTo>
                  <a:cubicBezTo>
                    <a:pt x="27" y="99"/>
                    <a:pt x="27" y="96"/>
                    <a:pt x="27" y="94"/>
                  </a:cubicBezTo>
                  <a:cubicBezTo>
                    <a:pt x="28" y="89"/>
                    <a:pt x="28" y="85"/>
                    <a:pt x="30" y="80"/>
                  </a:cubicBezTo>
                  <a:cubicBezTo>
                    <a:pt x="30" y="78"/>
                    <a:pt x="31" y="75"/>
                    <a:pt x="32" y="72"/>
                  </a:cubicBezTo>
                  <a:cubicBezTo>
                    <a:pt x="40" y="50"/>
                    <a:pt x="60" y="35"/>
                    <a:pt x="80" y="26"/>
                  </a:cubicBezTo>
                  <a:cubicBezTo>
                    <a:pt x="82" y="25"/>
                    <a:pt x="85" y="23"/>
                    <a:pt x="87" y="22"/>
                  </a:cubicBezTo>
                  <a:cubicBezTo>
                    <a:pt x="95" y="19"/>
                    <a:pt x="105" y="17"/>
                    <a:pt x="115" y="15"/>
                  </a:cubicBezTo>
                  <a:cubicBezTo>
                    <a:pt x="115" y="15"/>
                    <a:pt x="105" y="14"/>
                    <a:pt x="91" y="18"/>
                  </a:cubicBezTo>
                  <a:cubicBezTo>
                    <a:pt x="89" y="18"/>
                    <a:pt x="86" y="19"/>
                    <a:pt x="83" y="20"/>
                  </a:cubicBezTo>
                  <a:cubicBezTo>
                    <a:pt x="60" y="27"/>
                    <a:pt x="40" y="43"/>
                    <a:pt x="29" y="64"/>
                  </a:cubicBezTo>
                  <a:cubicBezTo>
                    <a:pt x="28" y="66"/>
                    <a:pt x="27" y="69"/>
                    <a:pt x="26" y="71"/>
                  </a:cubicBezTo>
                  <a:cubicBezTo>
                    <a:pt x="23" y="78"/>
                    <a:pt x="21" y="86"/>
                    <a:pt x="20" y="94"/>
                  </a:cubicBezTo>
                  <a:cubicBezTo>
                    <a:pt x="19" y="96"/>
                    <a:pt x="19" y="99"/>
                    <a:pt x="19" y="101"/>
                  </a:cubicBezTo>
                  <a:cubicBezTo>
                    <a:pt x="18" y="114"/>
                    <a:pt x="20" y="126"/>
                    <a:pt x="22" y="139"/>
                  </a:cubicBezTo>
                  <a:cubicBezTo>
                    <a:pt x="23" y="143"/>
                    <a:pt x="24" y="146"/>
                    <a:pt x="25" y="150"/>
                  </a:cubicBezTo>
                  <a:close/>
                </a:path>
              </a:pathLst>
            </a:custGeom>
            <a:solidFill>
              <a:srgbClr val="F203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 name="Freeform 15"/>
            <p:cNvSpPr/>
            <p:nvPr/>
          </p:nvSpPr>
          <p:spPr bwMode="auto">
            <a:xfrm>
              <a:off x="3332" y="1329"/>
              <a:ext cx="537" cy="827"/>
            </a:xfrm>
            <a:custGeom>
              <a:avLst/>
              <a:gdLst>
                <a:gd name="T0" fmla="*/ 17 w 227"/>
                <a:gd name="T1" fmla="*/ 47 h 350"/>
                <a:gd name="T2" fmla="*/ 123 w 227"/>
                <a:gd name="T3" fmla="*/ 41 h 350"/>
                <a:gd name="T4" fmla="*/ 193 w 227"/>
                <a:gd name="T5" fmla="*/ 0 h 350"/>
                <a:gd name="T6" fmla="*/ 175 w 227"/>
                <a:gd name="T7" fmla="*/ 71 h 350"/>
                <a:gd name="T8" fmla="*/ 86 w 227"/>
                <a:gd name="T9" fmla="*/ 95 h 350"/>
                <a:gd name="T10" fmla="*/ 90 w 227"/>
                <a:gd name="T11" fmla="*/ 124 h 350"/>
                <a:gd name="T12" fmla="*/ 185 w 227"/>
                <a:gd name="T13" fmla="*/ 177 h 350"/>
                <a:gd name="T14" fmla="*/ 188 w 227"/>
                <a:gd name="T15" fmla="*/ 297 h 350"/>
                <a:gd name="T16" fmla="*/ 90 w 227"/>
                <a:gd name="T17" fmla="*/ 348 h 350"/>
                <a:gd name="T18" fmla="*/ 0 w 227"/>
                <a:gd name="T19" fmla="*/ 307 h 350"/>
                <a:gd name="T20" fmla="*/ 29 w 227"/>
                <a:gd name="T21" fmla="*/ 251 h 350"/>
                <a:gd name="T22" fmla="*/ 102 w 227"/>
                <a:gd name="T23" fmla="*/ 281 h 350"/>
                <a:gd name="T24" fmla="*/ 145 w 227"/>
                <a:gd name="T25" fmla="*/ 228 h 350"/>
                <a:gd name="T26" fmla="*/ 94 w 227"/>
                <a:gd name="T27" fmla="*/ 165 h 350"/>
                <a:gd name="T28" fmla="*/ 33 w 227"/>
                <a:gd name="T29" fmla="*/ 188 h 350"/>
                <a:gd name="T30" fmla="*/ 17 w 227"/>
                <a:gd name="T31" fmla="*/ 47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7" h="350">
                  <a:moveTo>
                    <a:pt x="17" y="47"/>
                  </a:moveTo>
                  <a:cubicBezTo>
                    <a:pt x="17" y="47"/>
                    <a:pt x="86" y="50"/>
                    <a:pt x="123" y="41"/>
                  </a:cubicBezTo>
                  <a:cubicBezTo>
                    <a:pt x="123" y="41"/>
                    <a:pt x="170" y="37"/>
                    <a:pt x="193" y="0"/>
                  </a:cubicBezTo>
                  <a:cubicBezTo>
                    <a:pt x="193" y="0"/>
                    <a:pt x="205" y="45"/>
                    <a:pt x="175" y="71"/>
                  </a:cubicBezTo>
                  <a:cubicBezTo>
                    <a:pt x="175" y="71"/>
                    <a:pt x="156" y="96"/>
                    <a:pt x="86" y="95"/>
                  </a:cubicBezTo>
                  <a:cubicBezTo>
                    <a:pt x="90" y="124"/>
                    <a:pt x="90" y="124"/>
                    <a:pt x="90" y="124"/>
                  </a:cubicBezTo>
                  <a:cubicBezTo>
                    <a:pt x="90" y="124"/>
                    <a:pt x="157" y="130"/>
                    <a:pt x="185" y="177"/>
                  </a:cubicBezTo>
                  <a:cubicBezTo>
                    <a:pt x="185" y="177"/>
                    <a:pt x="227" y="235"/>
                    <a:pt x="188" y="297"/>
                  </a:cubicBezTo>
                  <a:cubicBezTo>
                    <a:pt x="188" y="297"/>
                    <a:pt x="165" y="345"/>
                    <a:pt x="90" y="348"/>
                  </a:cubicBezTo>
                  <a:cubicBezTo>
                    <a:pt x="90" y="348"/>
                    <a:pt x="36" y="350"/>
                    <a:pt x="0" y="307"/>
                  </a:cubicBezTo>
                  <a:cubicBezTo>
                    <a:pt x="0" y="307"/>
                    <a:pt x="29" y="292"/>
                    <a:pt x="29" y="251"/>
                  </a:cubicBezTo>
                  <a:cubicBezTo>
                    <a:pt x="29" y="251"/>
                    <a:pt x="57" y="292"/>
                    <a:pt x="102" y="281"/>
                  </a:cubicBezTo>
                  <a:cubicBezTo>
                    <a:pt x="102" y="281"/>
                    <a:pt x="145" y="269"/>
                    <a:pt x="145" y="228"/>
                  </a:cubicBezTo>
                  <a:cubicBezTo>
                    <a:pt x="145" y="228"/>
                    <a:pt x="146" y="167"/>
                    <a:pt x="94" y="165"/>
                  </a:cubicBezTo>
                  <a:cubicBezTo>
                    <a:pt x="94" y="165"/>
                    <a:pt x="51" y="154"/>
                    <a:pt x="33" y="188"/>
                  </a:cubicBezTo>
                  <a:lnTo>
                    <a:pt x="17" y="47"/>
                  </a:lnTo>
                  <a:close/>
                </a:path>
              </a:pathLst>
            </a:custGeom>
            <a:solidFill>
              <a:srgbClr val="F203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17" name="AutoShape 4" hidden="1"/>
          <p:cNvSpPr>
            <a:spLocks noChangeAspect="1" noChangeArrowheads="1" noTextEdit="1"/>
          </p:cNvSpPr>
          <p:nvPr/>
        </p:nvSpPr>
        <p:spPr bwMode="auto">
          <a:xfrm>
            <a:off x="174625" y="-1065213"/>
            <a:ext cx="8794750" cy="7278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pic>
        <p:nvPicPr>
          <p:cNvPr id="1030" name="Picture 6"/>
          <p:cNvPicPr>
            <a:picLocks noChangeAspect="1" noChangeArrowheads="1"/>
          </p:cNvPicPr>
          <p:nvPr/>
        </p:nvPicPr>
        <p:blipFill rotWithShape="1">
          <a:blip r:embed="rId3" cstate="print">
            <a:extLst>
              <a:ext uri="{BEBA8EAE-BF5A-486C-A8C5-ECC9F3942E4B}">
                <a14:imgProps xmlns:a14="http://schemas.microsoft.com/office/drawing/2010/main">
                  <a14:imgLayer r:embed="rId4">
                    <a14:imgEffect>
                      <a14:backgroundRemoval t="9960" b="89940" l="7007" r="94285">
                        <a14:foregroundMark x1="13594" y1="49899" x2="13981" y2="51777"/>
                        <a14:foregroundMark x1="22603" y1="61402" x2="11656" y2="57545"/>
                        <a14:foregroundMark x1="69454" y1="47384" x2="69325" y2="45506"/>
                        <a14:foregroundMark x1="57475" y1="56472" x2="54537" y2="58585"/>
                        <a14:foregroundMark x1="87601" y1="37223" x2="86051" y2="40040"/>
                        <a14:foregroundMark x1="83985" y1="41885" x2="82822" y2="40443"/>
                        <a14:foregroundMark x1="66225" y1="59658" x2="61350" y2="59658"/>
                        <a14:foregroundMark x1="51954" y1="60597" x2="48983" y2="59792"/>
                        <a14:foregroundMark x1="33290" y1="65023" x2="31740" y2="61670"/>
                        <a14:foregroundMark x1="17985" y1="69551" x2="14627" y2="70892"/>
                      </a14:backgroundRemoval>
                    </a14:imgEffect>
                  </a14:imgLayer>
                </a14:imgProps>
              </a:ext>
              <a:ext uri="{28A0092B-C50C-407E-A947-70E740481C1C}">
                <a14:useLocalDpi xmlns:a14="http://schemas.microsoft.com/office/drawing/2010/main" val="0"/>
              </a:ext>
            </a:extLst>
          </a:blip>
          <a:srcRect t="33032" r="38163" b="9555"/>
          <a:stretch>
            <a:fillRect/>
          </a:stretch>
        </p:blipFill>
        <p:spPr bwMode="auto">
          <a:xfrm>
            <a:off x="7083306" y="3507854"/>
            <a:ext cx="2051720" cy="1834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Picture 11"/>
          <p:cNvPicPr>
            <a:picLocks noChangeAspect="1" noChangeArrowheads="1"/>
          </p:cNvPicPr>
          <p:nvPr/>
        </p:nvPicPr>
        <p:blipFill rotWithShape="1">
          <a:blip r:embed="rId5" cstate="print">
            <a:extLst>
              <a:ext uri="{BEBA8EAE-BF5A-486C-A8C5-ECC9F3942E4B}">
                <a14:imgProps xmlns:a14="http://schemas.microsoft.com/office/drawing/2010/main">
                  <a14:imgLayer r:embed="rId6">
                    <a14:imgEffect>
                      <a14:backgroundRemoval t="29854" b="56159" l="76958" r="96490">
                        <a14:foregroundMark x1="87759" y1="41962" x2="87759" y2="42797"/>
                      </a14:backgroundRemoval>
                    </a14:imgEffect>
                  </a14:imgLayer>
                </a14:imgProps>
              </a:ext>
              <a:ext uri="{28A0092B-C50C-407E-A947-70E740481C1C}">
                <a14:useLocalDpi xmlns:a14="http://schemas.microsoft.com/office/drawing/2010/main" val="0"/>
              </a:ext>
            </a:extLst>
          </a:blip>
          <a:srcRect l="76892" t="29153" r="2440" b="42379"/>
          <a:stretch>
            <a:fillRect/>
          </a:stretch>
        </p:blipFill>
        <p:spPr bwMode="auto">
          <a:xfrm flipV="1">
            <a:off x="7103210" y="2288886"/>
            <a:ext cx="954472" cy="564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2" name="组合 21" hidden="1"/>
          <p:cNvGrpSpPr/>
          <p:nvPr/>
        </p:nvGrpSpPr>
        <p:grpSpPr>
          <a:xfrm>
            <a:off x="827584" y="1601673"/>
            <a:ext cx="2619422" cy="2350973"/>
            <a:chOff x="562637" y="1525066"/>
            <a:chExt cx="2619422" cy="2350973"/>
          </a:xfrm>
        </p:grpSpPr>
        <p:pic>
          <p:nvPicPr>
            <p:cNvPr id="1035" name="Picture 11"/>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r="50517"/>
            <a:stretch>
              <a:fillRect/>
            </a:stretch>
          </p:blipFill>
          <p:spPr bwMode="auto">
            <a:xfrm flipV="1">
              <a:off x="562637" y="1525066"/>
              <a:ext cx="2285143" cy="198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椭圆 20"/>
            <p:cNvSpPr/>
            <p:nvPr/>
          </p:nvSpPr>
          <p:spPr>
            <a:xfrm>
              <a:off x="2443830" y="2802438"/>
              <a:ext cx="738229" cy="107360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5" name="Picture 11"/>
          <p:cNvPicPr>
            <a:picLocks noChangeAspect="1" noChangeArrowheads="1"/>
          </p:cNvPicPr>
          <p:nvPr/>
        </p:nvPicPr>
        <p:blipFill rotWithShape="1">
          <a:blip r:embed="rId5" cstate="print">
            <a:extLst>
              <a:ext uri="{BEBA8EAE-BF5A-486C-A8C5-ECC9F3942E4B}">
                <a14:imgProps xmlns:a14="http://schemas.microsoft.com/office/drawing/2010/main">
                  <a14:imgLayer r:embed="rId6">
                    <a14:imgEffect>
                      <a14:backgroundRemoval t="29854" b="56159" l="76958" r="96490">
                        <a14:foregroundMark x1="87759" y1="41962" x2="87759" y2="42797"/>
                      </a14:backgroundRemoval>
                    </a14:imgEffect>
                  </a14:imgLayer>
                </a14:imgProps>
              </a:ext>
              <a:ext uri="{28A0092B-C50C-407E-A947-70E740481C1C}">
                <a14:useLocalDpi xmlns:a14="http://schemas.microsoft.com/office/drawing/2010/main" val="0"/>
              </a:ext>
            </a:extLst>
          </a:blip>
          <a:srcRect l="76892" t="29153" r="2440" b="42379"/>
          <a:stretch>
            <a:fillRect/>
          </a:stretch>
        </p:blipFill>
        <p:spPr bwMode="auto">
          <a:xfrm flipH="1" flipV="1">
            <a:off x="1286064" y="2293909"/>
            <a:ext cx="954472" cy="564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2280920" y="2070735"/>
            <a:ext cx="4811395" cy="521970"/>
          </a:xfrm>
          <a:prstGeom prst="rect">
            <a:avLst/>
          </a:prstGeom>
          <a:noFill/>
        </p:spPr>
        <p:txBody>
          <a:bodyPr wrap="square" rtlCol="0">
            <a:spAutoFit/>
          </a:bodyPr>
          <a:lstStyle/>
          <a:p>
            <a:pPr algn="ctr"/>
            <a:r>
              <a:rPr lang="en-US" altLang="zh-CN" sz="2800" b="1"/>
              <a:t>http://noi.openjudge.cn/</a:t>
            </a:r>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FFFEE0"/>
        </a:solidFill>
        <a:effectLst/>
      </p:bgPr>
    </p:bg>
    <p:spTree>
      <p:nvGrpSpPr>
        <p:cNvPr id="1" name=""/>
        <p:cNvGrpSpPr/>
        <p:nvPr/>
      </p:nvGrpSpPr>
      <p:grpSpPr>
        <a:xfrm>
          <a:off x="0" y="0"/>
          <a:ext cx="0" cy="0"/>
          <a:chOff x="0" y="0"/>
          <a:chExt cx="0" cy="0"/>
        </a:xfrm>
      </p:grpSpPr>
      <p:pic>
        <p:nvPicPr>
          <p:cNvPr id="1026" name="Picture 2" descr="E:\倪彩清特美天文档资料\2014年资料汇总\20141219华商参考资料\PPT资料\素材收集\羊年素材系列\羊年素材处理\红梅带福字.png"/>
          <p:cNvPicPr>
            <a:picLocks noChangeAspect="1" noChangeArrowheads="1"/>
          </p:cNvPicPr>
          <p:nvPr/>
        </p:nvPicPr>
        <p:blipFill rotWithShape="1">
          <a:blip r:embed="rId2">
            <a:extLst>
              <a:ext uri="{28A0092B-C50C-407E-A947-70E740481C1C}">
                <a14:useLocalDpi xmlns:a14="http://schemas.microsoft.com/office/drawing/2010/main" val="0"/>
              </a:ext>
            </a:extLst>
          </a:blip>
          <a:srcRect r="59426" b="63450"/>
          <a:stretch>
            <a:fillRect/>
          </a:stretch>
        </p:blipFill>
        <p:spPr bwMode="auto">
          <a:xfrm>
            <a:off x="0" y="0"/>
            <a:ext cx="2681643" cy="1594765"/>
          </a:xfrm>
          <a:prstGeom prst="rect">
            <a:avLst/>
          </a:prstGeom>
          <a:noFill/>
          <a:extLst>
            <a:ext uri="{909E8E84-426E-40DD-AFC4-6F175D3DCCD1}">
              <a14:hiddenFill xmlns:a14="http://schemas.microsoft.com/office/drawing/2010/main">
                <a:solidFill>
                  <a:srgbClr val="FFFFFF"/>
                </a:solidFill>
              </a14:hiddenFill>
            </a:ext>
          </a:extLst>
        </p:spPr>
      </p:pic>
      <p:grpSp>
        <p:nvGrpSpPr>
          <p:cNvPr id="3" name="Group 5" hidden="1"/>
          <p:cNvGrpSpPr>
            <a:grpSpLocks noChangeAspect="1"/>
          </p:cNvGrpSpPr>
          <p:nvPr/>
        </p:nvGrpSpPr>
        <p:grpSpPr bwMode="auto">
          <a:xfrm>
            <a:off x="972226" y="1993596"/>
            <a:ext cx="1899430" cy="1082210"/>
            <a:chOff x="1941" y="1086"/>
            <a:chExt cx="1878" cy="1070"/>
          </a:xfrm>
        </p:grpSpPr>
        <p:sp>
          <p:nvSpPr>
            <p:cNvPr id="4" name="AutoShape 4"/>
            <p:cNvSpPr>
              <a:spLocks noChangeAspect="1" noChangeArrowheads="1" noTextEdit="1"/>
            </p:cNvSpPr>
            <p:nvPr/>
          </p:nvSpPr>
          <p:spPr bwMode="auto">
            <a:xfrm>
              <a:off x="1941" y="1086"/>
              <a:ext cx="1878" cy="1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5" name="Freeform 6"/>
            <p:cNvSpPr/>
            <p:nvPr/>
          </p:nvSpPr>
          <p:spPr bwMode="auto">
            <a:xfrm>
              <a:off x="2076" y="1790"/>
              <a:ext cx="413" cy="373"/>
            </a:xfrm>
            <a:custGeom>
              <a:avLst/>
              <a:gdLst>
                <a:gd name="T0" fmla="*/ 85 w 175"/>
                <a:gd name="T1" fmla="*/ 65 h 158"/>
                <a:gd name="T2" fmla="*/ 82 w 175"/>
                <a:gd name="T3" fmla="*/ 83 h 158"/>
                <a:gd name="T4" fmla="*/ 84 w 175"/>
                <a:gd name="T5" fmla="*/ 88 h 158"/>
                <a:gd name="T6" fmla="*/ 111 w 175"/>
                <a:gd name="T7" fmla="*/ 102 h 158"/>
                <a:gd name="T8" fmla="*/ 117 w 175"/>
                <a:gd name="T9" fmla="*/ 101 h 158"/>
                <a:gd name="T10" fmla="*/ 129 w 175"/>
                <a:gd name="T11" fmla="*/ 96 h 158"/>
                <a:gd name="T12" fmla="*/ 134 w 175"/>
                <a:gd name="T13" fmla="*/ 90 h 158"/>
                <a:gd name="T14" fmla="*/ 127 w 175"/>
                <a:gd name="T15" fmla="*/ 24 h 158"/>
                <a:gd name="T16" fmla="*/ 122 w 175"/>
                <a:gd name="T17" fmla="*/ 20 h 158"/>
                <a:gd name="T18" fmla="*/ 44 w 175"/>
                <a:gd name="T19" fmla="*/ 15 h 158"/>
                <a:gd name="T20" fmla="*/ 34 w 175"/>
                <a:gd name="T21" fmla="*/ 20 h 158"/>
                <a:gd name="T22" fmla="*/ 28 w 175"/>
                <a:gd name="T23" fmla="*/ 25 h 158"/>
                <a:gd name="T24" fmla="*/ 3 w 175"/>
                <a:gd name="T25" fmla="*/ 94 h 158"/>
                <a:gd name="T26" fmla="*/ 4 w 175"/>
                <a:gd name="T27" fmla="*/ 97 h 158"/>
                <a:gd name="T28" fmla="*/ 26 w 175"/>
                <a:gd name="T29" fmla="*/ 134 h 158"/>
                <a:gd name="T30" fmla="*/ 33 w 175"/>
                <a:gd name="T31" fmla="*/ 139 h 158"/>
                <a:gd name="T32" fmla="*/ 120 w 175"/>
                <a:gd name="T33" fmla="*/ 152 h 158"/>
                <a:gd name="T34" fmla="*/ 128 w 175"/>
                <a:gd name="T35" fmla="*/ 151 h 158"/>
                <a:gd name="T36" fmla="*/ 175 w 175"/>
                <a:gd name="T37" fmla="*/ 97 h 158"/>
                <a:gd name="T38" fmla="*/ 174 w 175"/>
                <a:gd name="T39" fmla="*/ 92 h 158"/>
                <a:gd name="T40" fmla="*/ 159 w 175"/>
                <a:gd name="T41" fmla="*/ 42 h 158"/>
                <a:gd name="T42" fmla="*/ 148 w 175"/>
                <a:gd name="T43" fmla="*/ 97 h 158"/>
                <a:gd name="T44" fmla="*/ 141 w 175"/>
                <a:gd name="T45" fmla="*/ 104 h 158"/>
                <a:gd name="T46" fmla="*/ 133 w 175"/>
                <a:gd name="T47" fmla="*/ 108 h 158"/>
                <a:gd name="T48" fmla="*/ 127 w 175"/>
                <a:gd name="T49" fmla="*/ 110 h 158"/>
                <a:gd name="T50" fmla="*/ 121 w 175"/>
                <a:gd name="T51" fmla="*/ 111 h 158"/>
                <a:gd name="T52" fmla="*/ 74 w 175"/>
                <a:gd name="T53" fmla="*/ 83 h 158"/>
                <a:gd name="T54" fmla="*/ 74 w 175"/>
                <a:gd name="T55" fmla="*/ 77 h 158"/>
                <a:gd name="T56" fmla="*/ 80 w 175"/>
                <a:gd name="T57" fmla="*/ 67 h 158"/>
                <a:gd name="T58" fmla="*/ 85 w 175"/>
                <a:gd name="T59" fmla="*/ 65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75" h="158">
                  <a:moveTo>
                    <a:pt x="85" y="65"/>
                  </a:moveTo>
                  <a:cubicBezTo>
                    <a:pt x="82" y="70"/>
                    <a:pt x="81" y="77"/>
                    <a:pt x="82" y="83"/>
                  </a:cubicBezTo>
                  <a:cubicBezTo>
                    <a:pt x="83" y="85"/>
                    <a:pt x="83" y="87"/>
                    <a:pt x="84" y="88"/>
                  </a:cubicBezTo>
                  <a:cubicBezTo>
                    <a:pt x="89" y="98"/>
                    <a:pt x="100" y="103"/>
                    <a:pt x="111" y="102"/>
                  </a:cubicBezTo>
                  <a:cubicBezTo>
                    <a:pt x="113" y="102"/>
                    <a:pt x="115" y="102"/>
                    <a:pt x="117" y="101"/>
                  </a:cubicBezTo>
                  <a:cubicBezTo>
                    <a:pt x="121" y="100"/>
                    <a:pt x="125" y="99"/>
                    <a:pt x="129" y="96"/>
                  </a:cubicBezTo>
                  <a:cubicBezTo>
                    <a:pt x="131" y="94"/>
                    <a:pt x="132" y="92"/>
                    <a:pt x="134" y="90"/>
                  </a:cubicBezTo>
                  <a:cubicBezTo>
                    <a:pt x="150" y="71"/>
                    <a:pt x="144" y="41"/>
                    <a:pt x="127" y="24"/>
                  </a:cubicBezTo>
                  <a:cubicBezTo>
                    <a:pt x="126" y="23"/>
                    <a:pt x="124" y="22"/>
                    <a:pt x="122" y="20"/>
                  </a:cubicBezTo>
                  <a:cubicBezTo>
                    <a:pt x="109" y="12"/>
                    <a:pt x="82" y="0"/>
                    <a:pt x="44" y="15"/>
                  </a:cubicBezTo>
                  <a:cubicBezTo>
                    <a:pt x="44" y="15"/>
                    <a:pt x="40" y="17"/>
                    <a:pt x="34" y="20"/>
                  </a:cubicBezTo>
                  <a:cubicBezTo>
                    <a:pt x="32" y="21"/>
                    <a:pt x="30" y="23"/>
                    <a:pt x="28" y="25"/>
                  </a:cubicBezTo>
                  <a:cubicBezTo>
                    <a:pt x="7" y="41"/>
                    <a:pt x="0" y="69"/>
                    <a:pt x="3" y="94"/>
                  </a:cubicBezTo>
                  <a:cubicBezTo>
                    <a:pt x="3" y="94"/>
                    <a:pt x="3" y="95"/>
                    <a:pt x="4" y="97"/>
                  </a:cubicBezTo>
                  <a:cubicBezTo>
                    <a:pt x="6" y="112"/>
                    <a:pt x="15" y="125"/>
                    <a:pt x="26" y="134"/>
                  </a:cubicBezTo>
                  <a:cubicBezTo>
                    <a:pt x="28" y="135"/>
                    <a:pt x="31" y="137"/>
                    <a:pt x="33" y="139"/>
                  </a:cubicBezTo>
                  <a:cubicBezTo>
                    <a:pt x="58" y="155"/>
                    <a:pt x="91" y="158"/>
                    <a:pt x="120" y="152"/>
                  </a:cubicBezTo>
                  <a:cubicBezTo>
                    <a:pt x="122" y="152"/>
                    <a:pt x="125" y="151"/>
                    <a:pt x="128" y="151"/>
                  </a:cubicBezTo>
                  <a:cubicBezTo>
                    <a:pt x="148" y="145"/>
                    <a:pt x="173" y="132"/>
                    <a:pt x="175" y="97"/>
                  </a:cubicBezTo>
                  <a:cubicBezTo>
                    <a:pt x="175" y="97"/>
                    <a:pt x="175" y="95"/>
                    <a:pt x="174" y="92"/>
                  </a:cubicBezTo>
                  <a:cubicBezTo>
                    <a:pt x="173" y="74"/>
                    <a:pt x="167" y="58"/>
                    <a:pt x="159" y="42"/>
                  </a:cubicBezTo>
                  <a:cubicBezTo>
                    <a:pt x="158" y="60"/>
                    <a:pt x="161" y="81"/>
                    <a:pt x="148" y="97"/>
                  </a:cubicBezTo>
                  <a:cubicBezTo>
                    <a:pt x="146" y="99"/>
                    <a:pt x="144" y="102"/>
                    <a:pt x="141" y="104"/>
                  </a:cubicBezTo>
                  <a:cubicBezTo>
                    <a:pt x="139" y="105"/>
                    <a:pt x="136" y="107"/>
                    <a:pt x="133" y="108"/>
                  </a:cubicBezTo>
                  <a:cubicBezTo>
                    <a:pt x="131" y="109"/>
                    <a:pt x="129" y="109"/>
                    <a:pt x="127" y="110"/>
                  </a:cubicBezTo>
                  <a:cubicBezTo>
                    <a:pt x="125" y="110"/>
                    <a:pt x="123" y="110"/>
                    <a:pt x="121" y="111"/>
                  </a:cubicBezTo>
                  <a:cubicBezTo>
                    <a:pt x="101" y="116"/>
                    <a:pt x="78" y="104"/>
                    <a:pt x="74" y="83"/>
                  </a:cubicBezTo>
                  <a:cubicBezTo>
                    <a:pt x="74" y="81"/>
                    <a:pt x="74" y="79"/>
                    <a:pt x="74" y="77"/>
                  </a:cubicBezTo>
                  <a:cubicBezTo>
                    <a:pt x="75" y="73"/>
                    <a:pt x="76" y="70"/>
                    <a:pt x="80" y="67"/>
                  </a:cubicBezTo>
                  <a:cubicBezTo>
                    <a:pt x="82" y="64"/>
                    <a:pt x="85" y="62"/>
                    <a:pt x="85" y="65"/>
                  </a:cubicBezTo>
                  <a:close/>
                </a:path>
              </a:pathLst>
            </a:custGeom>
            <a:solidFill>
              <a:srgbClr val="F203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 name="Freeform 7"/>
            <p:cNvSpPr/>
            <p:nvPr/>
          </p:nvSpPr>
          <p:spPr bwMode="auto">
            <a:xfrm>
              <a:off x="2036" y="1499"/>
              <a:ext cx="550" cy="442"/>
            </a:xfrm>
            <a:custGeom>
              <a:avLst/>
              <a:gdLst>
                <a:gd name="T0" fmla="*/ 5 w 233"/>
                <a:gd name="T1" fmla="*/ 187 h 187"/>
                <a:gd name="T2" fmla="*/ 36 w 233"/>
                <a:gd name="T3" fmla="*/ 130 h 187"/>
                <a:gd name="T4" fmla="*/ 41 w 233"/>
                <a:gd name="T5" fmla="*/ 126 h 187"/>
                <a:gd name="T6" fmla="*/ 59 w 233"/>
                <a:gd name="T7" fmla="*/ 117 h 187"/>
                <a:gd name="T8" fmla="*/ 148 w 233"/>
                <a:gd name="T9" fmla="*/ 132 h 187"/>
                <a:gd name="T10" fmla="*/ 153 w 233"/>
                <a:gd name="T11" fmla="*/ 137 h 187"/>
                <a:gd name="T12" fmla="*/ 174 w 233"/>
                <a:gd name="T13" fmla="*/ 134 h 187"/>
                <a:gd name="T14" fmla="*/ 181 w 233"/>
                <a:gd name="T15" fmla="*/ 129 h 187"/>
                <a:gd name="T16" fmla="*/ 225 w 233"/>
                <a:gd name="T17" fmla="*/ 70 h 187"/>
                <a:gd name="T18" fmla="*/ 206 w 233"/>
                <a:gd name="T19" fmla="*/ 0 h 187"/>
                <a:gd name="T20" fmla="*/ 167 w 233"/>
                <a:gd name="T21" fmla="*/ 8 h 187"/>
                <a:gd name="T22" fmla="*/ 162 w 233"/>
                <a:gd name="T23" fmla="*/ 5 h 187"/>
                <a:gd name="T24" fmla="*/ 162 w 233"/>
                <a:gd name="T25" fmla="*/ 13 h 187"/>
                <a:gd name="T26" fmla="*/ 161 w 233"/>
                <a:gd name="T27" fmla="*/ 20 h 187"/>
                <a:gd name="T28" fmla="*/ 140 w 233"/>
                <a:gd name="T29" fmla="*/ 50 h 187"/>
                <a:gd name="T30" fmla="*/ 66 w 233"/>
                <a:gd name="T31" fmla="*/ 96 h 187"/>
                <a:gd name="T32" fmla="*/ 29 w 233"/>
                <a:gd name="T33" fmla="*/ 122 h 187"/>
                <a:gd name="T34" fmla="*/ 25 w 233"/>
                <a:gd name="T35" fmla="*/ 126 h 187"/>
                <a:gd name="T36" fmla="*/ 4 w 233"/>
                <a:gd name="T37" fmla="*/ 182 h 187"/>
                <a:gd name="T38" fmla="*/ 5 w 233"/>
                <a:gd name="T39" fmla="*/ 187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33" h="187">
                  <a:moveTo>
                    <a:pt x="5" y="187"/>
                  </a:moveTo>
                  <a:cubicBezTo>
                    <a:pt x="9" y="166"/>
                    <a:pt x="19" y="144"/>
                    <a:pt x="36" y="130"/>
                  </a:cubicBezTo>
                  <a:cubicBezTo>
                    <a:pt x="38" y="128"/>
                    <a:pt x="40" y="127"/>
                    <a:pt x="41" y="126"/>
                  </a:cubicBezTo>
                  <a:cubicBezTo>
                    <a:pt x="47" y="122"/>
                    <a:pt x="53" y="119"/>
                    <a:pt x="59" y="117"/>
                  </a:cubicBezTo>
                  <a:cubicBezTo>
                    <a:pt x="59" y="117"/>
                    <a:pt x="110" y="97"/>
                    <a:pt x="148" y="132"/>
                  </a:cubicBezTo>
                  <a:cubicBezTo>
                    <a:pt x="149" y="133"/>
                    <a:pt x="151" y="135"/>
                    <a:pt x="153" y="137"/>
                  </a:cubicBezTo>
                  <a:cubicBezTo>
                    <a:pt x="158" y="148"/>
                    <a:pt x="166" y="136"/>
                    <a:pt x="174" y="134"/>
                  </a:cubicBezTo>
                  <a:cubicBezTo>
                    <a:pt x="176" y="132"/>
                    <a:pt x="178" y="131"/>
                    <a:pt x="181" y="129"/>
                  </a:cubicBezTo>
                  <a:cubicBezTo>
                    <a:pt x="199" y="116"/>
                    <a:pt x="221" y="96"/>
                    <a:pt x="225" y="70"/>
                  </a:cubicBezTo>
                  <a:cubicBezTo>
                    <a:pt x="225" y="70"/>
                    <a:pt x="233" y="18"/>
                    <a:pt x="206" y="0"/>
                  </a:cubicBezTo>
                  <a:cubicBezTo>
                    <a:pt x="206" y="0"/>
                    <a:pt x="185" y="17"/>
                    <a:pt x="167" y="8"/>
                  </a:cubicBezTo>
                  <a:cubicBezTo>
                    <a:pt x="165" y="8"/>
                    <a:pt x="163" y="7"/>
                    <a:pt x="162" y="5"/>
                  </a:cubicBezTo>
                  <a:cubicBezTo>
                    <a:pt x="162" y="5"/>
                    <a:pt x="162" y="8"/>
                    <a:pt x="162" y="13"/>
                  </a:cubicBezTo>
                  <a:cubicBezTo>
                    <a:pt x="162" y="15"/>
                    <a:pt x="162" y="18"/>
                    <a:pt x="161" y="20"/>
                  </a:cubicBezTo>
                  <a:cubicBezTo>
                    <a:pt x="159" y="29"/>
                    <a:pt x="153" y="40"/>
                    <a:pt x="140" y="50"/>
                  </a:cubicBezTo>
                  <a:cubicBezTo>
                    <a:pt x="140" y="50"/>
                    <a:pt x="126" y="65"/>
                    <a:pt x="66" y="96"/>
                  </a:cubicBezTo>
                  <a:cubicBezTo>
                    <a:pt x="66" y="96"/>
                    <a:pt x="46" y="105"/>
                    <a:pt x="29" y="122"/>
                  </a:cubicBezTo>
                  <a:cubicBezTo>
                    <a:pt x="27" y="123"/>
                    <a:pt x="26" y="125"/>
                    <a:pt x="25" y="126"/>
                  </a:cubicBezTo>
                  <a:cubicBezTo>
                    <a:pt x="10" y="141"/>
                    <a:pt x="0" y="161"/>
                    <a:pt x="4" y="182"/>
                  </a:cubicBezTo>
                  <a:cubicBezTo>
                    <a:pt x="4" y="185"/>
                    <a:pt x="4" y="187"/>
                    <a:pt x="5" y="187"/>
                  </a:cubicBezTo>
                  <a:close/>
                </a:path>
              </a:pathLst>
            </a:custGeom>
            <a:solidFill>
              <a:srgbClr val="F203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 name="Freeform 8"/>
            <p:cNvSpPr/>
            <p:nvPr/>
          </p:nvSpPr>
          <p:spPr bwMode="auto">
            <a:xfrm>
              <a:off x="2402" y="1421"/>
              <a:ext cx="132" cy="90"/>
            </a:xfrm>
            <a:custGeom>
              <a:avLst/>
              <a:gdLst>
                <a:gd name="T0" fmla="*/ 28 w 56"/>
                <a:gd name="T1" fmla="*/ 27 h 38"/>
                <a:gd name="T2" fmla="*/ 28 w 56"/>
                <a:gd name="T3" fmla="*/ 22 h 38"/>
                <a:gd name="T4" fmla="*/ 21 w 56"/>
                <a:gd name="T5" fmla="*/ 18 h 38"/>
                <a:gd name="T6" fmla="*/ 14 w 56"/>
                <a:gd name="T7" fmla="*/ 20 h 38"/>
                <a:gd name="T8" fmla="*/ 14 w 56"/>
                <a:gd name="T9" fmla="*/ 35 h 38"/>
                <a:gd name="T10" fmla="*/ 19 w 56"/>
                <a:gd name="T11" fmla="*/ 37 h 38"/>
                <a:gd name="T12" fmla="*/ 28 w 56"/>
                <a:gd name="T13" fmla="*/ 36 h 38"/>
                <a:gd name="T14" fmla="*/ 56 w 56"/>
                <a:gd name="T15" fmla="*/ 0 h 38"/>
                <a:gd name="T16" fmla="*/ 38 w 56"/>
                <a:gd name="T17" fmla="*/ 5 h 38"/>
                <a:gd name="T18" fmla="*/ 29 w 56"/>
                <a:gd name="T19" fmla="*/ 5 h 38"/>
                <a:gd name="T20" fmla="*/ 4 w 56"/>
                <a:gd name="T21" fmla="*/ 11 h 38"/>
                <a:gd name="T22" fmla="*/ 2 w 56"/>
                <a:gd name="T23" fmla="*/ 25 h 38"/>
                <a:gd name="T24" fmla="*/ 30 w 56"/>
                <a:gd name="T25" fmla="*/ 15 h 38"/>
                <a:gd name="T26" fmla="*/ 33 w 56"/>
                <a:gd name="T27" fmla="*/ 22 h 38"/>
                <a:gd name="T28" fmla="*/ 28 w 56"/>
                <a:gd name="T29" fmla="*/ 27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6" h="38">
                  <a:moveTo>
                    <a:pt x="28" y="27"/>
                  </a:moveTo>
                  <a:cubicBezTo>
                    <a:pt x="28" y="27"/>
                    <a:pt x="29" y="25"/>
                    <a:pt x="28" y="22"/>
                  </a:cubicBezTo>
                  <a:cubicBezTo>
                    <a:pt x="28" y="20"/>
                    <a:pt x="26" y="18"/>
                    <a:pt x="21" y="18"/>
                  </a:cubicBezTo>
                  <a:cubicBezTo>
                    <a:pt x="18" y="18"/>
                    <a:pt x="16" y="18"/>
                    <a:pt x="14" y="20"/>
                  </a:cubicBezTo>
                  <a:cubicBezTo>
                    <a:pt x="9" y="23"/>
                    <a:pt x="10" y="30"/>
                    <a:pt x="14" y="35"/>
                  </a:cubicBezTo>
                  <a:cubicBezTo>
                    <a:pt x="15" y="36"/>
                    <a:pt x="17" y="37"/>
                    <a:pt x="19" y="37"/>
                  </a:cubicBezTo>
                  <a:cubicBezTo>
                    <a:pt x="21" y="38"/>
                    <a:pt x="24" y="38"/>
                    <a:pt x="28" y="36"/>
                  </a:cubicBezTo>
                  <a:cubicBezTo>
                    <a:pt x="28" y="36"/>
                    <a:pt x="56" y="34"/>
                    <a:pt x="56" y="0"/>
                  </a:cubicBezTo>
                  <a:cubicBezTo>
                    <a:pt x="56" y="0"/>
                    <a:pt x="49" y="6"/>
                    <a:pt x="38" y="5"/>
                  </a:cubicBezTo>
                  <a:cubicBezTo>
                    <a:pt x="38" y="5"/>
                    <a:pt x="34" y="5"/>
                    <a:pt x="29" y="5"/>
                  </a:cubicBezTo>
                  <a:cubicBezTo>
                    <a:pt x="20" y="6"/>
                    <a:pt x="12" y="7"/>
                    <a:pt x="4" y="11"/>
                  </a:cubicBezTo>
                  <a:cubicBezTo>
                    <a:pt x="0" y="14"/>
                    <a:pt x="0" y="20"/>
                    <a:pt x="2" y="25"/>
                  </a:cubicBezTo>
                  <a:cubicBezTo>
                    <a:pt x="10" y="20"/>
                    <a:pt x="19" y="7"/>
                    <a:pt x="30" y="15"/>
                  </a:cubicBezTo>
                  <a:cubicBezTo>
                    <a:pt x="30" y="15"/>
                    <a:pt x="34" y="18"/>
                    <a:pt x="33" y="22"/>
                  </a:cubicBezTo>
                  <a:cubicBezTo>
                    <a:pt x="33" y="22"/>
                    <a:pt x="30" y="30"/>
                    <a:pt x="28" y="27"/>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 name="Freeform 9"/>
            <p:cNvSpPr/>
            <p:nvPr/>
          </p:nvSpPr>
          <p:spPr bwMode="auto">
            <a:xfrm>
              <a:off x="2451" y="1483"/>
              <a:ext cx="744" cy="682"/>
            </a:xfrm>
            <a:custGeom>
              <a:avLst/>
              <a:gdLst>
                <a:gd name="T0" fmla="*/ 60 w 315"/>
                <a:gd name="T1" fmla="*/ 37 h 289"/>
                <a:gd name="T2" fmla="*/ 56 w 315"/>
                <a:gd name="T3" fmla="*/ 108 h 289"/>
                <a:gd name="T4" fmla="*/ 30 w 315"/>
                <a:gd name="T5" fmla="*/ 139 h 289"/>
                <a:gd name="T6" fmla="*/ 25 w 315"/>
                <a:gd name="T7" fmla="*/ 143 h 289"/>
                <a:gd name="T8" fmla="*/ 32 w 315"/>
                <a:gd name="T9" fmla="*/ 212 h 289"/>
                <a:gd name="T10" fmla="*/ 37 w 315"/>
                <a:gd name="T11" fmla="*/ 219 h 289"/>
                <a:gd name="T12" fmla="*/ 52 w 315"/>
                <a:gd name="T13" fmla="*/ 237 h 289"/>
                <a:gd name="T14" fmla="*/ 178 w 315"/>
                <a:gd name="T15" fmla="*/ 275 h 289"/>
                <a:gd name="T16" fmla="*/ 282 w 315"/>
                <a:gd name="T17" fmla="*/ 183 h 289"/>
                <a:gd name="T18" fmla="*/ 236 w 315"/>
                <a:gd name="T19" fmla="*/ 32 h 289"/>
                <a:gd name="T20" fmla="*/ 151 w 315"/>
                <a:gd name="T21" fmla="*/ 3 h 289"/>
                <a:gd name="T22" fmla="*/ 60 w 315"/>
                <a:gd name="T23" fmla="*/ 37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5" h="289">
                  <a:moveTo>
                    <a:pt x="60" y="37"/>
                  </a:moveTo>
                  <a:cubicBezTo>
                    <a:pt x="60" y="37"/>
                    <a:pt x="79" y="76"/>
                    <a:pt x="56" y="108"/>
                  </a:cubicBezTo>
                  <a:cubicBezTo>
                    <a:pt x="56" y="108"/>
                    <a:pt x="50" y="122"/>
                    <a:pt x="30" y="139"/>
                  </a:cubicBezTo>
                  <a:cubicBezTo>
                    <a:pt x="28" y="140"/>
                    <a:pt x="26" y="141"/>
                    <a:pt x="25" y="143"/>
                  </a:cubicBezTo>
                  <a:cubicBezTo>
                    <a:pt x="0" y="157"/>
                    <a:pt x="22" y="192"/>
                    <a:pt x="32" y="212"/>
                  </a:cubicBezTo>
                  <a:cubicBezTo>
                    <a:pt x="34" y="215"/>
                    <a:pt x="35" y="217"/>
                    <a:pt x="37" y="219"/>
                  </a:cubicBezTo>
                  <a:cubicBezTo>
                    <a:pt x="41" y="225"/>
                    <a:pt x="46" y="231"/>
                    <a:pt x="52" y="237"/>
                  </a:cubicBezTo>
                  <a:cubicBezTo>
                    <a:pt x="52" y="237"/>
                    <a:pt x="93" y="289"/>
                    <a:pt x="178" y="275"/>
                  </a:cubicBezTo>
                  <a:cubicBezTo>
                    <a:pt x="178" y="275"/>
                    <a:pt x="261" y="261"/>
                    <a:pt x="282" y="183"/>
                  </a:cubicBezTo>
                  <a:cubicBezTo>
                    <a:pt x="282" y="183"/>
                    <a:pt x="315" y="92"/>
                    <a:pt x="236" y="32"/>
                  </a:cubicBezTo>
                  <a:cubicBezTo>
                    <a:pt x="236" y="32"/>
                    <a:pt x="206" y="5"/>
                    <a:pt x="151" y="3"/>
                  </a:cubicBezTo>
                  <a:cubicBezTo>
                    <a:pt x="151" y="3"/>
                    <a:pt x="105" y="0"/>
                    <a:pt x="60" y="37"/>
                  </a:cubicBezTo>
                  <a:close/>
                </a:path>
              </a:pathLst>
            </a:custGeom>
            <a:solidFill>
              <a:srgbClr val="F203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 name="Freeform 10"/>
            <p:cNvSpPr/>
            <p:nvPr/>
          </p:nvSpPr>
          <p:spPr bwMode="auto">
            <a:xfrm>
              <a:off x="2647" y="1627"/>
              <a:ext cx="317" cy="338"/>
            </a:xfrm>
            <a:custGeom>
              <a:avLst/>
              <a:gdLst>
                <a:gd name="T0" fmla="*/ 1 w 134"/>
                <a:gd name="T1" fmla="*/ 63 h 143"/>
                <a:gd name="T2" fmla="*/ 6 w 134"/>
                <a:gd name="T3" fmla="*/ 94 h 143"/>
                <a:gd name="T4" fmla="*/ 9 w 134"/>
                <a:gd name="T5" fmla="*/ 101 h 143"/>
                <a:gd name="T6" fmla="*/ 105 w 134"/>
                <a:gd name="T7" fmla="*/ 122 h 143"/>
                <a:gd name="T8" fmla="*/ 112 w 134"/>
                <a:gd name="T9" fmla="*/ 117 h 143"/>
                <a:gd name="T10" fmla="*/ 123 w 134"/>
                <a:gd name="T11" fmla="*/ 103 h 143"/>
                <a:gd name="T12" fmla="*/ 128 w 134"/>
                <a:gd name="T13" fmla="*/ 96 h 143"/>
                <a:gd name="T14" fmla="*/ 133 w 134"/>
                <a:gd name="T15" fmla="*/ 79 h 143"/>
                <a:gd name="T16" fmla="*/ 134 w 134"/>
                <a:gd name="T17" fmla="*/ 70 h 143"/>
                <a:gd name="T18" fmla="*/ 134 w 134"/>
                <a:gd name="T19" fmla="*/ 60 h 143"/>
                <a:gd name="T20" fmla="*/ 126 w 134"/>
                <a:gd name="T21" fmla="*/ 34 h 143"/>
                <a:gd name="T22" fmla="*/ 121 w 134"/>
                <a:gd name="T23" fmla="*/ 26 h 143"/>
                <a:gd name="T24" fmla="*/ 86 w 134"/>
                <a:gd name="T25" fmla="*/ 2 h 143"/>
                <a:gd name="T26" fmla="*/ 77 w 134"/>
                <a:gd name="T27" fmla="*/ 0 h 143"/>
                <a:gd name="T28" fmla="*/ 68 w 134"/>
                <a:gd name="T29" fmla="*/ 0 h 143"/>
                <a:gd name="T30" fmla="*/ 60 w 134"/>
                <a:gd name="T31" fmla="*/ 0 h 143"/>
                <a:gd name="T32" fmla="*/ 51 w 134"/>
                <a:gd name="T33" fmla="*/ 1 h 143"/>
                <a:gd name="T34" fmla="*/ 35 w 134"/>
                <a:gd name="T35" fmla="*/ 7 h 143"/>
                <a:gd name="T36" fmla="*/ 21 w 134"/>
                <a:gd name="T37" fmla="*/ 16 h 143"/>
                <a:gd name="T38" fmla="*/ 11 w 134"/>
                <a:gd name="T39" fmla="*/ 29 h 143"/>
                <a:gd name="T40" fmla="*/ 7 w 134"/>
                <a:gd name="T41" fmla="*/ 36 h 143"/>
                <a:gd name="T42" fmla="*/ 4 w 134"/>
                <a:gd name="T43" fmla="*/ 44 h 143"/>
                <a:gd name="T44" fmla="*/ 2 w 134"/>
                <a:gd name="T45" fmla="*/ 52 h 143"/>
                <a:gd name="T46" fmla="*/ 1 w 134"/>
                <a:gd name="T47" fmla="*/ 63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34" h="143">
                  <a:moveTo>
                    <a:pt x="1" y="63"/>
                  </a:moveTo>
                  <a:cubicBezTo>
                    <a:pt x="0" y="73"/>
                    <a:pt x="2" y="84"/>
                    <a:pt x="6" y="94"/>
                  </a:cubicBezTo>
                  <a:cubicBezTo>
                    <a:pt x="7" y="96"/>
                    <a:pt x="8" y="99"/>
                    <a:pt x="9" y="101"/>
                  </a:cubicBezTo>
                  <a:cubicBezTo>
                    <a:pt x="26" y="136"/>
                    <a:pt x="74" y="143"/>
                    <a:pt x="105" y="122"/>
                  </a:cubicBezTo>
                  <a:cubicBezTo>
                    <a:pt x="107" y="120"/>
                    <a:pt x="109" y="119"/>
                    <a:pt x="112" y="117"/>
                  </a:cubicBezTo>
                  <a:cubicBezTo>
                    <a:pt x="116" y="113"/>
                    <a:pt x="120" y="108"/>
                    <a:pt x="123" y="103"/>
                  </a:cubicBezTo>
                  <a:cubicBezTo>
                    <a:pt x="125" y="101"/>
                    <a:pt x="126" y="98"/>
                    <a:pt x="128" y="96"/>
                  </a:cubicBezTo>
                  <a:cubicBezTo>
                    <a:pt x="130" y="91"/>
                    <a:pt x="132" y="85"/>
                    <a:pt x="133" y="79"/>
                  </a:cubicBezTo>
                  <a:cubicBezTo>
                    <a:pt x="134" y="76"/>
                    <a:pt x="134" y="73"/>
                    <a:pt x="134" y="70"/>
                  </a:cubicBezTo>
                  <a:cubicBezTo>
                    <a:pt x="134" y="66"/>
                    <a:pt x="134" y="63"/>
                    <a:pt x="134" y="60"/>
                  </a:cubicBezTo>
                  <a:cubicBezTo>
                    <a:pt x="133" y="51"/>
                    <a:pt x="130" y="42"/>
                    <a:pt x="126" y="34"/>
                  </a:cubicBezTo>
                  <a:cubicBezTo>
                    <a:pt x="124" y="31"/>
                    <a:pt x="123" y="29"/>
                    <a:pt x="121" y="26"/>
                  </a:cubicBezTo>
                  <a:cubicBezTo>
                    <a:pt x="113" y="15"/>
                    <a:pt x="100" y="6"/>
                    <a:pt x="86" y="2"/>
                  </a:cubicBezTo>
                  <a:cubicBezTo>
                    <a:pt x="83" y="1"/>
                    <a:pt x="80" y="1"/>
                    <a:pt x="77" y="0"/>
                  </a:cubicBezTo>
                  <a:cubicBezTo>
                    <a:pt x="74" y="0"/>
                    <a:pt x="71" y="0"/>
                    <a:pt x="68" y="0"/>
                  </a:cubicBezTo>
                  <a:cubicBezTo>
                    <a:pt x="65" y="0"/>
                    <a:pt x="62" y="0"/>
                    <a:pt x="60" y="0"/>
                  </a:cubicBezTo>
                  <a:cubicBezTo>
                    <a:pt x="57" y="0"/>
                    <a:pt x="54" y="1"/>
                    <a:pt x="51" y="1"/>
                  </a:cubicBezTo>
                  <a:cubicBezTo>
                    <a:pt x="45" y="2"/>
                    <a:pt x="40" y="4"/>
                    <a:pt x="35" y="7"/>
                  </a:cubicBezTo>
                  <a:cubicBezTo>
                    <a:pt x="30" y="9"/>
                    <a:pt x="25" y="12"/>
                    <a:pt x="21" y="16"/>
                  </a:cubicBezTo>
                  <a:cubicBezTo>
                    <a:pt x="17" y="20"/>
                    <a:pt x="14" y="24"/>
                    <a:pt x="11" y="29"/>
                  </a:cubicBezTo>
                  <a:cubicBezTo>
                    <a:pt x="10" y="31"/>
                    <a:pt x="9" y="33"/>
                    <a:pt x="7" y="36"/>
                  </a:cubicBezTo>
                  <a:cubicBezTo>
                    <a:pt x="6" y="38"/>
                    <a:pt x="5" y="41"/>
                    <a:pt x="4" y="44"/>
                  </a:cubicBezTo>
                  <a:cubicBezTo>
                    <a:pt x="3" y="46"/>
                    <a:pt x="3" y="49"/>
                    <a:pt x="2" y="52"/>
                  </a:cubicBezTo>
                  <a:cubicBezTo>
                    <a:pt x="2" y="55"/>
                    <a:pt x="1" y="59"/>
                    <a:pt x="1" y="6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 name="Freeform 11"/>
            <p:cNvSpPr/>
            <p:nvPr/>
          </p:nvSpPr>
          <p:spPr bwMode="auto">
            <a:xfrm>
              <a:off x="2947" y="1462"/>
              <a:ext cx="449" cy="734"/>
            </a:xfrm>
            <a:custGeom>
              <a:avLst/>
              <a:gdLst>
                <a:gd name="T0" fmla="*/ 0 w 190"/>
                <a:gd name="T1" fmla="*/ 12 h 311"/>
                <a:gd name="T2" fmla="*/ 34 w 190"/>
                <a:gd name="T3" fmla="*/ 29 h 311"/>
                <a:gd name="T4" fmla="*/ 42 w 190"/>
                <a:gd name="T5" fmla="*/ 35 h 311"/>
                <a:gd name="T6" fmla="*/ 63 w 190"/>
                <a:gd name="T7" fmla="*/ 53 h 311"/>
                <a:gd name="T8" fmla="*/ 67 w 190"/>
                <a:gd name="T9" fmla="*/ 57 h 311"/>
                <a:gd name="T10" fmla="*/ 102 w 190"/>
                <a:gd name="T11" fmla="*/ 144 h 311"/>
                <a:gd name="T12" fmla="*/ 5 w 190"/>
                <a:gd name="T13" fmla="*/ 284 h 311"/>
                <a:gd name="T14" fmla="*/ 140 w 190"/>
                <a:gd name="T15" fmla="*/ 249 h 311"/>
                <a:gd name="T16" fmla="*/ 182 w 190"/>
                <a:gd name="T17" fmla="*/ 128 h 311"/>
                <a:gd name="T18" fmla="*/ 132 w 190"/>
                <a:gd name="T19" fmla="*/ 40 h 311"/>
                <a:gd name="T20" fmla="*/ 127 w 190"/>
                <a:gd name="T21" fmla="*/ 36 h 311"/>
                <a:gd name="T22" fmla="*/ 31 w 190"/>
                <a:gd name="T23" fmla="*/ 5 h 311"/>
                <a:gd name="T24" fmla="*/ 24 w 190"/>
                <a:gd name="T25" fmla="*/ 6 h 311"/>
                <a:gd name="T26" fmla="*/ 0 w 190"/>
                <a:gd name="T27" fmla="*/ 12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0" h="311">
                  <a:moveTo>
                    <a:pt x="0" y="12"/>
                  </a:moveTo>
                  <a:cubicBezTo>
                    <a:pt x="0" y="12"/>
                    <a:pt x="15" y="17"/>
                    <a:pt x="34" y="29"/>
                  </a:cubicBezTo>
                  <a:cubicBezTo>
                    <a:pt x="36" y="31"/>
                    <a:pt x="39" y="33"/>
                    <a:pt x="42" y="35"/>
                  </a:cubicBezTo>
                  <a:cubicBezTo>
                    <a:pt x="48" y="41"/>
                    <a:pt x="57" y="45"/>
                    <a:pt x="63" y="53"/>
                  </a:cubicBezTo>
                  <a:cubicBezTo>
                    <a:pt x="64" y="54"/>
                    <a:pt x="66" y="56"/>
                    <a:pt x="67" y="57"/>
                  </a:cubicBezTo>
                  <a:cubicBezTo>
                    <a:pt x="86" y="78"/>
                    <a:pt x="102" y="106"/>
                    <a:pt x="102" y="144"/>
                  </a:cubicBezTo>
                  <a:cubicBezTo>
                    <a:pt x="102" y="144"/>
                    <a:pt x="115" y="239"/>
                    <a:pt x="5" y="284"/>
                  </a:cubicBezTo>
                  <a:cubicBezTo>
                    <a:pt x="5" y="284"/>
                    <a:pt x="68" y="311"/>
                    <a:pt x="140" y="249"/>
                  </a:cubicBezTo>
                  <a:cubicBezTo>
                    <a:pt x="140" y="249"/>
                    <a:pt x="190" y="202"/>
                    <a:pt x="182" y="128"/>
                  </a:cubicBezTo>
                  <a:cubicBezTo>
                    <a:pt x="182" y="128"/>
                    <a:pt x="175" y="77"/>
                    <a:pt x="132" y="40"/>
                  </a:cubicBezTo>
                  <a:cubicBezTo>
                    <a:pt x="130" y="39"/>
                    <a:pt x="129" y="38"/>
                    <a:pt x="127" y="36"/>
                  </a:cubicBezTo>
                  <a:cubicBezTo>
                    <a:pt x="101" y="15"/>
                    <a:pt x="66" y="0"/>
                    <a:pt x="31" y="5"/>
                  </a:cubicBezTo>
                  <a:cubicBezTo>
                    <a:pt x="29" y="5"/>
                    <a:pt x="27" y="6"/>
                    <a:pt x="24" y="6"/>
                  </a:cubicBezTo>
                  <a:cubicBezTo>
                    <a:pt x="17" y="7"/>
                    <a:pt x="9" y="9"/>
                    <a:pt x="0" y="12"/>
                  </a:cubicBezTo>
                  <a:close/>
                </a:path>
              </a:pathLst>
            </a:custGeom>
            <a:solidFill>
              <a:srgbClr val="F203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 name="Freeform 12"/>
            <p:cNvSpPr/>
            <p:nvPr/>
          </p:nvSpPr>
          <p:spPr bwMode="auto">
            <a:xfrm>
              <a:off x="1988" y="1587"/>
              <a:ext cx="187" cy="184"/>
            </a:xfrm>
            <a:custGeom>
              <a:avLst/>
              <a:gdLst>
                <a:gd name="T0" fmla="*/ 15 w 79"/>
                <a:gd name="T1" fmla="*/ 17 h 78"/>
                <a:gd name="T2" fmla="*/ 34 w 79"/>
                <a:gd name="T3" fmla="*/ 14 h 78"/>
                <a:gd name="T4" fmla="*/ 13 w 79"/>
                <a:gd name="T5" fmla="*/ 37 h 78"/>
                <a:gd name="T6" fmla="*/ 11 w 79"/>
                <a:gd name="T7" fmla="*/ 40 h 78"/>
                <a:gd name="T8" fmla="*/ 18 w 79"/>
                <a:gd name="T9" fmla="*/ 62 h 78"/>
                <a:gd name="T10" fmla="*/ 24 w 79"/>
                <a:gd name="T11" fmla="*/ 31 h 78"/>
                <a:gd name="T12" fmla="*/ 47 w 79"/>
                <a:gd name="T13" fmla="*/ 11 h 78"/>
                <a:gd name="T14" fmla="*/ 75 w 79"/>
                <a:gd name="T15" fmla="*/ 0 h 78"/>
                <a:gd name="T16" fmla="*/ 55 w 79"/>
                <a:gd name="T17" fmla="*/ 23 h 78"/>
                <a:gd name="T18" fmla="*/ 22 w 79"/>
                <a:gd name="T19" fmla="*/ 55 h 78"/>
                <a:gd name="T20" fmla="*/ 33 w 79"/>
                <a:gd name="T21" fmla="*/ 52 h 78"/>
                <a:gd name="T22" fmla="*/ 34 w 79"/>
                <a:gd name="T23" fmla="*/ 67 h 78"/>
                <a:gd name="T24" fmla="*/ 9 w 79"/>
                <a:gd name="T25" fmla="*/ 70 h 78"/>
                <a:gd name="T26" fmla="*/ 0 w 79"/>
                <a:gd name="T27" fmla="*/ 51 h 78"/>
                <a:gd name="T28" fmla="*/ 2 w 79"/>
                <a:gd name="T29" fmla="*/ 40 h 78"/>
                <a:gd name="T30" fmla="*/ 4 w 79"/>
                <a:gd name="T31" fmla="*/ 33 h 78"/>
                <a:gd name="T32" fmla="*/ 8 w 79"/>
                <a:gd name="T33" fmla="*/ 25 h 78"/>
                <a:gd name="T34" fmla="*/ 15 w 79"/>
                <a:gd name="T35" fmla="*/ 17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9" h="78">
                  <a:moveTo>
                    <a:pt x="15" y="17"/>
                  </a:moveTo>
                  <a:cubicBezTo>
                    <a:pt x="22" y="16"/>
                    <a:pt x="28" y="16"/>
                    <a:pt x="34" y="14"/>
                  </a:cubicBezTo>
                  <a:cubicBezTo>
                    <a:pt x="25" y="20"/>
                    <a:pt x="17" y="28"/>
                    <a:pt x="13" y="37"/>
                  </a:cubicBezTo>
                  <a:cubicBezTo>
                    <a:pt x="13" y="37"/>
                    <a:pt x="12" y="38"/>
                    <a:pt x="11" y="40"/>
                  </a:cubicBezTo>
                  <a:cubicBezTo>
                    <a:pt x="9" y="46"/>
                    <a:pt x="6" y="59"/>
                    <a:pt x="18" y="62"/>
                  </a:cubicBezTo>
                  <a:cubicBezTo>
                    <a:pt x="18" y="62"/>
                    <a:pt x="6" y="47"/>
                    <a:pt x="24" y="31"/>
                  </a:cubicBezTo>
                  <a:cubicBezTo>
                    <a:pt x="47" y="11"/>
                    <a:pt x="47" y="11"/>
                    <a:pt x="47" y="11"/>
                  </a:cubicBezTo>
                  <a:cubicBezTo>
                    <a:pt x="47" y="11"/>
                    <a:pt x="67" y="4"/>
                    <a:pt x="75" y="0"/>
                  </a:cubicBezTo>
                  <a:cubicBezTo>
                    <a:pt x="75" y="0"/>
                    <a:pt x="79" y="3"/>
                    <a:pt x="55" y="23"/>
                  </a:cubicBezTo>
                  <a:cubicBezTo>
                    <a:pt x="55" y="23"/>
                    <a:pt x="18" y="44"/>
                    <a:pt x="22" y="55"/>
                  </a:cubicBezTo>
                  <a:cubicBezTo>
                    <a:pt x="22" y="55"/>
                    <a:pt x="26" y="64"/>
                    <a:pt x="33" y="52"/>
                  </a:cubicBezTo>
                  <a:cubicBezTo>
                    <a:pt x="34" y="67"/>
                    <a:pt x="34" y="67"/>
                    <a:pt x="34" y="67"/>
                  </a:cubicBezTo>
                  <a:cubicBezTo>
                    <a:pt x="34" y="67"/>
                    <a:pt x="26" y="78"/>
                    <a:pt x="9" y="70"/>
                  </a:cubicBezTo>
                  <a:cubicBezTo>
                    <a:pt x="9" y="70"/>
                    <a:pt x="0" y="65"/>
                    <a:pt x="0" y="51"/>
                  </a:cubicBezTo>
                  <a:cubicBezTo>
                    <a:pt x="0" y="51"/>
                    <a:pt x="0" y="46"/>
                    <a:pt x="2" y="40"/>
                  </a:cubicBezTo>
                  <a:cubicBezTo>
                    <a:pt x="2" y="38"/>
                    <a:pt x="3" y="35"/>
                    <a:pt x="4" y="33"/>
                  </a:cubicBezTo>
                  <a:cubicBezTo>
                    <a:pt x="5" y="30"/>
                    <a:pt x="7" y="28"/>
                    <a:pt x="8" y="25"/>
                  </a:cubicBezTo>
                  <a:cubicBezTo>
                    <a:pt x="10" y="22"/>
                    <a:pt x="12" y="19"/>
                    <a:pt x="15" y="17"/>
                  </a:cubicBezTo>
                  <a:close/>
                </a:path>
              </a:pathLst>
            </a:custGeom>
            <a:solidFill>
              <a:srgbClr val="F203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 name="Freeform 13"/>
            <p:cNvSpPr/>
            <p:nvPr/>
          </p:nvSpPr>
          <p:spPr bwMode="auto">
            <a:xfrm>
              <a:off x="1934" y="1310"/>
              <a:ext cx="472" cy="314"/>
            </a:xfrm>
            <a:custGeom>
              <a:avLst/>
              <a:gdLst>
                <a:gd name="T0" fmla="*/ 16 w 200"/>
                <a:gd name="T1" fmla="*/ 109 h 133"/>
                <a:gd name="T2" fmla="*/ 23 w 200"/>
                <a:gd name="T3" fmla="*/ 113 h 133"/>
                <a:gd name="T4" fmla="*/ 25 w 200"/>
                <a:gd name="T5" fmla="*/ 101 h 133"/>
                <a:gd name="T6" fmla="*/ 9 w 200"/>
                <a:gd name="T7" fmla="*/ 100 h 133"/>
                <a:gd name="T8" fmla="*/ 13 w 200"/>
                <a:gd name="T9" fmla="*/ 128 h 133"/>
                <a:gd name="T10" fmla="*/ 65 w 200"/>
                <a:gd name="T11" fmla="*/ 124 h 133"/>
                <a:gd name="T12" fmla="*/ 74 w 200"/>
                <a:gd name="T13" fmla="*/ 121 h 133"/>
                <a:gd name="T14" fmla="*/ 95 w 200"/>
                <a:gd name="T15" fmla="*/ 114 h 133"/>
                <a:gd name="T16" fmla="*/ 105 w 200"/>
                <a:gd name="T17" fmla="*/ 112 h 133"/>
                <a:gd name="T18" fmla="*/ 127 w 200"/>
                <a:gd name="T19" fmla="*/ 110 h 133"/>
                <a:gd name="T20" fmla="*/ 126 w 200"/>
                <a:gd name="T21" fmla="*/ 104 h 133"/>
                <a:gd name="T22" fmla="*/ 127 w 200"/>
                <a:gd name="T23" fmla="*/ 99 h 133"/>
                <a:gd name="T24" fmla="*/ 146 w 200"/>
                <a:gd name="T25" fmla="*/ 79 h 133"/>
                <a:gd name="T26" fmla="*/ 153 w 200"/>
                <a:gd name="T27" fmla="*/ 78 h 133"/>
                <a:gd name="T28" fmla="*/ 174 w 200"/>
                <a:gd name="T29" fmla="*/ 89 h 133"/>
                <a:gd name="T30" fmla="*/ 153 w 200"/>
                <a:gd name="T31" fmla="*/ 82 h 133"/>
                <a:gd name="T32" fmla="*/ 146 w 200"/>
                <a:gd name="T33" fmla="*/ 85 h 133"/>
                <a:gd name="T34" fmla="*/ 136 w 200"/>
                <a:gd name="T35" fmla="*/ 96 h 133"/>
                <a:gd name="T36" fmla="*/ 144 w 200"/>
                <a:gd name="T37" fmla="*/ 122 h 133"/>
                <a:gd name="T38" fmla="*/ 162 w 200"/>
                <a:gd name="T39" fmla="*/ 126 h 133"/>
                <a:gd name="T40" fmla="*/ 168 w 200"/>
                <a:gd name="T41" fmla="*/ 126 h 133"/>
                <a:gd name="T42" fmla="*/ 195 w 200"/>
                <a:gd name="T43" fmla="*/ 103 h 133"/>
                <a:gd name="T44" fmla="*/ 197 w 200"/>
                <a:gd name="T45" fmla="*/ 96 h 133"/>
                <a:gd name="T46" fmla="*/ 198 w 200"/>
                <a:gd name="T47" fmla="*/ 90 h 133"/>
                <a:gd name="T48" fmla="*/ 180 w 200"/>
                <a:gd name="T49" fmla="*/ 59 h 133"/>
                <a:gd name="T50" fmla="*/ 158 w 200"/>
                <a:gd name="T51" fmla="*/ 17 h 133"/>
                <a:gd name="T52" fmla="*/ 158 w 200"/>
                <a:gd name="T53" fmla="*/ 11 h 133"/>
                <a:gd name="T54" fmla="*/ 154 w 200"/>
                <a:gd name="T55" fmla="*/ 6 h 133"/>
                <a:gd name="T56" fmla="*/ 112 w 200"/>
                <a:gd name="T57" fmla="*/ 21 h 133"/>
                <a:gd name="T58" fmla="*/ 106 w 200"/>
                <a:gd name="T59" fmla="*/ 26 h 133"/>
                <a:gd name="T60" fmla="*/ 101 w 200"/>
                <a:gd name="T61" fmla="*/ 32 h 133"/>
                <a:gd name="T62" fmla="*/ 109 w 200"/>
                <a:gd name="T63" fmla="*/ 31 h 133"/>
                <a:gd name="T64" fmla="*/ 117 w 200"/>
                <a:gd name="T65" fmla="*/ 33 h 133"/>
                <a:gd name="T66" fmla="*/ 128 w 200"/>
                <a:gd name="T67" fmla="*/ 42 h 133"/>
                <a:gd name="T68" fmla="*/ 130 w 200"/>
                <a:gd name="T69" fmla="*/ 48 h 133"/>
                <a:gd name="T70" fmla="*/ 125 w 200"/>
                <a:gd name="T71" fmla="*/ 66 h 133"/>
                <a:gd name="T72" fmla="*/ 98 w 200"/>
                <a:gd name="T73" fmla="*/ 69 h 133"/>
                <a:gd name="T74" fmla="*/ 98 w 200"/>
                <a:gd name="T75" fmla="*/ 47 h 133"/>
                <a:gd name="T76" fmla="*/ 108 w 200"/>
                <a:gd name="T77" fmla="*/ 45 h 133"/>
                <a:gd name="T78" fmla="*/ 115 w 200"/>
                <a:gd name="T79" fmla="*/ 53 h 133"/>
                <a:gd name="T80" fmla="*/ 100 w 200"/>
                <a:gd name="T81" fmla="*/ 51 h 133"/>
                <a:gd name="T82" fmla="*/ 102 w 200"/>
                <a:gd name="T83" fmla="*/ 66 h 133"/>
                <a:gd name="T84" fmla="*/ 123 w 200"/>
                <a:gd name="T85" fmla="*/ 54 h 133"/>
                <a:gd name="T86" fmla="*/ 119 w 200"/>
                <a:gd name="T87" fmla="*/ 40 h 133"/>
                <a:gd name="T88" fmla="*/ 66 w 200"/>
                <a:gd name="T89" fmla="*/ 66 h 133"/>
                <a:gd name="T90" fmla="*/ 58 w 200"/>
                <a:gd name="T91" fmla="*/ 72 h 133"/>
                <a:gd name="T92" fmla="*/ 52 w 200"/>
                <a:gd name="T93" fmla="*/ 76 h 133"/>
                <a:gd name="T94" fmla="*/ 21 w 200"/>
                <a:gd name="T95" fmla="*/ 95 h 133"/>
                <a:gd name="T96" fmla="*/ 29 w 200"/>
                <a:gd name="T97" fmla="*/ 113 h 133"/>
                <a:gd name="T98" fmla="*/ 17 w 200"/>
                <a:gd name="T99" fmla="*/ 116 h 133"/>
                <a:gd name="T100" fmla="*/ 16 w 200"/>
                <a:gd name="T101" fmla="*/ 109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00" h="133">
                  <a:moveTo>
                    <a:pt x="16" y="109"/>
                  </a:moveTo>
                  <a:cubicBezTo>
                    <a:pt x="17" y="112"/>
                    <a:pt x="19" y="114"/>
                    <a:pt x="23" y="113"/>
                  </a:cubicBezTo>
                  <a:cubicBezTo>
                    <a:pt x="28" y="111"/>
                    <a:pt x="28" y="105"/>
                    <a:pt x="25" y="101"/>
                  </a:cubicBezTo>
                  <a:cubicBezTo>
                    <a:pt x="21" y="98"/>
                    <a:pt x="15" y="98"/>
                    <a:pt x="9" y="100"/>
                  </a:cubicBezTo>
                  <a:cubicBezTo>
                    <a:pt x="0" y="107"/>
                    <a:pt x="2" y="125"/>
                    <a:pt x="13" y="128"/>
                  </a:cubicBezTo>
                  <a:cubicBezTo>
                    <a:pt x="30" y="133"/>
                    <a:pt x="49" y="130"/>
                    <a:pt x="65" y="124"/>
                  </a:cubicBezTo>
                  <a:cubicBezTo>
                    <a:pt x="65" y="124"/>
                    <a:pt x="69" y="122"/>
                    <a:pt x="74" y="121"/>
                  </a:cubicBezTo>
                  <a:cubicBezTo>
                    <a:pt x="79" y="119"/>
                    <a:pt x="87" y="116"/>
                    <a:pt x="95" y="114"/>
                  </a:cubicBezTo>
                  <a:cubicBezTo>
                    <a:pt x="98" y="114"/>
                    <a:pt x="102" y="113"/>
                    <a:pt x="105" y="112"/>
                  </a:cubicBezTo>
                  <a:cubicBezTo>
                    <a:pt x="113" y="112"/>
                    <a:pt x="120" y="109"/>
                    <a:pt x="127" y="110"/>
                  </a:cubicBezTo>
                  <a:cubicBezTo>
                    <a:pt x="127" y="108"/>
                    <a:pt x="126" y="106"/>
                    <a:pt x="126" y="104"/>
                  </a:cubicBezTo>
                  <a:cubicBezTo>
                    <a:pt x="126" y="102"/>
                    <a:pt x="126" y="101"/>
                    <a:pt x="127" y="99"/>
                  </a:cubicBezTo>
                  <a:cubicBezTo>
                    <a:pt x="129" y="89"/>
                    <a:pt x="137" y="81"/>
                    <a:pt x="146" y="79"/>
                  </a:cubicBezTo>
                  <a:cubicBezTo>
                    <a:pt x="148" y="78"/>
                    <a:pt x="151" y="78"/>
                    <a:pt x="153" y="78"/>
                  </a:cubicBezTo>
                  <a:cubicBezTo>
                    <a:pt x="161" y="77"/>
                    <a:pt x="172" y="80"/>
                    <a:pt x="174" y="89"/>
                  </a:cubicBezTo>
                  <a:cubicBezTo>
                    <a:pt x="169" y="83"/>
                    <a:pt x="161" y="81"/>
                    <a:pt x="153" y="82"/>
                  </a:cubicBezTo>
                  <a:cubicBezTo>
                    <a:pt x="151" y="83"/>
                    <a:pt x="148" y="84"/>
                    <a:pt x="146" y="85"/>
                  </a:cubicBezTo>
                  <a:cubicBezTo>
                    <a:pt x="142" y="87"/>
                    <a:pt x="138" y="91"/>
                    <a:pt x="136" y="96"/>
                  </a:cubicBezTo>
                  <a:cubicBezTo>
                    <a:pt x="133" y="105"/>
                    <a:pt x="136" y="115"/>
                    <a:pt x="144" y="122"/>
                  </a:cubicBezTo>
                  <a:cubicBezTo>
                    <a:pt x="149" y="126"/>
                    <a:pt x="156" y="127"/>
                    <a:pt x="162" y="126"/>
                  </a:cubicBezTo>
                  <a:cubicBezTo>
                    <a:pt x="162" y="126"/>
                    <a:pt x="165" y="127"/>
                    <a:pt x="168" y="126"/>
                  </a:cubicBezTo>
                  <a:cubicBezTo>
                    <a:pt x="175" y="125"/>
                    <a:pt x="186" y="120"/>
                    <a:pt x="195" y="103"/>
                  </a:cubicBezTo>
                  <a:cubicBezTo>
                    <a:pt x="195" y="103"/>
                    <a:pt x="196" y="100"/>
                    <a:pt x="197" y="96"/>
                  </a:cubicBezTo>
                  <a:cubicBezTo>
                    <a:pt x="198" y="94"/>
                    <a:pt x="198" y="92"/>
                    <a:pt x="198" y="90"/>
                  </a:cubicBezTo>
                  <a:cubicBezTo>
                    <a:pt x="200" y="77"/>
                    <a:pt x="193" y="61"/>
                    <a:pt x="180" y="59"/>
                  </a:cubicBezTo>
                  <a:cubicBezTo>
                    <a:pt x="159" y="56"/>
                    <a:pt x="154" y="33"/>
                    <a:pt x="158" y="17"/>
                  </a:cubicBezTo>
                  <a:cubicBezTo>
                    <a:pt x="158" y="15"/>
                    <a:pt x="158" y="13"/>
                    <a:pt x="158" y="11"/>
                  </a:cubicBezTo>
                  <a:cubicBezTo>
                    <a:pt x="157" y="9"/>
                    <a:pt x="156" y="7"/>
                    <a:pt x="154" y="6"/>
                  </a:cubicBezTo>
                  <a:cubicBezTo>
                    <a:pt x="144" y="0"/>
                    <a:pt x="125" y="12"/>
                    <a:pt x="112" y="21"/>
                  </a:cubicBezTo>
                  <a:cubicBezTo>
                    <a:pt x="109" y="23"/>
                    <a:pt x="108" y="24"/>
                    <a:pt x="106" y="26"/>
                  </a:cubicBezTo>
                  <a:cubicBezTo>
                    <a:pt x="104" y="28"/>
                    <a:pt x="103" y="30"/>
                    <a:pt x="101" y="32"/>
                  </a:cubicBezTo>
                  <a:cubicBezTo>
                    <a:pt x="104" y="32"/>
                    <a:pt x="106" y="31"/>
                    <a:pt x="109" y="31"/>
                  </a:cubicBezTo>
                  <a:cubicBezTo>
                    <a:pt x="112" y="32"/>
                    <a:pt x="114" y="32"/>
                    <a:pt x="117" y="33"/>
                  </a:cubicBezTo>
                  <a:cubicBezTo>
                    <a:pt x="122" y="34"/>
                    <a:pt x="125" y="38"/>
                    <a:pt x="128" y="42"/>
                  </a:cubicBezTo>
                  <a:cubicBezTo>
                    <a:pt x="129" y="44"/>
                    <a:pt x="129" y="46"/>
                    <a:pt x="130" y="48"/>
                  </a:cubicBezTo>
                  <a:cubicBezTo>
                    <a:pt x="131" y="54"/>
                    <a:pt x="130" y="61"/>
                    <a:pt x="125" y="66"/>
                  </a:cubicBezTo>
                  <a:cubicBezTo>
                    <a:pt x="118" y="74"/>
                    <a:pt x="106" y="77"/>
                    <a:pt x="98" y="69"/>
                  </a:cubicBezTo>
                  <a:cubicBezTo>
                    <a:pt x="91" y="64"/>
                    <a:pt x="91" y="54"/>
                    <a:pt x="98" y="47"/>
                  </a:cubicBezTo>
                  <a:cubicBezTo>
                    <a:pt x="100" y="45"/>
                    <a:pt x="104" y="44"/>
                    <a:pt x="108" y="45"/>
                  </a:cubicBezTo>
                  <a:cubicBezTo>
                    <a:pt x="113" y="46"/>
                    <a:pt x="116" y="48"/>
                    <a:pt x="115" y="53"/>
                  </a:cubicBezTo>
                  <a:cubicBezTo>
                    <a:pt x="112" y="47"/>
                    <a:pt x="105" y="46"/>
                    <a:pt x="100" y="51"/>
                  </a:cubicBezTo>
                  <a:cubicBezTo>
                    <a:pt x="96" y="55"/>
                    <a:pt x="97" y="63"/>
                    <a:pt x="102" y="66"/>
                  </a:cubicBezTo>
                  <a:cubicBezTo>
                    <a:pt x="111" y="69"/>
                    <a:pt x="121" y="64"/>
                    <a:pt x="123" y="54"/>
                  </a:cubicBezTo>
                  <a:cubicBezTo>
                    <a:pt x="124" y="49"/>
                    <a:pt x="123" y="43"/>
                    <a:pt x="119" y="40"/>
                  </a:cubicBezTo>
                  <a:cubicBezTo>
                    <a:pt x="97" y="30"/>
                    <a:pt x="81" y="54"/>
                    <a:pt x="66" y="66"/>
                  </a:cubicBezTo>
                  <a:cubicBezTo>
                    <a:pt x="63" y="68"/>
                    <a:pt x="61" y="70"/>
                    <a:pt x="58" y="72"/>
                  </a:cubicBezTo>
                  <a:cubicBezTo>
                    <a:pt x="56" y="73"/>
                    <a:pt x="54" y="75"/>
                    <a:pt x="52" y="76"/>
                  </a:cubicBezTo>
                  <a:cubicBezTo>
                    <a:pt x="42" y="83"/>
                    <a:pt x="32" y="91"/>
                    <a:pt x="21" y="95"/>
                  </a:cubicBezTo>
                  <a:cubicBezTo>
                    <a:pt x="30" y="96"/>
                    <a:pt x="33" y="105"/>
                    <a:pt x="29" y="113"/>
                  </a:cubicBezTo>
                  <a:cubicBezTo>
                    <a:pt x="26" y="116"/>
                    <a:pt x="22" y="117"/>
                    <a:pt x="17" y="116"/>
                  </a:cubicBezTo>
                  <a:cubicBezTo>
                    <a:pt x="15" y="115"/>
                    <a:pt x="14" y="113"/>
                    <a:pt x="16" y="109"/>
                  </a:cubicBezTo>
                  <a:close/>
                </a:path>
              </a:pathLst>
            </a:custGeom>
            <a:solidFill>
              <a:srgbClr val="F203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 name="Freeform 14"/>
            <p:cNvSpPr/>
            <p:nvPr/>
          </p:nvSpPr>
          <p:spPr bwMode="auto">
            <a:xfrm>
              <a:off x="2314" y="1084"/>
              <a:ext cx="503" cy="366"/>
            </a:xfrm>
            <a:custGeom>
              <a:avLst/>
              <a:gdLst>
                <a:gd name="T0" fmla="*/ 25 w 213"/>
                <a:gd name="T1" fmla="*/ 150 h 155"/>
                <a:gd name="T2" fmla="*/ 1 w 213"/>
                <a:gd name="T3" fmla="*/ 105 h 155"/>
                <a:gd name="T4" fmla="*/ 2 w 213"/>
                <a:gd name="T5" fmla="*/ 97 h 155"/>
                <a:gd name="T6" fmla="*/ 10 w 213"/>
                <a:gd name="T7" fmla="*/ 67 h 155"/>
                <a:gd name="T8" fmla="*/ 14 w 213"/>
                <a:gd name="T9" fmla="*/ 58 h 155"/>
                <a:gd name="T10" fmla="*/ 85 w 213"/>
                <a:gd name="T11" fmla="*/ 7 h 155"/>
                <a:gd name="T12" fmla="*/ 91 w 213"/>
                <a:gd name="T13" fmla="*/ 6 h 155"/>
                <a:gd name="T14" fmla="*/ 138 w 213"/>
                <a:gd name="T15" fmla="*/ 4 h 155"/>
                <a:gd name="T16" fmla="*/ 205 w 213"/>
                <a:gd name="T17" fmla="*/ 80 h 155"/>
                <a:gd name="T18" fmla="*/ 134 w 213"/>
                <a:gd name="T19" fmla="*/ 148 h 155"/>
                <a:gd name="T20" fmla="*/ 86 w 213"/>
                <a:gd name="T21" fmla="*/ 117 h 155"/>
                <a:gd name="T22" fmla="*/ 83 w 213"/>
                <a:gd name="T23" fmla="*/ 110 h 155"/>
                <a:gd name="T24" fmla="*/ 102 w 213"/>
                <a:gd name="T25" fmla="*/ 59 h 155"/>
                <a:gd name="T26" fmla="*/ 130 w 213"/>
                <a:gd name="T27" fmla="*/ 55 h 155"/>
                <a:gd name="T28" fmla="*/ 137 w 213"/>
                <a:gd name="T29" fmla="*/ 57 h 155"/>
                <a:gd name="T30" fmla="*/ 158 w 213"/>
                <a:gd name="T31" fmla="*/ 77 h 155"/>
                <a:gd name="T32" fmla="*/ 149 w 213"/>
                <a:gd name="T33" fmla="*/ 111 h 155"/>
                <a:gd name="T34" fmla="*/ 107 w 213"/>
                <a:gd name="T35" fmla="*/ 98 h 155"/>
                <a:gd name="T36" fmla="*/ 116 w 213"/>
                <a:gd name="T37" fmla="*/ 78 h 155"/>
                <a:gd name="T38" fmla="*/ 141 w 213"/>
                <a:gd name="T39" fmla="*/ 84 h 155"/>
                <a:gd name="T40" fmla="*/ 141 w 213"/>
                <a:gd name="T41" fmla="*/ 96 h 155"/>
                <a:gd name="T42" fmla="*/ 131 w 213"/>
                <a:gd name="T43" fmla="*/ 100 h 155"/>
                <a:gd name="T44" fmla="*/ 133 w 213"/>
                <a:gd name="T45" fmla="*/ 86 h 155"/>
                <a:gd name="T46" fmla="*/ 116 w 213"/>
                <a:gd name="T47" fmla="*/ 96 h 155"/>
                <a:gd name="T48" fmla="*/ 133 w 213"/>
                <a:gd name="T49" fmla="*/ 107 h 155"/>
                <a:gd name="T50" fmla="*/ 148 w 213"/>
                <a:gd name="T51" fmla="*/ 94 h 155"/>
                <a:gd name="T52" fmla="*/ 139 w 213"/>
                <a:gd name="T53" fmla="*/ 72 h 155"/>
                <a:gd name="T54" fmla="*/ 108 w 213"/>
                <a:gd name="T55" fmla="*/ 71 h 155"/>
                <a:gd name="T56" fmla="*/ 106 w 213"/>
                <a:gd name="T57" fmla="*/ 119 h 155"/>
                <a:gd name="T58" fmla="*/ 152 w 213"/>
                <a:gd name="T59" fmla="*/ 128 h 155"/>
                <a:gd name="T60" fmla="*/ 178 w 213"/>
                <a:gd name="T61" fmla="*/ 96 h 155"/>
                <a:gd name="T62" fmla="*/ 178 w 213"/>
                <a:gd name="T63" fmla="*/ 88 h 155"/>
                <a:gd name="T64" fmla="*/ 150 w 213"/>
                <a:gd name="T65" fmla="*/ 40 h 155"/>
                <a:gd name="T66" fmla="*/ 128 w 213"/>
                <a:gd name="T67" fmla="*/ 34 h 155"/>
                <a:gd name="T68" fmla="*/ 121 w 213"/>
                <a:gd name="T69" fmla="*/ 34 h 155"/>
                <a:gd name="T70" fmla="*/ 96 w 213"/>
                <a:gd name="T71" fmla="*/ 38 h 155"/>
                <a:gd name="T72" fmla="*/ 88 w 213"/>
                <a:gd name="T73" fmla="*/ 41 h 155"/>
                <a:gd name="T74" fmla="*/ 59 w 213"/>
                <a:gd name="T75" fmla="*/ 67 h 155"/>
                <a:gd name="T76" fmla="*/ 55 w 213"/>
                <a:gd name="T77" fmla="*/ 76 h 155"/>
                <a:gd name="T78" fmla="*/ 55 w 213"/>
                <a:gd name="T79" fmla="*/ 112 h 155"/>
                <a:gd name="T80" fmla="*/ 57 w 213"/>
                <a:gd name="T81" fmla="*/ 120 h 155"/>
                <a:gd name="T82" fmla="*/ 68 w 213"/>
                <a:gd name="T83" fmla="*/ 137 h 155"/>
                <a:gd name="T84" fmla="*/ 38 w 213"/>
                <a:gd name="T85" fmla="*/ 148 h 155"/>
                <a:gd name="T86" fmla="*/ 27 w 213"/>
                <a:gd name="T87" fmla="*/ 101 h 155"/>
                <a:gd name="T88" fmla="*/ 27 w 213"/>
                <a:gd name="T89" fmla="*/ 94 h 155"/>
                <a:gd name="T90" fmla="*/ 30 w 213"/>
                <a:gd name="T91" fmla="*/ 80 h 155"/>
                <a:gd name="T92" fmla="*/ 32 w 213"/>
                <a:gd name="T93" fmla="*/ 72 h 155"/>
                <a:gd name="T94" fmla="*/ 80 w 213"/>
                <a:gd name="T95" fmla="*/ 26 h 155"/>
                <a:gd name="T96" fmla="*/ 87 w 213"/>
                <a:gd name="T97" fmla="*/ 22 h 155"/>
                <a:gd name="T98" fmla="*/ 115 w 213"/>
                <a:gd name="T99" fmla="*/ 15 h 155"/>
                <a:gd name="T100" fmla="*/ 91 w 213"/>
                <a:gd name="T101" fmla="*/ 18 h 155"/>
                <a:gd name="T102" fmla="*/ 83 w 213"/>
                <a:gd name="T103" fmla="*/ 20 h 155"/>
                <a:gd name="T104" fmla="*/ 29 w 213"/>
                <a:gd name="T105" fmla="*/ 64 h 155"/>
                <a:gd name="T106" fmla="*/ 26 w 213"/>
                <a:gd name="T107" fmla="*/ 71 h 155"/>
                <a:gd name="T108" fmla="*/ 20 w 213"/>
                <a:gd name="T109" fmla="*/ 94 h 155"/>
                <a:gd name="T110" fmla="*/ 19 w 213"/>
                <a:gd name="T111" fmla="*/ 101 h 155"/>
                <a:gd name="T112" fmla="*/ 22 w 213"/>
                <a:gd name="T113" fmla="*/ 139 h 155"/>
                <a:gd name="T114" fmla="*/ 25 w 213"/>
                <a:gd name="T115" fmla="*/ 150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13" h="155">
                  <a:moveTo>
                    <a:pt x="25" y="150"/>
                  </a:moveTo>
                  <a:cubicBezTo>
                    <a:pt x="3" y="148"/>
                    <a:pt x="0" y="121"/>
                    <a:pt x="1" y="105"/>
                  </a:cubicBezTo>
                  <a:cubicBezTo>
                    <a:pt x="1" y="102"/>
                    <a:pt x="2" y="99"/>
                    <a:pt x="2" y="97"/>
                  </a:cubicBezTo>
                  <a:cubicBezTo>
                    <a:pt x="3" y="86"/>
                    <a:pt x="6" y="76"/>
                    <a:pt x="10" y="67"/>
                  </a:cubicBezTo>
                  <a:cubicBezTo>
                    <a:pt x="11" y="64"/>
                    <a:pt x="13" y="61"/>
                    <a:pt x="14" y="58"/>
                  </a:cubicBezTo>
                  <a:cubicBezTo>
                    <a:pt x="29" y="32"/>
                    <a:pt x="57" y="17"/>
                    <a:pt x="85" y="7"/>
                  </a:cubicBezTo>
                  <a:cubicBezTo>
                    <a:pt x="87" y="7"/>
                    <a:pt x="89" y="6"/>
                    <a:pt x="91" y="6"/>
                  </a:cubicBezTo>
                  <a:cubicBezTo>
                    <a:pt x="105" y="2"/>
                    <a:pt x="121" y="0"/>
                    <a:pt x="138" y="4"/>
                  </a:cubicBezTo>
                  <a:cubicBezTo>
                    <a:pt x="138" y="4"/>
                    <a:pt x="196" y="9"/>
                    <a:pt x="205" y="80"/>
                  </a:cubicBezTo>
                  <a:cubicBezTo>
                    <a:pt x="205" y="80"/>
                    <a:pt x="213" y="141"/>
                    <a:pt x="134" y="148"/>
                  </a:cubicBezTo>
                  <a:cubicBezTo>
                    <a:pt x="134" y="148"/>
                    <a:pt x="101" y="149"/>
                    <a:pt x="86" y="117"/>
                  </a:cubicBezTo>
                  <a:cubicBezTo>
                    <a:pt x="85" y="115"/>
                    <a:pt x="84" y="113"/>
                    <a:pt x="83" y="110"/>
                  </a:cubicBezTo>
                  <a:cubicBezTo>
                    <a:pt x="76" y="91"/>
                    <a:pt x="84" y="67"/>
                    <a:pt x="102" y="59"/>
                  </a:cubicBezTo>
                  <a:cubicBezTo>
                    <a:pt x="110" y="56"/>
                    <a:pt x="120" y="53"/>
                    <a:pt x="130" y="55"/>
                  </a:cubicBezTo>
                  <a:cubicBezTo>
                    <a:pt x="132" y="55"/>
                    <a:pt x="134" y="56"/>
                    <a:pt x="137" y="57"/>
                  </a:cubicBezTo>
                  <a:cubicBezTo>
                    <a:pt x="146" y="61"/>
                    <a:pt x="154" y="67"/>
                    <a:pt x="158" y="77"/>
                  </a:cubicBezTo>
                  <a:cubicBezTo>
                    <a:pt x="162" y="89"/>
                    <a:pt x="161" y="103"/>
                    <a:pt x="149" y="111"/>
                  </a:cubicBezTo>
                  <a:cubicBezTo>
                    <a:pt x="134" y="121"/>
                    <a:pt x="109" y="118"/>
                    <a:pt x="107" y="98"/>
                  </a:cubicBezTo>
                  <a:cubicBezTo>
                    <a:pt x="106" y="90"/>
                    <a:pt x="110" y="83"/>
                    <a:pt x="116" y="78"/>
                  </a:cubicBezTo>
                  <a:cubicBezTo>
                    <a:pt x="124" y="72"/>
                    <a:pt x="136" y="75"/>
                    <a:pt x="141" y="84"/>
                  </a:cubicBezTo>
                  <a:cubicBezTo>
                    <a:pt x="143" y="88"/>
                    <a:pt x="143" y="92"/>
                    <a:pt x="141" y="96"/>
                  </a:cubicBezTo>
                  <a:cubicBezTo>
                    <a:pt x="139" y="100"/>
                    <a:pt x="135" y="100"/>
                    <a:pt x="131" y="100"/>
                  </a:cubicBezTo>
                  <a:cubicBezTo>
                    <a:pt x="135" y="96"/>
                    <a:pt x="139" y="89"/>
                    <a:pt x="133" y="86"/>
                  </a:cubicBezTo>
                  <a:cubicBezTo>
                    <a:pt x="125" y="80"/>
                    <a:pt x="115" y="86"/>
                    <a:pt x="116" y="96"/>
                  </a:cubicBezTo>
                  <a:cubicBezTo>
                    <a:pt x="117" y="104"/>
                    <a:pt x="125" y="109"/>
                    <a:pt x="133" y="107"/>
                  </a:cubicBezTo>
                  <a:cubicBezTo>
                    <a:pt x="140" y="106"/>
                    <a:pt x="146" y="101"/>
                    <a:pt x="148" y="94"/>
                  </a:cubicBezTo>
                  <a:cubicBezTo>
                    <a:pt x="150" y="85"/>
                    <a:pt x="146" y="77"/>
                    <a:pt x="139" y="72"/>
                  </a:cubicBezTo>
                  <a:cubicBezTo>
                    <a:pt x="130" y="64"/>
                    <a:pt x="118" y="65"/>
                    <a:pt x="108" y="71"/>
                  </a:cubicBezTo>
                  <a:cubicBezTo>
                    <a:pt x="91" y="80"/>
                    <a:pt x="93" y="106"/>
                    <a:pt x="106" y="119"/>
                  </a:cubicBezTo>
                  <a:cubicBezTo>
                    <a:pt x="117" y="133"/>
                    <a:pt x="136" y="135"/>
                    <a:pt x="152" y="128"/>
                  </a:cubicBezTo>
                  <a:cubicBezTo>
                    <a:pt x="164" y="122"/>
                    <a:pt x="174" y="111"/>
                    <a:pt x="178" y="96"/>
                  </a:cubicBezTo>
                  <a:cubicBezTo>
                    <a:pt x="178" y="94"/>
                    <a:pt x="178" y="91"/>
                    <a:pt x="178" y="88"/>
                  </a:cubicBezTo>
                  <a:cubicBezTo>
                    <a:pt x="178" y="69"/>
                    <a:pt x="166" y="50"/>
                    <a:pt x="150" y="40"/>
                  </a:cubicBezTo>
                  <a:cubicBezTo>
                    <a:pt x="144" y="37"/>
                    <a:pt x="137" y="35"/>
                    <a:pt x="128" y="34"/>
                  </a:cubicBezTo>
                  <a:cubicBezTo>
                    <a:pt x="126" y="34"/>
                    <a:pt x="124" y="34"/>
                    <a:pt x="121" y="34"/>
                  </a:cubicBezTo>
                  <a:cubicBezTo>
                    <a:pt x="113" y="34"/>
                    <a:pt x="104" y="35"/>
                    <a:pt x="96" y="38"/>
                  </a:cubicBezTo>
                  <a:cubicBezTo>
                    <a:pt x="94" y="39"/>
                    <a:pt x="91" y="40"/>
                    <a:pt x="88" y="41"/>
                  </a:cubicBezTo>
                  <a:cubicBezTo>
                    <a:pt x="76" y="46"/>
                    <a:pt x="64" y="55"/>
                    <a:pt x="59" y="67"/>
                  </a:cubicBezTo>
                  <a:cubicBezTo>
                    <a:pt x="57" y="70"/>
                    <a:pt x="56" y="73"/>
                    <a:pt x="55" y="76"/>
                  </a:cubicBezTo>
                  <a:cubicBezTo>
                    <a:pt x="52" y="87"/>
                    <a:pt x="53" y="100"/>
                    <a:pt x="55" y="112"/>
                  </a:cubicBezTo>
                  <a:cubicBezTo>
                    <a:pt x="56" y="115"/>
                    <a:pt x="56" y="117"/>
                    <a:pt x="57" y="120"/>
                  </a:cubicBezTo>
                  <a:cubicBezTo>
                    <a:pt x="59" y="126"/>
                    <a:pt x="62" y="133"/>
                    <a:pt x="68" y="137"/>
                  </a:cubicBezTo>
                  <a:cubicBezTo>
                    <a:pt x="60" y="145"/>
                    <a:pt x="45" y="155"/>
                    <a:pt x="38" y="148"/>
                  </a:cubicBezTo>
                  <a:cubicBezTo>
                    <a:pt x="26" y="137"/>
                    <a:pt x="27" y="118"/>
                    <a:pt x="27" y="101"/>
                  </a:cubicBezTo>
                  <a:cubicBezTo>
                    <a:pt x="27" y="99"/>
                    <a:pt x="27" y="96"/>
                    <a:pt x="27" y="94"/>
                  </a:cubicBezTo>
                  <a:cubicBezTo>
                    <a:pt x="28" y="89"/>
                    <a:pt x="28" y="85"/>
                    <a:pt x="30" y="80"/>
                  </a:cubicBezTo>
                  <a:cubicBezTo>
                    <a:pt x="30" y="78"/>
                    <a:pt x="31" y="75"/>
                    <a:pt x="32" y="72"/>
                  </a:cubicBezTo>
                  <a:cubicBezTo>
                    <a:pt x="40" y="50"/>
                    <a:pt x="60" y="35"/>
                    <a:pt x="80" y="26"/>
                  </a:cubicBezTo>
                  <a:cubicBezTo>
                    <a:pt x="82" y="25"/>
                    <a:pt x="85" y="23"/>
                    <a:pt x="87" y="22"/>
                  </a:cubicBezTo>
                  <a:cubicBezTo>
                    <a:pt x="95" y="19"/>
                    <a:pt x="105" y="17"/>
                    <a:pt x="115" y="15"/>
                  </a:cubicBezTo>
                  <a:cubicBezTo>
                    <a:pt x="115" y="15"/>
                    <a:pt x="105" y="14"/>
                    <a:pt x="91" y="18"/>
                  </a:cubicBezTo>
                  <a:cubicBezTo>
                    <a:pt x="89" y="18"/>
                    <a:pt x="86" y="19"/>
                    <a:pt x="83" y="20"/>
                  </a:cubicBezTo>
                  <a:cubicBezTo>
                    <a:pt x="60" y="27"/>
                    <a:pt x="40" y="43"/>
                    <a:pt x="29" y="64"/>
                  </a:cubicBezTo>
                  <a:cubicBezTo>
                    <a:pt x="28" y="66"/>
                    <a:pt x="27" y="69"/>
                    <a:pt x="26" y="71"/>
                  </a:cubicBezTo>
                  <a:cubicBezTo>
                    <a:pt x="23" y="78"/>
                    <a:pt x="21" y="86"/>
                    <a:pt x="20" y="94"/>
                  </a:cubicBezTo>
                  <a:cubicBezTo>
                    <a:pt x="19" y="96"/>
                    <a:pt x="19" y="99"/>
                    <a:pt x="19" y="101"/>
                  </a:cubicBezTo>
                  <a:cubicBezTo>
                    <a:pt x="18" y="114"/>
                    <a:pt x="20" y="126"/>
                    <a:pt x="22" y="139"/>
                  </a:cubicBezTo>
                  <a:cubicBezTo>
                    <a:pt x="23" y="143"/>
                    <a:pt x="24" y="146"/>
                    <a:pt x="25" y="150"/>
                  </a:cubicBezTo>
                  <a:close/>
                </a:path>
              </a:pathLst>
            </a:custGeom>
            <a:solidFill>
              <a:srgbClr val="F203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 name="Freeform 15"/>
            <p:cNvSpPr/>
            <p:nvPr/>
          </p:nvSpPr>
          <p:spPr bwMode="auto">
            <a:xfrm>
              <a:off x="3332" y="1329"/>
              <a:ext cx="537" cy="827"/>
            </a:xfrm>
            <a:custGeom>
              <a:avLst/>
              <a:gdLst>
                <a:gd name="T0" fmla="*/ 17 w 227"/>
                <a:gd name="T1" fmla="*/ 47 h 350"/>
                <a:gd name="T2" fmla="*/ 123 w 227"/>
                <a:gd name="T3" fmla="*/ 41 h 350"/>
                <a:gd name="T4" fmla="*/ 193 w 227"/>
                <a:gd name="T5" fmla="*/ 0 h 350"/>
                <a:gd name="T6" fmla="*/ 175 w 227"/>
                <a:gd name="T7" fmla="*/ 71 h 350"/>
                <a:gd name="T8" fmla="*/ 86 w 227"/>
                <a:gd name="T9" fmla="*/ 95 h 350"/>
                <a:gd name="T10" fmla="*/ 90 w 227"/>
                <a:gd name="T11" fmla="*/ 124 h 350"/>
                <a:gd name="T12" fmla="*/ 185 w 227"/>
                <a:gd name="T13" fmla="*/ 177 h 350"/>
                <a:gd name="T14" fmla="*/ 188 w 227"/>
                <a:gd name="T15" fmla="*/ 297 h 350"/>
                <a:gd name="T16" fmla="*/ 90 w 227"/>
                <a:gd name="T17" fmla="*/ 348 h 350"/>
                <a:gd name="T18" fmla="*/ 0 w 227"/>
                <a:gd name="T19" fmla="*/ 307 h 350"/>
                <a:gd name="T20" fmla="*/ 29 w 227"/>
                <a:gd name="T21" fmla="*/ 251 h 350"/>
                <a:gd name="T22" fmla="*/ 102 w 227"/>
                <a:gd name="T23" fmla="*/ 281 h 350"/>
                <a:gd name="T24" fmla="*/ 145 w 227"/>
                <a:gd name="T25" fmla="*/ 228 h 350"/>
                <a:gd name="T26" fmla="*/ 94 w 227"/>
                <a:gd name="T27" fmla="*/ 165 h 350"/>
                <a:gd name="T28" fmla="*/ 33 w 227"/>
                <a:gd name="T29" fmla="*/ 188 h 350"/>
                <a:gd name="T30" fmla="*/ 17 w 227"/>
                <a:gd name="T31" fmla="*/ 47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7" h="350">
                  <a:moveTo>
                    <a:pt x="17" y="47"/>
                  </a:moveTo>
                  <a:cubicBezTo>
                    <a:pt x="17" y="47"/>
                    <a:pt x="86" y="50"/>
                    <a:pt x="123" y="41"/>
                  </a:cubicBezTo>
                  <a:cubicBezTo>
                    <a:pt x="123" y="41"/>
                    <a:pt x="170" y="37"/>
                    <a:pt x="193" y="0"/>
                  </a:cubicBezTo>
                  <a:cubicBezTo>
                    <a:pt x="193" y="0"/>
                    <a:pt x="205" y="45"/>
                    <a:pt x="175" y="71"/>
                  </a:cubicBezTo>
                  <a:cubicBezTo>
                    <a:pt x="175" y="71"/>
                    <a:pt x="156" y="96"/>
                    <a:pt x="86" y="95"/>
                  </a:cubicBezTo>
                  <a:cubicBezTo>
                    <a:pt x="90" y="124"/>
                    <a:pt x="90" y="124"/>
                    <a:pt x="90" y="124"/>
                  </a:cubicBezTo>
                  <a:cubicBezTo>
                    <a:pt x="90" y="124"/>
                    <a:pt x="157" y="130"/>
                    <a:pt x="185" y="177"/>
                  </a:cubicBezTo>
                  <a:cubicBezTo>
                    <a:pt x="185" y="177"/>
                    <a:pt x="227" y="235"/>
                    <a:pt x="188" y="297"/>
                  </a:cubicBezTo>
                  <a:cubicBezTo>
                    <a:pt x="188" y="297"/>
                    <a:pt x="165" y="345"/>
                    <a:pt x="90" y="348"/>
                  </a:cubicBezTo>
                  <a:cubicBezTo>
                    <a:pt x="90" y="348"/>
                    <a:pt x="36" y="350"/>
                    <a:pt x="0" y="307"/>
                  </a:cubicBezTo>
                  <a:cubicBezTo>
                    <a:pt x="0" y="307"/>
                    <a:pt x="29" y="292"/>
                    <a:pt x="29" y="251"/>
                  </a:cubicBezTo>
                  <a:cubicBezTo>
                    <a:pt x="29" y="251"/>
                    <a:pt x="57" y="292"/>
                    <a:pt x="102" y="281"/>
                  </a:cubicBezTo>
                  <a:cubicBezTo>
                    <a:pt x="102" y="281"/>
                    <a:pt x="145" y="269"/>
                    <a:pt x="145" y="228"/>
                  </a:cubicBezTo>
                  <a:cubicBezTo>
                    <a:pt x="145" y="228"/>
                    <a:pt x="146" y="167"/>
                    <a:pt x="94" y="165"/>
                  </a:cubicBezTo>
                  <a:cubicBezTo>
                    <a:pt x="94" y="165"/>
                    <a:pt x="51" y="154"/>
                    <a:pt x="33" y="188"/>
                  </a:cubicBezTo>
                  <a:lnTo>
                    <a:pt x="17" y="47"/>
                  </a:lnTo>
                  <a:close/>
                </a:path>
              </a:pathLst>
            </a:custGeom>
            <a:solidFill>
              <a:srgbClr val="F203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15" name="TextBox 14"/>
          <p:cNvSpPr txBox="1"/>
          <p:nvPr/>
        </p:nvSpPr>
        <p:spPr>
          <a:xfrm>
            <a:off x="2197514" y="2152476"/>
            <a:ext cx="5365448" cy="922020"/>
          </a:xfrm>
          <a:prstGeom prst="rect">
            <a:avLst/>
          </a:prstGeom>
          <a:noFill/>
        </p:spPr>
        <p:txBody>
          <a:bodyPr wrap="square" rtlCol="0">
            <a:spAutoFit/>
          </a:bodyPr>
          <a:lstStyle/>
          <a:p>
            <a:pPr algn="dist"/>
            <a:r>
              <a:rPr lang="zh-CN" altLang="en-US" sz="5400" dirty="0" smtClean="0">
                <a:solidFill>
                  <a:schemeClr val="tx1">
                    <a:lumMod val="85000"/>
                    <a:lumOff val="15000"/>
                  </a:schemeClr>
                </a:solidFill>
                <a:latin typeface="华文行楷" panose="02010800040101010101" pitchFamily="2" charset="-122"/>
                <a:ea typeface="华文行楷" panose="02010800040101010101" pitchFamily="2" charset="-122"/>
              </a:rPr>
              <a:t>谢谢聆听！</a:t>
            </a:r>
            <a:endParaRPr lang="zh-CN" altLang="en-US" sz="5400" dirty="0">
              <a:solidFill>
                <a:schemeClr val="tx1">
                  <a:lumMod val="85000"/>
                  <a:lumOff val="15000"/>
                </a:schemeClr>
              </a:solidFill>
              <a:latin typeface="华文行楷" panose="02010800040101010101" pitchFamily="2" charset="-122"/>
              <a:ea typeface="华文行楷" panose="02010800040101010101" pitchFamily="2" charset="-122"/>
            </a:endParaRPr>
          </a:p>
        </p:txBody>
      </p:sp>
      <p:sp>
        <p:nvSpPr>
          <p:cNvPr id="17" name="AutoShape 4" hidden="1"/>
          <p:cNvSpPr>
            <a:spLocks noChangeAspect="1" noChangeArrowheads="1" noTextEdit="1"/>
          </p:cNvSpPr>
          <p:nvPr/>
        </p:nvSpPr>
        <p:spPr bwMode="auto">
          <a:xfrm>
            <a:off x="174625" y="-1065213"/>
            <a:ext cx="8794750" cy="7278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pic>
        <p:nvPicPr>
          <p:cNvPr id="1030" name="Picture 6"/>
          <p:cNvPicPr>
            <a:picLocks noChangeAspect="1" noChangeArrowheads="1"/>
          </p:cNvPicPr>
          <p:nvPr/>
        </p:nvPicPr>
        <p:blipFill rotWithShape="1">
          <a:blip r:embed="rId3" cstate="print">
            <a:extLst>
              <a:ext uri="{BEBA8EAE-BF5A-486C-A8C5-ECC9F3942E4B}">
                <a14:imgProps xmlns:a14="http://schemas.microsoft.com/office/drawing/2010/main">
                  <a14:imgLayer r:embed="rId4">
                    <a14:imgEffect>
                      <a14:backgroundRemoval t="9960" b="89940" l="7007" r="94285">
                        <a14:foregroundMark x1="13594" y1="49899" x2="13981" y2="51777"/>
                        <a14:foregroundMark x1="22603" y1="61402" x2="11656" y2="57545"/>
                        <a14:foregroundMark x1="69454" y1="47384" x2="69325" y2="45506"/>
                        <a14:foregroundMark x1="57475" y1="56472" x2="54537" y2="58585"/>
                        <a14:foregroundMark x1="87601" y1="37223" x2="86051" y2="40040"/>
                        <a14:foregroundMark x1="83985" y1="41885" x2="82822" y2="40443"/>
                        <a14:foregroundMark x1="66225" y1="59658" x2="61350" y2="59658"/>
                        <a14:foregroundMark x1="51954" y1="60597" x2="48983" y2="59792"/>
                        <a14:foregroundMark x1="33290" y1="65023" x2="31740" y2="61670"/>
                        <a14:foregroundMark x1="17985" y1="69551" x2="14627" y2="70892"/>
                      </a14:backgroundRemoval>
                    </a14:imgEffect>
                  </a14:imgLayer>
                </a14:imgProps>
              </a:ext>
              <a:ext uri="{28A0092B-C50C-407E-A947-70E740481C1C}">
                <a14:useLocalDpi xmlns:a14="http://schemas.microsoft.com/office/drawing/2010/main" val="0"/>
              </a:ext>
            </a:extLst>
          </a:blip>
          <a:srcRect t="33032" r="38163" b="9555"/>
          <a:stretch>
            <a:fillRect/>
          </a:stretch>
        </p:blipFill>
        <p:spPr bwMode="auto">
          <a:xfrm>
            <a:off x="7083306" y="3507854"/>
            <a:ext cx="2051720" cy="1834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Picture 11"/>
          <p:cNvPicPr>
            <a:picLocks noChangeAspect="1" noChangeArrowheads="1"/>
          </p:cNvPicPr>
          <p:nvPr/>
        </p:nvPicPr>
        <p:blipFill rotWithShape="1">
          <a:blip r:embed="rId5" cstate="print">
            <a:extLst>
              <a:ext uri="{BEBA8EAE-BF5A-486C-A8C5-ECC9F3942E4B}">
                <a14:imgProps xmlns:a14="http://schemas.microsoft.com/office/drawing/2010/main">
                  <a14:imgLayer r:embed="rId6">
                    <a14:imgEffect>
                      <a14:backgroundRemoval t="29854" b="56159" l="76958" r="96490">
                        <a14:foregroundMark x1="87759" y1="41962" x2="87759" y2="42797"/>
                      </a14:backgroundRemoval>
                    </a14:imgEffect>
                  </a14:imgLayer>
                </a14:imgProps>
              </a:ext>
              <a:ext uri="{28A0092B-C50C-407E-A947-70E740481C1C}">
                <a14:useLocalDpi xmlns:a14="http://schemas.microsoft.com/office/drawing/2010/main" val="0"/>
              </a:ext>
            </a:extLst>
          </a:blip>
          <a:srcRect l="76892" t="29153" r="2440" b="42379"/>
          <a:stretch>
            <a:fillRect/>
          </a:stretch>
        </p:blipFill>
        <p:spPr bwMode="auto">
          <a:xfrm flipV="1">
            <a:off x="7103210" y="2288886"/>
            <a:ext cx="954472" cy="564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2" name="组合 21" hidden="1"/>
          <p:cNvGrpSpPr/>
          <p:nvPr/>
        </p:nvGrpSpPr>
        <p:grpSpPr>
          <a:xfrm>
            <a:off x="827584" y="1601673"/>
            <a:ext cx="2619422" cy="2350973"/>
            <a:chOff x="562637" y="1525066"/>
            <a:chExt cx="2619422" cy="2350973"/>
          </a:xfrm>
        </p:grpSpPr>
        <p:pic>
          <p:nvPicPr>
            <p:cNvPr id="1035" name="Picture 11"/>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r="50517"/>
            <a:stretch>
              <a:fillRect/>
            </a:stretch>
          </p:blipFill>
          <p:spPr bwMode="auto">
            <a:xfrm flipV="1">
              <a:off x="562637" y="1525066"/>
              <a:ext cx="2285143" cy="198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椭圆 20"/>
            <p:cNvSpPr/>
            <p:nvPr/>
          </p:nvSpPr>
          <p:spPr>
            <a:xfrm>
              <a:off x="2443830" y="2802438"/>
              <a:ext cx="738229" cy="107360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5" name="Picture 11"/>
          <p:cNvPicPr>
            <a:picLocks noChangeAspect="1" noChangeArrowheads="1"/>
          </p:cNvPicPr>
          <p:nvPr/>
        </p:nvPicPr>
        <p:blipFill rotWithShape="1">
          <a:blip r:embed="rId5" cstate="print">
            <a:extLst>
              <a:ext uri="{BEBA8EAE-BF5A-486C-A8C5-ECC9F3942E4B}">
                <a14:imgProps xmlns:a14="http://schemas.microsoft.com/office/drawing/2010/main">
                  <a14:imgLayer r:embed="rId6">
                    <a14:imgEffect>
                      <a14:backgroundRemoval t="29854" b="56159" l="76958" r="96490">
                        <a14:foregroundMark x1="87759" y1="41962" x2="87759" y2="42797"/>
                      </a14:backgroundRemoval>
                    </a14:imgEffect>
                  </a14:imgLayer>
                </a14:imgProps>
              </a:ext>
              <a:ext uri="{28A0092B-C50C-407E-A947-70E740481C1C}">
                <a14:useLocalDpi xmlns:a14="http://schemas.microsoft.com/office/drawing/2010/main" val="0"/>
              </a:ext>
            </a:extLst>
          </a:blip>
          <a:srcRect l="76892" t="29153" r="2440" b="42379"/>
          <a:stretch>
            <a:fillRect/>
          </a:stretch>
        </p:blipFill>
        <p:spPr bwMode="auto">
          <a:xfrm flipH="1" flipV="1">
            <a:off x="1286064" y="2293909"/>
            <a:ext cx="954472" cy="564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15"/>
                                        </p:tgtEl>
                                        <p:attrNameLst>
                                          <p:attrName>style.visibility</p:attrName>
                                        </p:attrNameLst>
                                      </p:cBhvr>
                                      <p:to>
                                        <p:strVal val="visible"/>
                                      </p:to>
                                    </p:set>
                                    <p:anim calcmode="discrete" valueType="clr">
                                      <p:cBhvr override="childStyle">
                                        <p:cTn id="7" dur="80"/>
                                        <p:tgtEl>
                                          <p:spTgt spid="15"/>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15"/>
                                        </p:tgtEl>
                                        <p:attrNameLst>
                                          <p:attrName>fillcolor</p:attrName>
                                        </p:attrNameLst>
                                      </p:cBhvr>
                                      <p:tavLst>
                                        <p:tav tm="0">
                                          <p:val>
                                            <p:clrVal>
                                              <a:schemeClr val="accent2"/>
                                            </p:clrVal>
                                          </p:val>
                                        </p:tav>
                                        <p:tav tm="50000">
                                          <p:val>
                                            <p:clrVal>
                                              <a:schemeClr val="hlink"/>
                                            </p:clrVal>
                                          </p:val>
                                        </p:tav>
                                      </p:tavLst>
                                    </p:anim>
                                    <p:set>
                                      <p:cBhvr>
                                        <p:cTn id="9" dur="80"/>
                                        <p:tgtEl>
                                          <p:spTgt spid="15"/>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tags/tag1.xml><?xml version="1.0" encoding="utf-8"?>
<p:tagLst xmlns:a="http://schemas.openxmlformats.org/drawingml/2006/main" xmlns:r="http://schemas.openxmlformats.org/officeDocument/2006/relationships" xmlns:p="http://schemas.openxmlformats.org/presentationml/2006/main">
  <p:tag name="KSO_WM_UNIT_TABLE_BEAUTIFY" val="smartTable{d1bf9a30-3260-432d-a89e-0bc876fade80}"/>
</p:tagLst>
</file>

<file path=ppt/tags/tag2.xml><?xml version="1.0" encoding="utf-8"?>
<p:tagLst xmlns:a="http://schemas.openxmlformats.org/drawingml/2006/main" xmlns:r="http://schemas.openxmlformats.org/officeDocument/2006/relationships" xmlns:p="http://schemas.openxmlformats.org/presentationml/2006/main">
  <p:tag name="KSO_WM_UNIT_TABLE_BEAUTIFY" val="smartTable{3d6499b6-f625-4cb1-91af-92ede8a9629a}"/>
</p:tagLst>
</file>

<file path=ppt/tags/tag3.xml><?xml version="1.0" encoding="utf-8"?>
<p:tagLst xmlns:a="http://schemas.openxmlformats.org/drawingml/2006/main" xmlns:r="http://schemas.openxmlformats.org/officeDocument/2006/relationships" xmlns:p="http://schemas.openxmlformats.org/presentationml/2006/main">
  <p:tag name="KSO_WM_UNIT_TABLE_BEAUTIFY" val="smartTable{a1e413ae-507f-4623-b704-9d6ff383c267}"/>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979</TotalTime>
  <Words>6772</Words>
  <Application>Microsoft Office PowerPoint</Application>
  <PresentationFormat>全屏显示(16:9)</PresentationFormat>
  <Paragraphs>842</Paragraphs>
  <Slides>91</Slides>
  <Notes>2</Notes>
  <HiddenSlides>0</HiddenSlides>
  <MMClips>0</MMClips>
  <ScaleCrop>false</ScaleCrop>
  <HeadingPairs>
    <vt:vector size="4" baseType="variant">
      <vt:variant>
        <vt:lpstr>主题</vt:lpstr>
      </vt:variant>
      <vt:variant>
        <vt:i4>1</vt:i4>
      </vt:variant>
      <vt:variant>
        <vt:lpstr>幻灯片标题</vt:lpstr>
      </vt:variant>
      <vt:variant>
        <vt:i4>91</vt:i4>
      </vt:variant>
    </vt:vector>
  </HeadingPairs>
  <TitlesOfParts>
    <vt:vector size="92" baseType="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admin</cp:lastModifiedBy>
  <cp:revision>236</cp:revision>
  <dcterms:created xsi:type="dcterms:W3CDTF">2015-01-08T09:02:00Z</dcterms:created>
  <dcterms:modified xsi:type="dcterms:W3CDTF">2024-07-25T15:12:04Z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2052-11.1.0.9748</vt:lpwstr>
  </property>
</Properties>
</file>